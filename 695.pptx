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  <p:sldMasterId id="2147483685" r:id="rId2"/>
  </p:sldMasterIdLst>
  <p:notesMasterIdLst>
    <p:notesMasterId r:id="rId16"/>
  </p:notesMasterIdLst>
  <p:sldIdLst>
    <p:sldId id="256" r:id="rId3"/>
    <p:sldId id="261" r:id="rId4"/>
    <p:sldId id="307" r:id="rId5"/>
    <p:sldId id="260" r:id="rId6"/>
    <p:sldId id="306" r:id="rId7"/>
    <p:sldId id="267" r:id="rId8"/>
    <p:sldId id="308" r:id="rId9"/>
    <p:sldId id="257" r:id="rId10"/>
    <p:sldId id="309" r:id="rId11"/>
    <p:sldId id="310" r:id="rId12"/>
    <p:sldId id="273" r:id="rId13"/>
    <p:sldId id="312" r:id="rId14"/>
    <p:sldId id="285" r:id="rId15"/>
  </p:sldIdLst>
  <p:sldSz cx="9144000" cy="5143500" type="screen16x9"/>
  <p:notesSz cx="6858000" cy="9144000"/>
  <p:embeddedFontLst>
    <p:embeddedFont>
      <p:font typeface="Anton" pitchFamily="2" charset="0"/>
      <p:regular r:id="rId17"/>
    </p:embeddedFont>
    <p:embeddedFont>
      <p:font typeface="Fredoka One" panose="02000000000000000000" pitchFamily="2" charset="0"/>
      <p:regular r:id="rId18"/>
    </p:embeddedFont>
    <p:embeddedFont>
      <p:font typeface="Lato" panose="020F0502020204030203" pitchFamily="34" charset="0"/>
      <p:regular r:id="rId19"/>
      <p:bold r:id="rId20"/>
      <p:italic r:id="rId21"/>
      <p:boldItalic r:id="rId22"/>
    </p:embeddedFont>
    <p:embeddedFont>
      <p:font typeface="Livvic" pitchFamily="2" charset="0"/>
      <p:italic r:id="rId23"/>
    </p:embeddedFont>
    <p:embeddedFont>
      <p:font typeface="Quicksand" panose="020B0604020202020204" charset="0"/>
      <p:regular r:id="rId24"/>
      <p:bold r:id="rId25"/>
    </p:embeddedFont>
    <p:embeddedFont>
      <p:font typeface="Roboto" panose="02000000000000000000" pitchFamily="2" charset="0"/>
      <p:regular r:id="rId26"/>
      <p:bold r:id="rId27"/>
      <p:italic r:id="rId28"/>
      <p:boldItalic r:id="rId29"/>
    </p:embeddedFont>
    <p:embeddedFont>
      <p:font typeface="Roboto Condensed Light" panose="02000000000000000000" pitchFamily="2" charset="0"/>
      <p:regular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0C23349-0955-4DE5-B11D-E6956EB45822}">
  <a:tblStyle styleId="{70C23349-0955-4DE5-B11D-E6956EB4582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1.xml"/><Relationship Id="rId21" Type="http://schemas.openxmlformats.org/officeDocument/2006/relationships/font" Target="fonts/font5.fntdata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8.fntdata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7" name="Google Shape;108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ga1242414e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3" name="Google Shape;1513;ga1242414e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2">
          <a:extLst>
            <a:ext uri="{FF2B5EF4-FFF2-40B4-BE49-F238E27FC236}">
              <a16:creationId xmlns:a16="http://schemas.microsoft.com/office/drawing/2014/main" id="{B51B27A1-EFD0-4E5B-467F-2D0828466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3" name="Google Shape;2303;ga1242414e1_0_80:notes">
            <a:extLst>
              <a:ext uri="{FF2B5EF4-FFF2-40B4-BE49-F238E27FC236}">
                <a16:creationId xmlns:a16="http://schemas.microsoft.com/office/drawing/2014/main" id="{979D45C5-6570-779C-446F-B2E3433253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4" name="Google Shape;2304;ga1242414e1_0_80:notes">
            <a:extLst>
              <a:ext uri="{FF2B5EF4-FFF2-40B4-BE49-F238E27FC236}">
                <a16:creationId xmlns:a16="http://schemas.microsoft.com/office/drawing/2014/main" id="{6B5A6E51-AD75-25DE-CD22-A88DB0A9C5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21859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ga1242414e1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3" name="Google Shape;1363;ga1242414e1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1">
          <a:extLst>
            <a:ext uri="{FF2B5EF4-FFF2-40B4-BE49-F238E27FC236}">
              <a16:creationId xmlns:a16="http://schemas.microsoft.com/office/drawing/2014/main" id="{B01C17EB-6B1A-DFE3-C0AE-AAEEE3F8D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ga1242414e1_0_4:notes">
            <a:extLst>
              <a:ext uri="{FF2B5EF4-FFF2-40B4-BE49-F238E27FC236}">
                <a16:creationId xmlns:a16="http://schemas.microsoft.com/office/drawing/2014/main" id="{63F32E09-1E5C-8620-01B1-3A7A1931BC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3" name="Google Shape;1363;ga1242414e1_0_4:notes">
            <a:extLst>
              <a:ext uri="{FF2B5EF4-FFF2-40B4-BE49-F238E27FC236}">
                <a16:creationId xmlns:a16="http://schemas.microsoft.com/office/drawing/2014/main" id="{82BD250D-43E7-38D3-CD97-DECF9C4087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82497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3" name="Google Shape;2303;ga1242414e1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4" name="Google Shape;2304;ga1242414e1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1">
          <a:extLst>
            <a:ext uri="{FF2B5EF4-FFF2-40B4-BE49-F238E27FC236}">
              <a16:creationId xmlns:a16="http://schemas.microsoft.com/office/drawing/2014/main" id="{13BBDF6A-D407-2624-864B-6B6FEFFD4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ga1242414e1_0_10:notes">
            <a:extLst>
              <a:ext uri="{FF2B5EF4-FFF2-40B4-BE49-F238E27FC236}">
                <a16:creationId xmlns:a16="http://schemas.microsoft.com/office/drawing/2014/main" id="{1436E02C-ED90-4D9E-4B79-D015DB4A75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3" name="Google Shape;1513;ga1242414e1_0_10:notes">
            <a:extLst>
              <a:ext uri="{FF2B5EF4-FFF2-40B4-BE49-F238E27FC236}">
                <a16:creationId xmlns:a16="http://schemas.microsoft.com/office/drawing/2014/main" id="{4FC67958-0941-D20F-6515-9F06FC0DD9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59786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g8b385fd2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0" name="Google Shape;1180;g8b385fd2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8">
          <a:extLst>
            <a:ext uri="{FF2B5EF4-FFF2-40B4-BE49-F238E27FC236}">
              <a16:creationId xmlns:a16="http://schemas.microsoft.com/office/drawing/2014/main" id="{70D7FE90-2C92-48FD-27DC-0EE221D31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g8b385fd27f_0_0:notes">
            <a:extLst>
              <a:ext uri="{FF2B5EF4-FFF2-40B4-BE49-F238E27FC236}">
                <a16:creationId xmlns:a16="http://schemas.microsoft.com/office/drawing/2014/main" id="{DB7C4D8D-0B1B-8896-32B5-41C1316BC9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0" name="Google Shape;1180;g8b385fd27f_0_0:notes">
            <a:extLst>
              <a:ext uri="{FF2B5EF4-FFF2-40B4-BE49-F238E27FC236}">
                <a16:creationId xmlns:a16="http://schemas.microsoft.com/office/drawing/2014/main" id="{100EE417-A57C-70A5-351B-5EA8A8B567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05964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2">
          <a:extLst>
            <a:ext uri="{FF2B5EF4-FFF2-40B4-BE49-F238E27FC236}">
              <a16:creationId xmlns:a16="http://schemas.microsoft.com/office/drawing/2014/main" id="{A7601F9B-8FAD-85BA-6102-4CA8017FE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3" name="Google Shape;2303;ga1242414e1_0_80:notes">
            <a:extLst>
              <a:ext uri="{FF2B5EF4-FFF2-40B4-BE49-F238E27FC236}">
                <a16:creationId xmlns:a16="http://schemas.microsoft.com/office/drawing/2014/main" id="{717A69D4-1485-DB66-C6B1-A09C908FF9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4" name="Google Shape;2304;ga1242414e1_0_80:notes">
            <a:extLst>
              <a:ext uri="{FF2B5EF4-FFF2-40B4-BE49-F238E27FC236}">
                <a16:creationId xmlns:a16="http://schemas.microsoft.com/office/drawing/2014/main" id="{DFA7C2DB-1AC8-039C-E662-695606B853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23764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2" name="Google Shape;2692;ga1242414e1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3" name="Google Shape;2693;ga1242414e1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1">
          <a:extLst>
            <a:ext uri="{FF2B5EF4-FFF2-40B4-BE49-F238E27FC236}">
              <a16:creationId xmlns:a16="http://schemas.microsoft.com/office/drawing/2014/main" id="{F8F2A183-FD89-9F91-4266-6AFEAF833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ga1242414e1_0_4:notes">
            <a:extLst>
              <a:ext uri="{FF2B5EF4-FFF2-40B4-BE49-F238E27FC236}">
                <a16:creationId xmlns:a16="http://schemas.microsoft.com/office/drawing/2014/main" id="{7A7FD40E-8373-5CE6-F67D-33CDD6B871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3" name="Google Shape;1363;ga1242414e1_0_4:notes">
            <a:extLst>
              <a:ext uri="{FF2B5EF4-FFF2-40B4-BE49-F238E27FC236}">
                <a16:creationId xmlns:a16="http://schemas.microsoft.com/office/drawing/2014/main" id="{0B429121-A452-4315-C343-E693B9EE2A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53282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1" name="Google Shape;3671;g8b385fd27f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2" name="Google Shape;3672;g8b385fd27f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www.freepik.com/" TargetMode="External"/><Relationship Id="rId4" Type="http://schemas.openxmlformats.org/officeDocument/2006/relationships/hyperlink" Target="https://www.flaticon.com/" TargetMode="Externa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hyperlink" Target="https://www.freepik.com/" TargetMode="External"/><Relationship Id="rId4" Type="http://schemas.openxmlformats.org/officeDocument/2006/relationships/hyperlink" Target="https://www.flaticon.com/" TargetMode="Externa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61950" y="1016550"/>
            <a:ext cx="3981000" cy="281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61975" y="3754325"/>
            <a:ext cx="3981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8239267" y="2022998"/>
            <a:ext cx="461060" cy="1606505"/>
            <a:chOff x="10857642" y="2523511"/>
            <a:chExt cx="461060" cy="1606505"/>
          </a:xfrm>
        </p:grpSpPr>
        <p:sp>
          <p:nvSpPr>
            <p:cNvPr id="13" name="Google Shape;13;p2"/>
            <p:cNvSpPr/>
            <p:nvPr/>
          </p:nvSpPr>
          <p:spPr>
            <a:xfrm>
              <a:off x="11084325" y="3702102"/>
              <a:ext cx="37878" cy="37878"/>
            </a:xfrm>
            <a:custGeom>
              <a:avLst/>
              <a:gdLst/>
              <a:ahLst/>
              <a:cxnLst/>
              <a:rect l="l" t="t" r="r" b="b"/>
              <a:pathLst>
                <a:path w="192" h="192" extrusionOk="0">
                  <a:moveTo>
                    <a:pt x="98" y="1"/>
                  </a:moveTo>
                  <a:cubicBezTo>
                    <a:pt x="38" y="1"/>
                    <a:pt x="1" y="35"/>
                    <a:pt x="1" y="95"/>
                  </a:cubicBezTo>
                  <a:cubicBezTo>
                    <a:pt x="1" y="143"/>
                    <a:pt x="38" y="192"/>
                    <a:pt x="98" y="192"/>
                  </a:cubicBezTo>
                  <a:cubicBezTo>
                    <a:pt x="143" y="192"/>
                    <a:pt x="191" y="143"/>
                    <a:pt x="191" y="95"/>
                  </a:cubicBezTo>
                  <a:cubicBezTo>
                    <a:pt x="191" y="35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1103462" y="2661611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17"/>
                    <a:pt x="35" y="143"/>
                    <a:pt x="72" y="143"/>
                  </a:cubicBezTo>
                  <a:cubicBezTo>
                    <a:pt x="106" y="143"/>
                    <a:pt x="143" y="117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1089455" y="3126813"/>
              <a:ext cx="28211" cy="28409"/>
            </a:xfrm>
            <a:custGeom>
              <a:avLst/>
              <a:gdLst/>
              <a:ahLst/>
              <a:cxnLst/>
              <a:rect l="l" t="t" r="r" b="b"/>
              <a:pathLst>
                <a:path w="143" h="144" extrusionOk="0">
                  <a:moveTo>
                    <a:pt x="72" y="1"/>
                  </a:moveTo>
                  <a:cubicBezTo>
                    <a:pt x="23" y="1"/>
                    <a:pt x="0" y="24"/>
                    <a:pt x="0" y="72"/>
                  </a:cubicBezTo>
                  <a:cubicBezTo>
                    <a:pt x="0" y="106"/>
                    <a:pt x="23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24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0857642" y="2523511"/>
              <a:ext cx="37878" cy="37878"/>
            </a:xfrm>
            <a:custGeom>
              <a:avLst/>
              <a:gdLst/>
              <a:ahLst/>
              <a:cxnLst/>
              <a:rect l="l" t="t" r="r" b="b"/>
              <a:pathLst>
                <a:path w="192" h="192" extrusionOk="0">
                  <a:moveTo>
                    <a:pt x="94" y="1"/>
                  </a:moveTo>
                  <a:cubicBezTo>
                    <a:pt x="49" y="1"/>
                    <a:pt x="1" y="35"/>
                    <a:pt x="1" y="95"/>
                  </a:cubicBezTo>
                  <a:cubicBezTo>
                    <a:pt x="1" y="143"/>
                    <a:pt x="49" y="191"/>
                    <a:pt x="94" y="191"/>
                  </a:cubicBezTo>
                  <a:cubicBezTo>
                    <a:pt x="154" y="191"/>
                    <a:pt x="191" y="143"/>
                    <a:pt x="191" y="95"/>
                  </a:cubicBezTo>
                  <a:cubicBezTo>
                    <a:pt x="191" y="35"/>
                    <a:pt x="154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1274116" y="3762866"/>
              <a:ext cx="40048" cy="40048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4" y="0"/>
                  </a:moveTo>
                  <a:cubicBezTo>
                    <a:pt x="46" y="0"/>
                    <a:pt x="0" y="37"/>
                    <a:pt x="0" y="97"/>
                  </a:cubicBezTo>
                  <a:cubicBezTo>
                    <a:pt x="0" y="154"/>
                    <a:pt x="46" y="202"/>
                    <a:pt x="94" y="202"/>
                  </a:cubicBezTo>
                  <a:cubicBezTo>
                    <a:pt x="154" y="202"/>
                    <a:pt x="202" y="154"/>
                    <a:pt x="202" y="97"/>
                  </a:cubicBezTo>
                  <a:cubicBezTo>
                    <a:pt x="202" y="37"/>
                    <a:pt x="154" y="0"/>
                    <a:pt x="94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11016458" y="4090559"/>
              <a:ext cx="40048" cy="39457"/>
            </a:xfrm>
            <a:custGeom>
              <a:avLst/>
              <a:gdLst/>
              <a:ahLst/>
              <a:cxnLst/>
              <a:rect l="l" t="t" r="r" b="b"/>
              <a:pathLst>
                <a:path w="203" h="200" extrusionOk="0">
                  <a:moveTo>
                    <a:pt x="109" y="1"/>
                  </a:moveTo>
                  <a:cubicBezTo>
                    <a:pt x="49" y="1"/>
                    <a:pt x="1" y="46"/>
                    <a:pt x="1" y="95"/>
                  </a:cubicBezTo>
                  <a:cubicBezTo>
                    <a:pt x="1" y="154"/>
                    <a:pt x="49" y="200"/>
                    <a:pt x="109" y="200"/>
                  </a:cubicBezTo>
                  <a:cubicBezTo>
                    <a:pt x="169" y="200"/>
                    <a:pt x="203" y="154"/>
                    <a:pt x="203" y="95"/>
                  </a:cubicBezTo>
                  <a:cubicBezTo>
                    <a:pt x="203" y="46"/>
                    <a:pt x="169" y="1"/>
                    <a:pt x="109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1124177" y="3318773"/>
              <a:ext cx="26041" cy="23279"/>
            </a:xfrm>
            <a:custGeom>
              <a:avLst/>
              <a:gdLst/>
              <a:ahLst/>
              <a:cxnLst/>
              <a:rect l="l" t="t" r="r" b="b"/>
              <a:pathLst>
                <a:path w="132" h="118" extrusionOk="0">
                  <a:moveTo>
                    <a:pt x="72" y="1"/>
                  </a:moveTo>
                  <a:cubicBezTo>
                    <a:pt x="38" y="1"/>
                    <a:pt x="1" y="24"/>
                    <a:pt x="1" y="58"/>
                  </a:cubicBezTo>
                  <a:cubicBezTo>
                    <a:pt x="1" y="95"/>
                    <a:pt x="38" y="118"/>
                    <a:pt x="72" y="118"/>
                  </a:cubicBezTo>
                  <a:cubicBezTo>
                    <a:pt x="109" y="118"/>
                    <a:pt x="132" y="95"/>
                    <a:pt x="132" y="58"/>
                  </a:cubicBezTo>
                  <a:cubicBezTo>
                    <a:pt x="132" y="24"/>
                    <a:pt x="109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292661" y="3557293"/>
              <a:ext cx="26041" cy="25647"/>
            </a:xfrm>
            <a:custGeom>
              <a:avLst/>
              <a:gdLst/>
              <a:ahLst/>
              <a:cxnLst/>
              <a:rect l="l" t="t" r="r" b="b"/>
              <a:pathLst>
                <a:path w="132" h="130" extrusionOk="0">
                  <a:moveTo>
                    <a:pt x="60" y="1"/>
                  </a:moveTo>
                  <a:cubicBezTo>
                    <a:pt x="23" y="1"/>
                    <a:pt x="0" y="35"/>
                    <a:pt x="0" y="72"/>
                  </a:cubicBezTo>
                  <a:cubicBezTo>
                    <a:pt x="0" y="95"/>
                    <a:pt x="23" y="129"/>
                    <a:pt x="60" y="129"/>
                  </a:cubicBezTo>
                  <a:cubicBezTo>
                    <a:pt x="94" y="129"/>
                    <a:pt x="131" y="95"/>
                    <a:pt x="131" y="72"/>
                  </a:cubicBezTo>
                  <a:cubicBezTo>
                    <a:pt x="131" y="35"/>
                    <a:pt x="94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11168567" y="3905307"/>
              <a:ext cx="23871" cy="26041"/>
            </a:xfrm>
            <a:custGeom>
              <a:avLst/>
              <a:gdLst/>
              <a:ahLst/>
              <a:cxnLst/>
              <a:rect l="l" t="t" r="r" b="b"/>
              <a:pathLst>
                <a:path w="121" h="132" extrusionOk="0">
                  <a:moveTo>
                    <a:pt x="60" y="1"/>
                  </a:moveTo>
                  <a:cubicBezTo>
                    <a:pt x="26" y="1"/>
                    <a:pt x="1" y="38"/>
                    <a:pt x="1" y="72"/>
                  </a:cubicBezTo>
                  <a:cubicBezTo>
                    <a:pt x="1" y="98"/>
                    <a:pt x="26" y="132"/>
                    <a:pt x="60" y="132"/>
                  </a:cubicBezTo>
                  <a:cubicBezTo>
                    <a:pt x="97" y="132"/>
                    <a:pt x="120" y="98"/>
                    <a:pt x="120" y="72"/>
                  </a:cubicBezTo>
                  <a:cubicBezTo>
                    <a:pt x="120" y="38"/>
                    <a:pt x="97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11124177" y="3491794"/>
              <a:ext cx="26041" cy="25844"/>
            </a:xfrm>
            <a:custGeom>
              <a:avLst/>
              <a:gdLst/>
              <a:ahLst/>
              <a:cxnLst/>
              <a:rect l="l" t="t" r="r" b="b"/>
              <a:pathLst>
                <a:path w="132" h="131" extrusionOk="0">
                  <a:moveTo>
                    <a:pt x="72" y="0"/>
                  </a:moveTo>
                  <a:cubicBezTo>
                    <a:pt x="38" y="0"/>
                    <a:pt x="1" y="23"/>
                    <a:pt x="1" y="71"/>
                  </a:cubicBezTo>
                  <a:cubicBezTo>
                    <a:pt x="1" y="105"/>
                    <a:pt x="38" y="131"/>
                    <a:pt x="72" y="131"/>
                  </a:cubicBezTo>
                  <a:cubicBezTo>
                    <a:pt x="109" y="131"/>
                    <a:pt x="132" y="105"/>
                    <a:pt x="132" y="71"/>
                  </a:cubicBezTo>
                  <a:cubicBezTo>
                    <a:pt x="132" y="23"/>
                    <a:pt x="109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11156730" y="2528048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0"/>
                  </a:moveTo>
                  <a:cubicBezTo>
                    <a:pt x="26" y="0"/>
                    <a:pt x="1" y="37"/>
                    <a:pt x="1" y="72"/>
                  </a:cubicBezTo>
                  <a:cubicBezTo>
                    <a:pt x="1" y="109"/>
                    <a:pt x="26" y="131"/>
                    <a:pt x="61" y="131"/>
                  </a:cubicBezTo>
                  <a:cubicBezTo>
                    <a:pt x="98" y="131"/>
                    <a:pt x="132" y="109"/>
                    <a:pt x="132" y="72"/>
                  </a:cubicBezTo>
                  <a:cubicBezTo>
                    <a:pt x="132" y="37"/>
                    <a:pt x="98" y="0"/>
                    <a:pt x="61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1192241" y="2778405"/>
              <a:ext cx="23674" cy="26041"/>
            </a:xfrm>
            <a:custGeom>
              <a:avLst/>
              <a:gdLst/>
              <a:ahLst/>
              <a:cxnLst/>
              <a:rect l="l" t="t" r="r" b="b"/>
              <a:pathLst>
                <a:path w="120" h="132" extrusionOk="0">
                  <a:moveTo>
                    <a:pt x="60" y="0"/>
                  </a:moveTo>
                  <a:cubicBezTo>
                    <a:pt x="23" y="0"/>
                    <a:pt x="0" y="23"/>
                    <a:pt x="0" y="60"/>
                  </a:cubicBezTo>
                  <a:cubicBezTo>
                    <a:pt x="0" y="94"/>
                    <a:pt x="23" y="131"/>
                    <a:pt x="60" y="131"/>
                  </a:cubicBezTo>
                  <a:cubicBezTo>
                    <a:pt x="94" y="131"/>
                    <a:pt x="120" y="94"/>
                    <a:pt x="120" y="60"/>
                  </a:cubicBezTo>
                  <a:cubicBezTo>
                    <a:pt x="120" y="23"/>
                    <a:pt x="94" y="0"/>
                    <a:pt x="60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11159689" y="2916506"/>
              <a:ext cx="20912" cy="20912"/>
            </a:xfrm>
            <a:custGeom>
              <a:avLst/>
              <a:gdLst/>
              <a:ahLst/>
              <a:cxnLst/>
              <a:rect l="l" t="t" r="r" b="b"/>
              <a:pathLst>
                <a:path w="106" h="106" extrusionOk="0">
                  <a:moveTo>
                    <a:pt x="46" y="0"/>
                  </a:moveTo>
                  <a:cubicBezTo>
                    <a:pt x="23" y="0"/>
                    <a:pt x="0" y="23"/>
                    <a:pt x="0" y="48"/>
                  </a:cubicBezTo>
                  <a:cubicBezTo>
                    <a:pt x="0" y="83"/>
                    <a:pt x="23" y="105"/>
                    <a:pt x="46" y="105"/>
                  </a:cubicBezTo>
                  <a:cubicBezTo>
                    <a:pt x="83" y="105"/>
                    <a:pt x="105" y="83"/>
                    <a:pt x="105" y="48"/>
                  </a:cubicBezTo>
                  <a:cubicBezTo>
                    <a:pt x="105" y="23"/>
                    <a:pt x="83" y="0"/>
                    <a:pt x="46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2"/>
          <p:cNvSpPr/>
          <p:nvPr/>
        </p:nvSpPr>
        <p:spPr>
          <a:xfrm rot="1728922">
            <a:off x="8319905" y="1237572"/>
            <a:ext cx="253163" cy="353980"/>
          </a:xfrm>
          <a:custGeom>
            <a:avLst/>
            <a:gdLst/>
            <a:ahLst/>
            <a:cxnLst/>
            <a:rect l="l" t="t" r="r" b="b"/>
            <a:pathLst>
              <a:path w="2333" h="3262" extrusionOk="0">
                <a:moveTo>
                  <a:pt x="711" y="1"/>
                </a:moveTo>
                <a:cubicBezTo>
                  <a:pt x="450" y="1"/>
                  <a:pt x="213" y="61"/>
                  <a:pt x="0" y="166"/>
                </a:cubicBezTo>
                <a:cubicBezTo>
                  <a:pt x="34" y="155"/>
                  <a:pt x="71" y="155"/>
                  <a:pt x="117" y="155"/>
                </a:cubicBezTo>
                <a:cubicBezTo>
                  <a:pt x="925" y="155"/>
                  <a:pt x="1588" y="820"/>
                  <a:pt x="1588" y="1625"/>
                </a:cubicBezTo>
                <a:cubicBezTo>
                  <a:pt x="1588" y="2442"/>
                  <a:pt x="925" y="3096"/>
                  <a:pt x="117" y="3096"/>
                </a:cubicBezTo>
                <a:lnTo>
                  <a:pt x="0" y="3096"/>
                </a:lnTo>
                <a:cubicBezTo>
                  <a:pt x="213" y="3201"/>
                  <a:pt x="450" y="3261"/>
                  <a:pt x="711" y="3261"/>
                </a:cubicBezTo>
                <a:cubicBezTo>
                  <a:pt x="1610" y="3261"/>
                  <a:pt x="2333" y="2527"/>
                  <a:pt x="2333" y="1625"/>
                </a:cubicBezTo>
                <a:cubicBezTo>
                  <a:pt x="2333" y="724"/>
                  <a:pt x="1610" y="1"/>
                  <a:pt x="711" y="1"/>
                </a:cubicBezTo>
                <a:close/>
              </a:path>
            </a:pathLst>
          </a:custGeom>
          <a:solidFill>
            <a:srgbClr val="EAE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47" name="Google Shape;47;p6"/>
          <p:cNvGrpSpPr/>
          <p:nvPr/>
        </p:nvGrpSpPr>
        <p:grpSpPr>
          <a:xfrm rot="1116533" flipH="1">
            <a:off x="8038329" y="225652"/>
            <a:ext cx="851672" cy="870213"/>
            <a:chOff x="8666383" y="2375725"/>
            <a:chExt cx="851689" cy="870231"/>
          </a:xfrm>
        </p:grpSpPr>
        <p:sp>
          <p:nvSpPr>
            <p:cNvPr id="48" name="Google Shape;48;p6"/>
            <p:cNvSpPr/>
            <p:nvPr/>
          </p:nvSpPr>
          <p:spPr>
            <a:xfrm>
              <a:off x="9482364" y="2621544"/>
              <a:ext cx="35708" cy="37286"/>
            </a:xfrm>
            <a:custGeom>
              <a:avLst/>
              <a:gdLst/>
              <a:ahLst/>
              <a:cxnLst/>
              <a:rect l="l" t="t" r="r" b="b"/>
              <a:pathLst>
                <a:path w="181" h="189" extrusionOk="0">
                  <a:moveTo>
                    <a:pt x="98" y="1"/>
                  </a:moveTo>
                  <a:cubicBezTo>
                    <a:pt x="38" y="1"/>
                    <a:pt x="1" y="46"/>
                    <a:pt x="1" y="95"/>
                  </a:cubicBezTo>
                  <a:cubicBezTo>
                    <a:pt x="1" y="143"/>
                    <a:pt x="38" y="189"/>
                    <a:pt x="98" y="189"/>
                  </a:cubicBezTo>
                  <a:cubicBezTo>
                    <a:pt x="143" y="189"/>
                    <a:pt x="180" y="143"/>
                    <a:pt x="180" y="95"/>
                  </a:cubicBezTo>
                  <a:cubicBezTo>
                    <a:pt x="180" y="46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6"/>
            <p:cNvSpPr/>
            <p:nvPr/>
          </p:nvSpPr>
          <p:spPr>
            <a:xfrm>
              <a:off x="9110872" y="2649559"/>
              <a:ext cx="68062" cy="68260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7" y="1"/>
                  </a:moveTo>
                  <a:cubicBezTo>
                    <a:pt x="83" y="1"/>
                    <a:pt x="1" y="72"/>
                    <a:pt x="1" y="166"/>
                  </a:cubicBezTo>
                  <a:cubicBezTo>
                    <a:pt x="1" y="260"/>
                    <a:pt x="83" y="345"/>
                    <a:pt x="177" y="345"/>
                  </a:cubicBezTo>
                  <a:cubicBezTo>
                    <a:pt x="274" y="345"/>
                    <a:pt x="345" y="260"/>
                    <a:pt x="345" y="166"/>
                  </a:cubicBezTo>
                  <a:cubicBezTo>
                    <a:pt x="345" y="72"/>
                    <a:pt x="274" y="1"/>
                    <a:pt x="177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6"/>
            <p:cNvSpPr/>
            <p:nvPr/>
          </p:nvSpPr>
          <p:spPr>
            <a:xfrm>
              <a:off x="9365767" y="2838757"/>
              <a:ext cx="44389" cy="42416"/>
            </a:xfrm>
            <a:custGeom>
              <a:avLst/>
              <a:gdLst/>
              <a:ahLst/>
              <a:cxnLst/>
              <a:rect l="l" t="t" r="r" b="b"/>
              <a:pathLst>
                <a:path w="225" h="215" extrusionOk="0">
                  <a:moveTo>
                    <a:pt x="120" y="1"/>
                  </a:moveTo>
                  <a:cubicBezTo>
                    <a:pt x="49" y="1"/>
                    <a:pt x="0" y="49"/>
                    <a:pt x="0" y="109"/>
                  </a:cubicBezTo>
                  <a:cubicBezTo>
                    <a:pt x="0" y="169"/>
                    <a:pt x="49" y="214"/>
                    <a:pt x="120" y="214"/>
                  </a:cubicBezTo>
                  <a:cubicBezTo>
                    <a:pt x="179" y="214"/>
                    <a:pt x="225" y="169"/>
                    <a:pt x="225" y="109"/>
                  </a:cubicBezTo>
                  <a:cubicBezTo>
                    <a:pt x="225" y="49"/>
                    <a:pt x="179" y="1"/>
                    <a:pt x="12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6"/>
            <p:cNvSpPr/>
            <p:nvPr/>
          </p:nvSpPr>
          <p:spPr>
            <a:xfrm>
              <a:off x="9305002" y="2375725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6"/>
            <p:cNvSpPr/>
            <p:nvPr/>
          </p:nvSpPr>
          <p:spPr>
            <a:xfrm>
              <a:off x="9052474" y="2495281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06"/>
                    <a:pt x="35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6"/>
            <p:cNvSpPr/>
            <p:nvPr/>
          </p:nvSpPr>
          <p:spPr>
            <a:xfrm>
              <a:off x="9305002" y="2555848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6"/>
            <p:cNvSpPr/>
            <p:nvPr/>
          </p:nvSpPr>
          <p:spPr>
            <a:xfrm>
              <a:off x="8825791" y="2621544"/>
              <a:ext cx="60763" cy="60763"/>
            </a:xfrm>
            <a:custGeom>
              <a:avLst/>
              <a:gdLst/>
              <a:ahLst/>
              <a:cxnLst/>
              <a:rect l="l" t="t" r="r" b="b"/>
              <a:pathLst>
                <a:path w="308" h="308" extrusionOk="0">
                  <a:moveTo>
                    <a:pt x="154" y="1"/>
                  </a:moveTo>
                  <a:cubicBezTo>
                    <a:pt x="72" y="1"/>
                    <a:pt x="0" y="72"/>
                    <a:pt x="0" y="154"/>
                  </a:cubicBezTo>
                  <a:cubicBezTo>
                    <a:pt x="0" y="237"/>
                    <a:pt x="72" y="308"/>
                    <a:pt x="154" y="308"/>
                  </a:cubicBezTo>
                  <a:cubicBezTo>
                    <a:pt x="237" y="308"/>
                    <a:pt x="308" y="237"/>
                    <a:pt x="308" y="154"/>
                  </a:cubicBezTo>
                  <a:cubicBezTo>
                    <a:pt x="308" y="72"/>
                    <a:pt x="237" y="1"/>
                    <a:pt x="15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6"/>
            <p:cNvSpPr/>
            <p:nvPr/>
          </p:nvSpPr>
          <p:spPr>
            <a:xfrm>
              <a:off x="8687690" y="2951013"/>
              <a:ext cx="34919" cy="35511"/>
            </a:xfrm>
            <a:custGeom>
              <a:avLst/>
              <a:gdLst/>
              <a:ahLst/>
              <a:cxnLst/>
              <a:rect l="l" t="t" r="r" b="b"/>
              <a:pathLst>
                <a:path w="177" h="180" extrusionOk="0">
                  <a:moveTo>
                    <a:pt x="94" y="1"/>
                  </a:moveTo>
                  <a:cubicBezTo>
                    <a:pt x="35" y="1"/>
                    <a:pt x="1" y="49"/>
                    <a:pt x="1" y="97"/>
                  </a:cubicBezTo>
                  <a:cubicBezTo>
                    <a:pt x="1" y="143"/>
                    <a:pt x="35" y="180"/>
                    <a:pt x="94" y="180"/>
                  </a:cubicBezTo>
                  <a:cubicBezTo>
                    <a:pt x="143" y="180"/>
                    <a:pt x="177" y="143"/>
                    <a:pt x="177" y="97"/>
                  </a:cubicBezTo>
                  <a:cubicBezTo>
                    <a:pt x="177" y="49"/>
                    <a:pt x="143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6"/>
            <p:cNvSpPr/>
            <p:nvPr/>
          </p:nvSpPr>
          <p:spPr>
            <a:xfrm>
              <a:off x="8942585" y="2860064"/>
              <a:ext cx="34919" cy="35116"/>
            </a:xfrm>
            <a:custGeom>
              <a:avLst/>
              <a:gdLst/>
              <a:ahLst/>
              <a:cxnLst/>
              <a:rect l="l" t="t" r="r" b="b"/>
              <a:pathLst>
                <a:path w="177" h="178" extrusionOk="0">
                  <a:moveTo>
                    <a:pt x="83" y="1"/>
                  </a:moveTo>
                  <a:cubicBezTo>
                    <a:pt x="34" y="1"/>
                    <a:pt x="0" y="35"/>
                    <a:pt x="0" y="83"/>
                  </a:cubicBezTo>
                  <a:cubicBezTo>
                    <a:pt x="0" y="143"/>
                    <a:pt x="34" y="177"/>
                    <a:pt x="83" y="177"/>
                  </a:cubicBezTo>
                  <a:cubicBezTo>
                    <a:pt x="131" y="177"/>
                    <a:pt x="177" y="143"/>
                    <a:pt x="177" y="83"/>
                  </a:cubicBezTo>
                  <a:cubicBezTo>
                    <a:pt x="177" y="35"/>
                    <a:pt x="131" y="1"/>
                    <a:pt x="8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6"/>
            <p:cNvSpPr/>
            <p:nvPr/>
          </p:nvSpPr>
          <p:spPr>
            <a:xfrm>
              <a:off x="8666383" y="3189533"/>
              <a:ext cx="56226" cy="56423"/>
            </a:xfrm>
            <a:custGeom>
              <a:avLst/>
              <a:gdLst/>
              <a:ahLst/>
              <a:cxnLst/>
              <a:rect l="l" t="t" r="r" b="b"/>
              <a:pathLst>
                <a:path w="285" h="28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26"/>
                    <a:pt x="72" y="285"/>
                    <a:pt x="143" y="285"/>
                  </a:cubicBezTo>
                  <a:cubicBezTo>
                    <a:pt x="225" y="285"/>
                    <a:pt x="285" y="226"/>
                    <a:pt x="285" y="143"/>
                  </a:cubicBezTo>
                  <a:cubicBezTo>
                    <a:pt x="285" y="72"/>
                    <a:pt x="225" y="1"/>
                    <a:pt x="14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/>
          <p:nvPr/>
        </p:nvSpPr>
        <p:spPr>
          <a:xfrm flipH="1">
            <a:off x="4316808" y="18151"/>
            <a:ext cx="4834880" cy="5143529"/>
          </a:xfrm>
          <a:custGeom>
            <a:avLst/>
            <a:gdLst/>
            <a:ahLst/>
            <a:cxnLst/>
            <a:rect l="l" t="t" r="r" b="b"/>
            <a:pathLst>
              <a:path w="22288" h="23710" extrusionOk="0">
                <a:moveTo>
                  <a:pt x="1" y="0"/>
                </a:moveTo>
                <a:lnTo>
                  <a:pt x="1" y="23710"/>
                </a:lnTo>
                <a:lnTo>
                  <a:pt x="22014" y="23710"/>
                </a:lnTo>
                <a:cubicBezTo>
                  <a:pt x="22288" y="22262"/>
                  <a:pt x="21895" y="20708"/>
                  <a:pt x="20817" y="19585"/>
                </a:cubicBezTo>
                <a:cubicBezTo>
                  <a:pt x="19488" y="18256"/>
                  <a:pt x="17594" y="17972"/>
                  <a:pt x="15980" y="17166"/>
                </a:cubicBezTo>
                <a:cubicBezTo>
                  <a:pt x="14510" y="16407"/>
                  <a:pt x="13184" y="15363"/>
                  <a:pt x="12851" y="13656"/>
                </a:cubicBezTo>
                <a:cubicBezTo>
                  <a:pt x="12615" y="12472"/>
                  <a:pt x="12803" y="11428"/>
                  <a:pt x="13136" y="10290"/>
                </a:cubicBezTo>
                <a:cubicBezTo>
                  <a:pt x="13136" y="10242"/>
                  <a:pt x="13278" y="10054"/>
                  <a:pt x="13278" y="10006"/>
                </a:cubicBezTo>
                <a:cubicBezTo>
                  <a:pt x="13420" y="9628"/>
                  <a:pt x="13562" y="9295"/>
                  <a:pt x="13798" y="8962"/>
                </a:cubicBezTo>
                <a:lnTo>
                  <a:pt x="13847" y="8868"/>
                </a:lnTo>
                <a:cubicBezTo>
                  <a:pt x="14985" y="7255"/>
                  <a:pt x="14464" y="4410"/>
                  <a:pt x="14012" y="3320"/>
                </a:cubicBezTo>
                <a:cubicBezTo>
                  <a:pt x="13397" y="1838"/>
                  <a:pt x="11571" y="382"/>
                  <a:pt x="9602" y="0"/>
                </a:cubicBezTo>
                <a:close/>
              </a:path>
            </a:pathLst>
          </a:custGeom>
          <a:solidFill>
            <a:srgbClr val="EAE3FF">
              <a:alpha val="125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0" name="Google Shape;60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7"/>
          <p:cNvSpPr txBox="1">
            <a:spLocks noGrp="1"/>
          </p:cNvSpPr>
          <p:nvPr>
            <p:ph type="title"/>
          </p:nvPr>
        </p:nvSpPr>
        <p:spPr>
          <a:xfrm>
            <a:off x="720010" y="529475"/>
            <a:ext cx="7704000" cy="51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2" name="Google Shape;62;p7"/>
          <p:cNvSpPr txBox="1">
            <a:spLocks noGrp="1"/>
          </p:cNvSpPr>
          <p:nvPr>
            <p:ph type="subTitle" idx="1"/>
          </p:nvPr>
        </p:nvSpPr>
        <p:spPr>
          <a:xfrm>
            <a:off x="720000" y="1625900"/>
            <a:ext cx="4709100" cy="20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245595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  <a:defRPr/>
            </a:lvl1pPr>
            <a:lvl2pPr lvl="1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2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9"/>
          <p:cNvSpPr txBox="1">
            <a:spLocks noGrp="1"/>
          </p:cNvSpPr>
          <p:nvPr>
            <p:ph type="title"/>
          </p:nvPr>
        </p:nvSpPr>
        <p:spPr>
          <a:xfrm>
            <a:off x="4196710" y="1664150"/>
            <a:ext cx="4227300" cy="91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5" name="Google Shape;95;p9"/>
          <p:cNvSpPr txBox="1">
            <a:spLocks noGrp="1"/>
          </p:cNvSpPr>
          <p:nvPr>
            <p:ph type="subTitle" idx="1"/>
          </p:nvPr>
        </p:nvSpPr>
        <p:spPr>
          <a:xfrm>
            <a:off x="4085800" y="2429250"/>
            <a:ext cx="4338300" cy="16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●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○"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■"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●"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○"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■"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●"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○"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■"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12"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3"/>
          <p:cNvSpPr/>
          <p:nvPr/>
        </p:nvSpPr>
        <p:spPr>
          <a:xfrm flipH="1">
            <a:off x="4309129" y="2"/>
            <a:ext cx="4834880" cy="5143529"/>
          </a:xfrm>
          <a:custGeom>
            <a:avLst/>
            <a:gdLst/>
            <a:ahLst/>
            <a:cxnLst/>
            <a:rect l="l" t="t" r="r" b="b"/>
            <a:pathLst>
              <a:path w="22288" h="23710" extrusionOk="0">
                <a:moveTo>
                  <a:pt x="1" y="0"/>
                </a:moveTo>
                <a:lnTo>
                  <a:pt x="1" y="23710"/>
                </a:lnTo>
                <a:lnTo>
                  <a:pt x="22014" y="23710"/>
                </a:lnTo>
                <a:cubicBezTo>
                  <a:pt x="22288" y="22262"/>
                  <a:pt x="21895" y="20708"/>
                  <a:pt x="20817" y="19585"/>
                </a:cubicBezTo>
                <a:cubicBezTo>
                  <a:pt x="19488" y="18256"/>
                  <a:pt x="17594" y="17972"/>
                  <a:pt x="15980" y="17166"/>
                </a:cubicBezTo>
                <a:cubicBezTo>
                  <a:pt x="14510" y="16407"/>
                  <a:pt x="13184" y="15363"/>
                  <a:pt x="12851" y="13656"/>
                </a:cubicBezTo>
                <a:cubicBezTo>
                  <a:pt x="12615" y="12472"/>
                  <a:pt x="12803" y="11428"/>
                  <a:pt x="13136" y="10290"/>
                </a:cubicBezTo>
                <a:cubicBezTo>
                  <a:pt x="13136" y="10242"/>
                  <a:pt x="13278" y="10054"/>
                  <a:pt x="13278" y="10006"/>
                </a:cubicBezTo>
                <a:cubicBezTo>
                  <a:pt x="13420" y="9628"/>
                  <a:pt x="13562" y="9295"/>
                  <a:pt x="13798" y="8962"/>
                </a:cubicBezTo>
                <a:lnTo>
                  <a:pt x="13847" y="8868"/>
                </a:lnTo>
                <a:cubicBezTo>
                  <a:pt x="14985" y="7255"/>
                  <a:pt x="14464" y="4410"/>
                  <a:pt x="14012" y="3320"/>
                </a:cubicBezTo>
                <a:cubicBezTo>
                  <a:pt x="13397" y="1838"/>
                  <a:pt x="11571" y="382"/>
                  <a:pt x="9602" y="0"/>
                </a:cubicBezTo>
                <a:close/>
              </a:path>
            </a:pathLst>
          </a:custGeom>
          <a:solidFill>
            <a:srgbClr val="EAE3FF">
              <a:alpha val="125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4" name="Google Shape;444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23"/>
          <p:cNvSpPr txBox="1">
            <a:spLocks noGrp="1"/>
          </p:cNvSpPr>
          <p:nvPr>
            <p:ph type="title"/>
          </p:nvPr>
        </p:nvSpPr>
        <p:spPr>
          <a:xfrm>
            <a:off x="713100" y="1656650"/>
            <a:ext cx="4641000" cy="12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6" name="Google Shape;446;p23"/>
          <p:cNvSpPr txBox="1">
            <a:spLocks noGrp="1"/>
          </p:cNvSpPr>
          <p:nvPr>
            <p:ph type="subTitle" idx="1"/>
          </p:nvPr>
        </p:nvSpPr>
        <p:spPr>
          <a:xfrm>
            <a:off x="713100" y="2830325"/>
            <a:ext cx="4641000" cy="75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7" name="Google Shape;447;p23"/>
          <p:cNvSpPr>
            <a:spLocks noGrp="1"/>
          </p:cNvSpPr>
          <p:nvPr>
            <p:ph type="pic" idx="2"/>
          </p:nvPr>
        </p:nvSpPr>
        <p:spPr>
          <a:xfrm>
            <a:off x="5599500" y="948875"/>
            <a:ext cx="2820300" cy="3245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grpSp>
        <p:nvGrpSpPr>
          <p:cNvPr id="448" name="Google Shape;448;p23"/>
          <p:cNvGrpSpPr/>
          <p:nvPr/>
        </p:nvGrpSpPr>
        <p:grpSpPr>
          <a:xfrm rot="5400000">
            <a:off x="3269712" y="4086936"/>
            <a:ext cx="373340" cy="1406218"/>
            <a:chOff x="10945362" y="2723798"/>
            <a:chExt cx="373340" cy="1406218"/>
          </a:xfrm>
        </p:grpSpPr>
        <p:sp>
          <p:nvSpPr>
            <p:cNvPr id="449" name="Google Shape;449;p23"/>
            <p:cNvSpPr/>
            <p:nvPr/>
          </p:nvSpPr>
          <p:spPr>
            <a:xfrm>
              <a:off x="11084325" y="3702102"/>
              <a:ext cx="37878" cy="37878"/>
            </a:xfrm>
            <a:custGeom>
              <a:avLst/>
              <a:gdLst/>
              <a:ahLst/>
              <a:cxnLst/>
              <a:rect l="l" t="t" r="r" b="b"/>
              <a:pathLst>
                <a:path w="192" h="192" extrusionOk="0">
                  <a:moveTo>
                    <a:pt x="98" y="1"/>
                  </a:moveTo>
                  <a:cubicBezTo>
                    <a:pt x="38" y="1"/>
                    <a:pt x="1" y="35"/>
                    <a:pt x="1" y="95"/>
                  </a:cubicBezTo>
                  <a:cubicBezTo>
                    <a:pt x="1" y="143"/>
                    <a:pt x="38" y="192"/>
                    <a:pt x="98" y="192"/>
                  </a:cubicBezTo>
                  <a:cubicBezTo>
                    <a:pt x="143" y="192"/>
                    <a:pt x="191" y="143"/>
                    <a:pt x="191" y="95"/>
                  </a:cubicBezTo>
                  <a:cubicBezTo>
                    <a:pt x="191" y="35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3"/>
            <p:cNvSpPr/>
            <p:nvPr/>
          </p:nvSpPr>
          <p:spPr>
            <a:xfrm>
              <a:off x="10945362" y="3007911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17"/>
                    <a:pt x="35" y="143"/>
                    <a:pt x="72" y="143"/>
                  </a:cubicBezTo>
                  <a:cubicBezTo>
                    <a:pt x="106" y="143"/>
                    <a:pt x="143" y="117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3"/>
            <p:cNvSpPr/>
            <p:nvPr/>
          </p:nvSpPr>
          <p:spPr>
            <a:xfrm>
              <a:off x="11089455" y="3126813"/>
              <a:ext cx="28211" cy="28409"/>
            </a:xfrm>
            <a:custGeom>
              <a:avLst/>
              <a:gdLst/>
              <a:ahLst/>
              <a:cxnLst/>
              <a:rect l="l" t="t" r="r" b="b"/>
              <a:pathLst>
                <a:path w="143" h="144" extrusionOk="0">
                  <a:moveTo>
                    <a:pt x="72" y="1"/>
                  </a:moveTo>
                  <a:cubicBezTo>
                    <a:pt x="23" y="1"/>
                    <a:pt x="0" y="24"/>
                    <a:pt x="0" y="72"/>
                  </a:cubicBezTo>
                  <a:cubicBezTo>
                    <a:pt x="0" y="106"/>
                    <a:pt x="23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24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3"/>
            <p:cNvSpPr/>
            <p:nvPr/>
          </p:nvSpPr>
          <p:spPr>
            <a:xfrm>
              <a:off x="10952517" y="2809586"/>
              <a:ext cx="37878" cy="37878"/>
            </a:xfrm>
            <a:custGeom>
              <a:avLst/>
              <a:gdLst/>
              <a:ahLst/>
              <a:cxnLst/>
              <a:rect l="l" t="t" r="r" b="b"/>
              <a:pathLst>
                <a:path w="192" h="192" extrusionOk="0">
                  <a:moveTo>
                    <a:pt x="94" y="1"/>
                  </a:moveTo>
                  <a:cubicBezTo>
                    <a:pt x="49" y="1"/>
                    <a:pt x="1" y="35"/>
                    <a:pt x="1" y="95"/>
                  </a:cubicBezTo>
                  <a:cubicBezTo>
                    <a:pt x="1" y="143"/>
                    <a:pt x="49" y="191"/>
                    <a:pt x="94" y="191"/>
                  </a:cubicBezTo>
                  <a:cubicBezTo>
                    <a:pt x="154" y="191"/>
                    <a:pt x="191" y="143"/>
                    <a:pt x="191" y="95"/>
                  </a:cubicBezTo>
                  <a:cubicBezTo>
                    <a:pt x="191" y="35"/>
                    <a:pt x="154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3"/>
            <p:cNvSpPr/>
            <p:nvPr/>
          </p:nvSpPr>
          <p:spPr>
            <a:xfrm>
              <a:off x="11274116" y="3762866"/>
              <a:ext cx="40048" cy="40048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4" y="0"/>
                  </a:moveTo>
                  <a:cubicBezTo>
                    <a:pt x="46" y="0"/>
                    <a:pt x="0" y="37"/>
                    <a:pt x="0" y="97"/>
                  </a:cubicBezTo>
                  <a:cubicBezTo>
                    <a:pt x="0" y="154"/>
                    <a:pt x="46" y="202"/>
                    <a:pt x="94" y="202"/>
                  </a:cubicBezTo>
                  <a:cubicBezTo>
                    <a:pt x="154" y="202"/>
                    <a:pt x="202" y="154"/>
                    <a:pt x="202" y="97"/>
                  </a:cubicBezTo>
                  <a:cubicBezTo>
                    <a:pt x="202" y="37"/>
                    <a:pt x="154" y="0"/>
                    <a:pt x="94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3"/>
            <p:cNvSpPr/>
            <p:nvPr/>
          </p:nvSpPr>
          <p:spPr>
            <a:xfrm>
              <a:off x="11016458" y="4090559"/>
              <a:ext cx="40048" cy="39457"/>
            </a:xfrm>
            <a:custGeom>
              <a:avLst/>
              <a:gdLst/>
              <a:ahLst/>
              <a:cxnLst/>
              <a:rect l="l" t="t" r="r" b="b"/>
              <a:pathLst>
                <a:path w="203" h="200" extrusionOk="0">
                  <a:moveTo>
                    <a:pt x="109" y="1"/>
                  </a:moveTo>
                  <a:cubicBezTo>
                    <a:pt x="49" y="1"/>
                    <a:pt x="1" y="46"/>
                    <a:pt x="1" y="95"/>
                  </a:cubicBezTo>
                  <a:cubicBezTo>
                    <a:pt x="1" y="154"/>
                    <a:pt x="49" y="200"/>
                    <a:pt x="109" y="200"/>
                  </a:cubicBezTo>
                  <a:cubicBezTo>
                    <a:pt x="169" y="200"/>
                    <a:pt x="203" y="154"/>
                    <a:pt x="203" y="95"/>
                  </a:cubicBezTo>
                  <a:cubicBezTo>
                    <a:pt x="203" y="46"/>
                    <a:pt x="169" y="1"/>
                    <a:pt x="109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3"/>
            <p:cNvSpPr/>
            <p:nvPr/>
          </p:nvSpPr>
          <p:spPr>
            <a:xfrm>
              <a:off x="10990402" y="3324798"/>
              <a:ext cx="26041" cy="23279"/>
            </a:xfrm>
            <a:custGeom>
              <a:avLst/>
              <a:gdLst/>
              <a:ahLst/>
              <a:cxnLst/>
              <a:rect l="l" t="t" r="r" b="b"/>
              <a:pathLst>
                <a:path w="132" h="118" extrusionOk="0">
                  <a:moveTo>
                    <a:pt x="72" y="1"/>
                  </a:moveTo>
                  <a:cubicBezTo>
                    <a:pt x="38" y="1"/>
                    <a:pt x="1" y="24"/>
                    <a:pt x="1" y="58"/>
                  </a:cubicBezTo>
                  <a:cubicBezTo>
                    <a:pt x="1" y="95"/>
                    <a:pt x="38" y="118"/>
                    <a:pt x="72" y="118"/>
                  </a:cubicBezTo>
                  <a:cubicBezTo>
                    <a:pt x="109" y="118"/>
                    <a:pt x="132" y="95"/>
                    <a:pt x="132" y="58"/>
                  </a:cubicBezTo>
                  <a:cubicBezTo>
                    <a:pt x="132" y="24"/>
                    <a:pt x="109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3"/>
            <p:cNvSpPr/>
            <p:nvPr/>
          </p:nvSpPr>
          <p:spPr>
            <a:xfrm>
              <a:off x="11292661" y="3557293"/>
              <a:ext cx="26041" cy="25647"/>
            </a:xfrm>
            <a:custGeom>
              <a:avLst/>
              <a:gdLst/>
              <a:ahLst/>
              <a:cxnLst/>
              <a:rect l="l" t="t" r="r" b="b"/>
              <a:pathLst>
                <a:path w="132" h="130" extrusionOk="0">
                  <a:moveTo>
                    <a:pt x="60" y="1"/>
                  </a:moveTo>
                  <a:cubicBezTo>
                    <a:pt x="23" y="1"/>
                    <a:pt x="0" y="35"/>
                    <a:pt x="0" y="72"/>
                  </a:cubicBezTo>
                  <a:cubicBezTo>
                    <a:pt x="0" y="95"/>
                    <a:pt x="23" y="129"/>
                    <a:pt x="60" y="129"/>
                  </a:cubicBezTo>
                  <a:cubicBezTo>
                    <a:pt x="94" y="129"/>
                    <a:pt x="131" y="95"/>
                    <a:pt x="131" y="72"/>
                  </a:cubicBezTo>
                  <a:cubicBezTo>
                    <a:pt x="131" y="35"/>
                    <a:pt x="94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3"/>
            <p:cNvSpPr/>
            <p:nvPr/>
          </p:nvSpPr>
          <p:spPr>
            <a:xfrm>
              <a:off x="11168567" y="3905307"/>
              <a:ext cx="23871" cy="26041"/>
            </a:xfrm>
            <a:custGeom>
              <a:avLst/>
              <a:gdLst/>
              <a:ahLst/>
              <a:cxnLst/>
              <a:rect l="l" t="t" r="r" b="b"/>
              <a:pathLst>
                <a:path w="121" h="132" extrusionOk="0">
                  <a:moveTo>
                    <a:pt x="60" y="1"/>
                  </a:moveTo>
                  <a:cubicBezTo>
                    <a:pt x="26" y="1"/>
                    <a:pt x="1" y="38"/>
                    <a:pt x="1" y="72"/>
                  </a:cubicBezTo>
                  <a:cubicBezTo>
                    <a:pt x="1" y="98"/>
                    <a:pt x="26" y="132"/>
                    <a:pt x="60" y="132"/>
                  </a:cubicBezTo>
                  <a:cubicBezTo>
                    <a:pt x="97" y="132"/>
                    <a:pt x="120" y="98"/>
                    <a:pt x="120" y="72"/>
                  </a:cubicBezTo>
                  <a:cubicBezTo>
                    <a:pt x="120" y="38"/>
                    <a:pt x="97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3"/>
            <p:cNvSpPr/>
            <p:nvPr/>
          </p:nvSpPr>
          <p:spPr>
            <a:xfrm>
              <a:off x="11124177" y="3491794"/>
              <a:ext cx="26041" cy="25844"/>
            </a:xfrm>
            <a:custGeom>
              <a:avLst/>
              <a:gdLst/>
              <a:ahLst/>
              <a:cxnLst/>
              <a:rect l="l" t="t" r="r" b="b"/>
              <a:pathLst>
                <a:path w="132" h="131" extrusionOk="0">
                  <a:moveTo>
                    <a:pt x="72" y="0"/>
                  </a:moveTo>
                  <a:cubicBezTo>
                    <a:pt x="38" y="0"/>
                    <a:pt x="1" y="23"/>
                    <a:pt x="1" y="71"/>
                  </a:cubicBezTo>
                  <a:cubicBezTo>
                    <a:pt x="1" y="105"/>
                    <a:pt x="38" y="131"/>
                    <a:pt x="72" y="131"/>
                  </a:cubicBezTo>
                  <a:cubicBezTo>
                    <a:pt x="109" y="131"/>
                    <a:pt x="132" y="105"/>
                    <a:pt x="132" y="71"/>
                  </a:cubicBezTo>
                  <a:cubicBezTo>
                    <a:pt x="132" y="23"/>
                    <a:pt x="109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3"/>
            <p:cNvSpPr/>
            <p:nvPr/>
          </p:nvSpPr>
          <p:spPr>
            <a:xfrm>
              <a:off x="11090542" y="2723798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0"/>
                  </a:moveTo>
                  <a:cubicBezTo>
                    <a:pt x="26" y="0"/>
                    <a:pt x="1" y="37"/>
                    <a:pt x="1" y="72"/>
                  </a:cubicBezTo>
                  <a:cubicBezTo>
                    <a:pt x="1" y="109"/>
                    <a:pt x="26" y="131"/>
                    <a:pt x="61" y="131"/>
                  </a:cubicBezTo>
                  <a:cubicBezTo>
                    <a:pt x="98" y="131"/>
                    <a:pt x="132" y="109"/>
                    <a:pt x="132" y="72"/>
                  </a:cubicBezTo>
                  <a:cubicBezTo>
                    <a:pt x="132" y="37"/>
                    <a:pt x="98" y="0"/>
                    <a:pt x="61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3"/>
            <p:cNvSpPr/>
            <p:nvPr/>
          </p:nvSpPr>
          <p:spPr>
            <a:xfrm>
              <a:off x="11182766" y="2945755"/>
              <a:ext cx="23674" cy="26041"/>
            </a:xfrm>
            <a:custGeom>
              <a:avLst/>
              <a:gdLst/>
              <a:ahLst/>
              <a:cxnLst/>
              <a:rect l="l" t="t" r="r" b="b"/>
              <a:pathLst>
                <a:path w="120" h="132" extrusionOk="0">
                  <a:moveTo>
                    <a:pt x="60" y="0"/>
                  </a:moveTo>
                  <a:cubicBezTo>
                    <a:pt x="23" y="0"/>
                    <a:pt x="0" y="23"/>
                    <a:pt x="0" y="60"/>
                  </a:cubicBezTo>
                  <a:cubicBezTo>
                    <a:pt x="0" y="94"/>
                    <a:pt x="23" y="131"/>
                    <a:pt x="60" y="131"/>
                  </a:cubicBezTo>
                  <a:cubicBezTo>
                    <a:pt x="94" y="131"/>
                    <a:pt x="120" y="94"/>
                    <a:pt x="120" y="60"/>
                  </a:cubicBezTo>
                  <a:cubicBezTo>
                    <a:pt x="120" y="23"/>
                    <a:pt x="94" y="0"/>
                    <a:pt x="60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3"/>
            <p:cNvSpPr/>
            <p:nvPr/>
          </p:nvSpPr>
          <p:spPr>
            <a:xfrm>
              <a:off x="11233464" y="3196556"/>
              <a:ext cx="20912" cy="20912"/>
            </a:xfrm>
            <a:custGeom>
              <a:avLst/>
              <a:gdLst/>
              <a:ahLst/>
              <a:cxnLst/>
              <a:rect l="l" t="t" r="r" b="b"/>
              <a:pathLst>
                <a:path w="106" h="106" extrusionOk="0">
                  <a:moveTo>
                    <a:pt x="46" y="0"/>
                  </a:moveTo>
                  <a:cubicBezTo>
                    <a:pt x="23" y="0"/>
                    <a:pt x="0" y="23"/>
                    <a:pt x="0" y="48"/>
                  </a:cubicBezTo>
                  <a:cubicBezTo>
                    <a:pt x="0" y="83"/>
                    <a:pt x="23" y="105"/>
                    <a:pt x="46" y="105"/>
                  </a:cubicBezTo>
                  <a:cubicBezTo>
                    <a:pt x="83" y="105"/>
                    <a:pt x="105" y="83"/>
                    <a:pt x="105" y="48"/>
                  </a:cubicBezTo>
                  <a:cubicBezTo>
                    <a:pt x="105" y="23"/>
                    <a:pt x="83" y="0"/>
                    <a:pt x="46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2" name="Google Shape;462;p23"/>
          <p:cNvGrpSpPr/>
          <p:nvPr/>
        </p:nvGrpSpPr>
        <p:grpSpPr>
          <a:xfrm>
            <a:off x="329376" y="4289795"/>
            <a:ext cx="767447" cy="627174"/>
            <a:chOff x="3004689" y="3409507"/>
            <a:chExt cx="767447" cy="627174"/>
          </a:xfrm>
        </p:grpSpPr>
        <p:sp>
          <p:nvSpPr>
            <p:cNvPr id="463" name="Google Shape;463;p23"/>
            <p:cNvSpPr/>
            <p:nvPr/>
          </p:nvSpPr>
          <p:spPr>
            <a:xfrm>
              <a:off x="3659683" y="3654932"/>
              <a:ext cx="37681" cy="37681"/>
            </a:xfrm>
            <a:custGeom>
              <a:avLst/>
              <a:gdLst/>
              <a:ahLst/>
              <a:cxnLst/>
              <a:rect l="l" t="t" r="r" b="b"/>
              <a:pathLst>
                <a:path w="191" h="191" extrusionOk="0">
                  <a:moveTo>
                    <a:pt x="94" y="0"/>
                  </a:moveTo>
                  <a:cubicBezTo>
                    <a:pt x="49" y="0"/>
                    <a:pt x="0" y="49"/>
                    <a:pt x="0" y="97"/>
                  </a:cubicBezTo>
                  <a:cubicBezTo>
                    <a:pt x="0" y="142"/>
                    <a:pt x="49" y="191"/>
                    <a:pt x="94" y="191"/>
                  </a:cubicBezTo>
                  <a:cubicBezTo>
                    <a:pt x="154" y="191"/>
                    <a:pt x="191" y="142"/>
                    <a:pt x="191" y="97"/>
                  </a:cubicBezTo>
                  <a:cubicBezTo>
                    <a:pt x="191" y="49"/>
                    <a:pt x="154" y="0"/>
                    <a:pt x="94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3"/>
            <p:cNvSpPr/>
            <p:nvPr/>
          </p:nvSpPr>
          <p:spPr>
            <a:xfrm>
              <a:off x="3290361" y="3682947"/>
              <a:ext cx="67471" cy="68062"/>
            </a:xfrm>
            <a:custGeom>
              <a:avLst/>
              <a:gdLst/>
              <a:ahLst/>
              <a:cxnLst/>
              <a:rect l="l" t="t" r="r" b="b"/>
              <a:pathLst>
                <a:path w="342" h="345" extrusionOk="0">
                  <a:moveTo>
                    <a:pt x="165" y="0"/>
                  </a:moveTo>
                  <a:cubicBezTo>
                    <a:pt x="71" y="0"/>
                    <a:pt x="0" y="72"/>
                    <a:pt x="0" y="168"/>
                  </a:cubicBezTo>
                  <a:cubicBezTo>
                    <a:pt x="0" y="262"/>
                    <a:pt x="71" y="345"/>
                    <a:pt x="165" y="345"/>
                  </a:cubicBezTo>
                  <a:cubicBezTo>
                    <a:pt x="259" y="345"/>
                    <a:pt x="342" y="262"/>
                    <a:pt x="342" y="168"/>
                  </a:cubicBezTo>
                  <a:cubicBezTo>
                    <a:pt x="342" y="72"/>
                    <a:pt x="259" y="0"/>
                    <a:pt x="165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3"/>
            <p:cNvSpPr/>
            <p:nvPr/>
          </p:nvSpPr>
          <p:spPr>
            <a:xfrm>
              <a:off x="3743727" y="4008470"/>
              <a:ext cx="28409" cy="28211"/>
            </a:xfrm>
            <a:custGeom>
              <a:avLst/>
              <a:gdLst/>
              <a:ahLst/>
              <a:cxnLst/>
              <a:rect l="l" t="t" r="r" b="b"/>
              <a:pathLst>
                <a:path w="144" h="143" extrusionOk="0">
                  <a:moveTo>
                    <a:pt x="72" y="0"/>
                  </a:moveTo>
                  <a:cubicBezTo>
                    <a:pt x="35" y="0"/>
                    <a:pt x="1" y="23"/>
                    <a:pt x="1" y="72"/>
                  </a:cubicBezTo>
                  <a:cubicBezTo>
                    <a:pt x="1" y="106"/>
                    <a:pt x="35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23"/>
                    <a:pt x="106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3"/>
            <p:cNvSpPr/>
            <p:nvPr/>
          </p:nvSpPr>
          <p:spPr>
            <a:xfrm>
              <a:off x="3545059" y="3872737"/>
              <a:ext cx="42416" cy="42218"/>
            </a:xfrm>
            <a:custGeom>
              <a:avLst/>
              <a:gdLst/>
              <a:ahLst/>
              <a:cxnLst/>
              <a:rect l="l" t="t" r="r" b="b"/>
              <a:pathLst>
                <a:path w="215" h="214" extrusionOk="0">
                  <a:moveTo>
                    <a:pt x="106" y="0"/>
                  </a:moveTo>
                  <a:cubicBezTo>
                    <a:pt x="46" y="0"/>
                    <a:pt x="1" y="48"/>
                    <a:pt x="1" y="105"/>
                  </a:cubicBezTo>
                  <a:cubicBezTo>
                    <a:pt x="1" y="165"/>
                    <a:pt x="46" y="213"/>
                    <a:pt x="106" y="213"/>
                  </a:cubicBezTo>
                  <a:cubicBezTo>
                    <a:pt x="166" y="213"/>
                    <a:pt x="214" y="165"/>
                    <a:pt x="214" y="105"/>
                  </a:cubicBezTo>
                  <a:cubicBezTo>
                    <a:pt x="214" y="48"/>
                    <a:pt x="166" y="0"/>
                    <a:pt x="106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3"/>
            <p:cNvSpPr/>
            <p:nvPr/>
          </p:nvSpPr>
          <p:spPr>
            <a:xfrm>
              <a:off x="3481730" y="3409507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71" y="1"/>
                  </a:moveTo>
                  <a:cubicBezTo>
                    <a:pt x="37" y="1"/>
                    <a:pt x="0" y="35"/>
                    <a:pt x="0" y="72"/>
                  </a:cubicBezTo>
                  <a:cubicBezTo>
                    <a:pt x="0" y="106"/>
                    <a:pt x="37" y="132"/>
                    <a:pt x="71" y="132"/>
                  </a:cubicBezTo>
                  <a:cubicBezTo>
                    <a:pt x="108" y="132"/>
                    <a:pt x="131" y="106"/>
                    <a:pt x="131" y="72"/>
                  </a:cubicBezTo>
                  <a:cubicBezTo>
                    <a:pt x="131" y="35"/>
                    <a:pt x="108" y="1"/>
                    <a:pt x="7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3"/>
            <p:cNvSpPr/>
            <p:nvPr/>
          </p:nvSpPr>
          <p:spPr>
            <a:xfrm>
              <a:off x="3215194" y="3442060"/>
              <a:ext cx="30382" cy="30579"/>
            </a:xfrm>
            <a:custGeom>
              <a:avLst/>
              <a:gdLst/>
              <a:ahLst/>
              <a:cxnLst/>
              <a:rect l="l" t="t" r="r" b="b"/>
              <a:pathLst>
                <a:path w="154" h="155" extrusionOk="0">
                  <a:moveTo>
                    <a:pt x="71" y="1"/>
                  </a:moveTo>
                  <a:cubicBezTo>
                    <a:pt x="37" y="1"/>
                    <a:pt x="0" y="38"/>
                    <a:pt x="0" y="72"/>
                  </a:cubicBezTo>
                  <a:cubicBezTo>
                    <a:pt x="0" y="120"/>
                    <a:pt x="37" y="155"/>
                    <a:pt x="71" y="155"/>
                  </a:cubicBezTo>
                  <a:cubicBezTo>
                    <a:pt x="120" y="155"/>
                    <a:pt x="154" y="120"/>
                    <a:pt x="154" y="72"/>
                  </a:cubicBezTo>
                  <a:cubicBezTo>
                    <a:pt x="154" y="38"/>
                    <a:pt x="120" y="1"/>
                    <a:pt x="7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3"/>
            <p:cNvSpPr/>
            <p:nvPr/>
          </p:nvSpPr>
          <p:spPr>
            <a:xfrm>
              <a:off x="3481730" y="3589827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71" y="0"/>
                  </a:moveTo>
                  <a:cubicBezTo>
                    <a:pt x="37" y="0"/>
                    <a:pt x="0" y="34"/>
                    <a:pt x="0" y="71"/>
                  </a:cubicBezTo>
                  <a:cubicBezTo>
                    <a:pt x="0" y="105"/>
                    <a:pt x="37" y="131"/>
                    <a:pt x="71" y="131"/>
                  </a:cubicBezTo>
                  <a:cubicBezTo>
                    <a:pt x="108" y="131"/>
                    <a:pt x="131" y="105"/>
                    <a:pt x="131" y="71"/>
                  </a:cubicBezTo>
                  <a:cubicBezTo>
                    <a:pt x="131" y="34"/>
                    <a:pt x="108" y="0"/>
                    <a:pt x="71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3"/>
            <p:cNvSpPr/>
            <p:nvPr/>
          </p:nvSpPr>
          <p:spPr>
            <a:xfrm>
              <a:off x="3004689" y="3654932"/>
              <a:ext cx="58593" cy="61355"/>
            </a:xfrm>
            <a:custGeom>
              <a:avLst/>
              <a:gdLst/>
              <a:ahLst/>
              <a:cxnLst/>
              <a:rect l="l" t="t" r="r" b="b"/>
              <a:pathLst>
                <a:path w="297" h="311" extrusionOk="0">
                  <a:moveTo>
                    <a:pt x="142" y="0"/>
                  </a:moveTo>
                  <a:cubicBezTo>
                    <a:pt x="60" y="0"/>
                    <a:pt x="0" y="71"/>
                    <a:pt x="0" y="157"/>
                  </a:cubicBezTo>
                  <a:cubicBezTo>
                    <a:pt x="0" y="239"/>
                    <a:pt x="60" y="310"/>
                    <a:pt x="142" y="310"/>
                  </a:cubicBezTo>
                  <a:cubicBezTo>
                    <a:pt x="225" y="310"/>
                    <a:pt x="296" y="239"/>
                    <a:pt x="296" y="157"/>
                  </a:cubicBezTo>
                  <a:cubicBezTo>
                    <a:pt x="296" y="71"/>
                    <a:pt x="225" y="0"/>
                    <a:pt x="14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3"/>
            <p:cNvSpPr/>
            <p:nvPr/>
          </p:nvSpPr>
          <p:spPr>
            <a:xfrm>
              <a:off x="3004689" y="3456264"/>
              <a:ext cx="35511" cy="35511"/>
            </a:xfrm>
            <a:custGeom>
              <a:avLst/>
              <a:gdLst/>
              <a:ahLst/>
              <a:cxnLst/>
              <a:rect l="l" t="t" r="r" b="b"/>
              <a:pathLst>
                <a:path w="180" h="180" extrusionOk="0">
                  <a:moveTo>
                    <a:pt x="83" y="0"/>
                  </a:moveTo>
                  <a:cubicBezTo>
                    <a:pt x="37" y="0"/>
                    <a:pt x="0" y="48"/>
                    <a:pt x="0" y="97"/>
                  </a:cubicBezTo>
                  <a:cubicBezTo>
                    <a:pt x="0" y="142"/>
                    <a:pt x="37" y="179"/>
                    <a:pt x="83" y="179"/>
                  </a:cubicBezTo>
                  <a:cubicBezTo>
                    <a:pt x="131" y="179"/>
                    <a:pt x="179" y="142"/>
                    <a:pt x="179" y="97"/>
                  </a:cubicBezTo>
                  <a:cubicBezTo>
                    <a:pt x="179" y="48"/>
                    <a:pt x="131" y="0"/>
                    <a:pt x="83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3"/>
            <p:cNvSpPr/>
            <p:nvPr/>
          </p:nvSpPr>
          <p:spPr>
            <a:xfrm>
              <a:off x="3119115" y="3893452"/>
              <a:ext cx="35511" cy="35511"/>
            </a:xfrm>
            <a:custGeom>
              <a:avLst/>
              <a:gdLst/>
              <a:ahLst/>
              <a:cxnLst/>
              <a:rect l="l" t="t" r="r" b="b"/>
              <a:pathLst>
                <a:path w="180" h="180" extrusionOk="0">
                  <a:moveTo>
                    <a:pt x="97" y="0"/>
                  </a:moveTo>
                  <a:cubicBezTo>
                    <a:pt x="49" y="0"/>
                    <a:pt x="1" y="37"/>
                    <a:pt x="1" y="86"/>
                  </a:cubicBezTo>
                  <a:cubicBezTo>
                    <a:pt x="1" y="143"/>
                    <a:pt x="49" y="180"/>
                    <a:pt x="97" y="180"/>
                  </a:cubicBezTo>
                  <a:cubicBezTo>
                    <a:pt x="143" y="180"/>
                    <a:pt x="180" y="143"/>
                    <a:pt x="180" y="86"/>
                  </a:cubicBezTo>
                  <a:cubicBezTo>
                    <a:pt x="180" y="37"/>
                    <a:pt x="143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3"/>
            <p:cNvSpPr/>
            <p:nvPr/>
          </p:nvSpPr>
          <p:spPr>
            <a:xfrm>
              <a:off x="3357636" y="3984795"/>
              <a:ext cx="35511" cy="37878"/>
            </a:xfrm>
            <a:custGeom>
              <a:avLst/>
              <a:gdLst/>
              <a:ahLst/>
              <a:cxnLst/>
              <a:rect l="l" t="t" r="r" b="b"/>
              <a:pathLst>
                <a:path w="180" h="192" extrusionOk="0">
                  <a:moveTo>
                    <a:pt x="86" y="1"/>
                  </a:moveTo>
                  <a:cubicBezTo>
                    <a:pt x="38" y="1"/>
                    <a:pt x="1" y="49"/>
                    <a:pt x="1" y="95"/>
                  </a:cubicBezTo>
                  <a:cubicBezTo>
                    <a:pt x="1" y="143"/>
                    <a:pt x="38" y="192"/>
                    <a:pt x="86" y="192"/>
                  </a:cubicBezTo>
                  <a:cubicBezTo>
                    <a:pt x="131" y="192"/>
                    <a:pt x="180" y="143"/>
                    <a:pt x="180" y="95"/>
                  </a:cubicBezTo>
                  <a:cubicBezTo>
                    <a:pt x="180" y="49"/>
                    <a:pt x="131" y="1"/>
                    <a:pt x="86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4" name="Google Shape;474;p23"/>
          <p:cNvGrpSpPr/>
          <p:nvPr/>
        </p:nvGrpSpPr>
        <p:grpSpPr>
          <a:xfrm rot="-1116533">
            <a:off x="214317" y="226514"/>
            <a:ext cx="851672" cy="870213"/>
            <a:chOff x="8666383" y="2375725"/>
            <a:chExt cx="851689" cy="870231"/>
          </a:xfrm>
        </p:grpSpPr>
        <p:sp>
          <p:nvSpPr>
            <p:cNvPr id="475" name="Google Shape;475;p23"/>
            <p:cNvSpPr/>
            <p:nvPr/>
          </p:nvSpPr>
          <p:spPr>
            <a:xfrm>
              <a:off x="9482364" y="2621544"/>
              <a:ext cx="35708" cy="37286"/>
            </a:xfrm>
            <a:custGeom>
              <a:avLst/>
              <a:gdLst/>
              <a:ahLst/>
              <a:cxnLst/>
              <a:rect l="l" t="t" r="r" b="b"/>
              <a:pathLst>
                <a:path w="181" h="189" extrusionOk="0">
                  <a:moveTo>
                    <a:pt x="98" y="1"/>
                  </a:moveTo>
                  <a:cubicBezTo>
                    <a:pt x="38" y="1"/>
                    <a:pt x="1" y="46"/>
                    <a:pt x="1" y="95"/>
                  </a:cubicBezTo>
                  <a:cubicBezTo>
                    <a:pt x="1" y="143"/>
                    <a:pt x="38" y="189"/>
                    <a:pt x="98" y="189"/>
                  </a:cubicBezTo>
                  <a:cubicBezTo>
                    <a:pt x="143" y="189"/>
                    <a:pt x="180" y="143"/>
                    <a:pt x="180" y="95"/>
                  </a:cubicBezTo>
                  <a:cubicBezTo>
                    <a:pt x="180" y="46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3"/>
            <p:cNvSpPr/>
            <p:nvPr/>
          </p:nvSpPr>
          <p:spPr>
            <a:xfrm>
              <a:off x="9110872" y="2649559"/>
              <a:ext cx="68062" cy="68260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7" y="1"/>
                  </a:moveTo>
                  <a:cubicBezTo>
                    <a:pt x="83" y="1"/>
                    <a:pt x="1" y="72"/>
                    <a:pt x="1" y="166"/>
                  </a:cubicBezTo>
                  <a:cubicBezTo>
                    <a:pt x="1" y="260"/>
                    <a:pt x="83" y="345"/>
                    <a:pt x="177" y="345"/>
                  </a:cubicBezTo>
                  <a:cubicBezTo>
                    <a:pt x="274" y="345"/>
                    <a:pt x="345" y="260"/>
                    <a:pt x="345" y="166"/>
                  </a:cubicBezTo>
                  <a:cubicBezTo>
                    <a:pt x="345" y="72"/>
                    <a:pt x="274" y="1"/>
                    <a:pt x="177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3"/>
            <p:cNvSpPr/>
            <p:nvPr/>
          </p:nvSpPr>
          <p:spPr>
            <a:xfrm>
              <a:off x="9365767" y="2838757"/>
              <a:ext cx="44389" cy="42416"/>
            </a:xfrm>
            <a:custGeom>
              <a:avLst/>
              <a:gdLst/>
              <a:ahLst/>
              <a:cxnLst/>
              <a:rect l="l" t="t" r="r" b="b"/>
              <a:pathLst>
                <a:path w="225" h="215" extrusionOk="0">
                  <a:moveTo>
                    <a:pt x="120" y="1"/>
                  </a:moveTo>
                  <a:cubicBezTo>
                    <a:pt x="49" y="1"/>
                    <a:pt x="0" y="49"/>
                    <a:pt x="0" y="109"/>
                  </a:cubicBezTo>
                  <a:cubicBezTo>
                    <a:pt x="0" y="169"/>
                    <a:pt x="49" y="214"/>
                    <a:pt x="120" y="214"/>
                  </a:cubicBezTo>
                  <a:cubicBezTo>
                    <a:pt x="179" y="214"/>
                    <a:pt x="225" y="169"/>
                    <a:pt x="225" y="109"/>
                  </a:cubicBezTo>
                  <a:cubicBezTo>
                    <a:pt x="225" y="49"/>
                    <a:pt x="179" y="1"/>
                    <a:pt x="12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3"/>
            <p:cNvSpPr/>
            <p:nvPr/>
          </p:nvSpPr>
          <p:spPr>
            <a:xfrm>
              <a:off x="9305002" y="2375725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3"/>
            <p:cNvSpPr/>
            <p:nvPr/>
          </p:nvSpPr>
          <p:spPr>
            <a:xfrm>
              <a:off x="9052474" y="2495281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06"/>
                    <a:pt x="35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3"/>
            <p:cNvSpPr/>
            <p:nvPr/>
          </p:nvSpPr>
          <p:spPr>
            <a:xfrm>
              <a:off x="9305002" y="2555848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3"/>
            <p:cNvSpPr/>
            <p:nvPr/>
          </p:nvSpPr>
          <p:spPr>
            <a:xfrm>
              <a:off x="8825791" y="2621544"/>
              <a:ext cx="60763" cy="60763"/>
            </a:xfrm>
            <a:custGeom>
              <a:avLst/>
              <a:gdLst/>
              <a:ahLst/>
              <a:cxnLst/>
              <a:rect l="l" t="t" r="r" b="b"/>
              <a:pathLst>
                <a:path w="308" h="308" extrusionOk="0">
                  <a:moveTo>
                    <a:pt x="154" y="1"/>
                  </a:moveTo>
                  <a:cubicBezTo>
                    <a:pt x="72" y="1"/>
                    <a:pt x="0" y="72"/>
                    <a:pt x="0" y="154"/>
                  </a:cubicBezTo>
                  <a:cubicBezTo>
                    <a:pt x="0" y="237"/>
                    <a:pt x="72" y="308"/>
                    <a:pt x="154" y="308"/>
                  </a:cubicBezTo>
                  <a:cubicBezTo>
                    <a:pt x="237" y="308"/>
                    <a:pt x="308" y="237"/>
                    <a:pt x="308" y="154"/>
                  </a:cubicBezTo>
                  <a:cubicBezTo>
                    <a:pt x="308" y="72"/>
                    <a:pt x="237" y="1"/>
                    <a:pt x="15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3"/>
            <p:cNvSpPr/>
            <p:nvPr/>
          </p:nvSpPr>
          <p:spPr>
            <a:xfrm>
              <a:off x="8687690" y="2951013"/>
              <a:ext cx="34919" cy="35511"/>
            </a:xfrm>
            <a:custGeom>
              <a:avLst/>
              <a:gdLst/>
              <a:ahLst/>
              <a:cxnLst/>
              <a:rect l="l" t="t" r="r" b="b"/>
              <a:pathLst>
                <a:path w="177" h="180" extrusionOk="0">
                  <a:moveTo>
                    <a:pt x="94" y="1"/>
                  </a:moveTo>
                  <a:cubicBezTo>
                    <a:pt x="35" y="1"/>
                    <a:pt x="1" y="49"/>
                    <a:pt x="1" y="97"/>
                  </a:cubicBezTo>
                  <a:cubicBezTo>
                    <a:pt x="1" y="143"/>
                    <a:pt x="35" y="180"/>
                    <a:pt x="94" y="180"/>
                  </a:cubicBezTo>
                  <a:cubicBezTo>
                    <a:pt x="143" y="180"/>
                    <a:pt x="177" y="143"/>
                    <a:pt x="177" y="97"/>
                  </a:cubicBezTo>
                  <a:cubicBezTo>
                    <a:pt x="177" y="49"/>
                    <a:pt x="143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3"/>
            <p:cNvSpPr/>
            <p:nvPr/>
          </p:nvSpPr>
          <p:spPr>
            <a:xfrm>
              <a:off x="8942585" y="2860064"/>
              <a:ext cx="34919" cy="35116"/>
            </a:xfrm>
            <a:custGeom>
              <a:avLst/>
              <a:gdLst/>
              <a:ahLst/>
              <a:cxnLst/>
              <a:rect l="l" t="t" r="r" b="b"/>
              <a:pathLst>
                <a:path w="177" h="178" extrusionOk="0">
                  <a:moveTo>
                    <a:pt x="83" y="1"/>
                  </a:moveTo>
                  <a:cubicBezTo>
                    <a:pt x="34" y="1"/>
                    <a:pt x="0" y="35"/>
                    <a:pt x="0" y="83"/>
                  </a:cubicBezTo>
                  <a:cubicBezTo>
                    <a:pt x="0" y="143"/>
                    <a:pt x="34" y="177"/>
                    <a:pt x="83" y="177"/>
                  </a:cubicBezTo>
                  <a:cubicBezTo>
                    <a:pt x="131" y="177"/>
                    <a:pt x="177" y="143"/>
                    <a:pt x="177" y="83"/>
                  </a:cubicBezTo>
                  <a:cubicBezTo>
                    <a:pt x="177" y="35"/>
                    <a:pt x="131" y="1"/>
                    <a:pt x="8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3"/>
            <p:cNvSpPr/>
            <p:nvPr/>
          </p:nvSpPr>
          <p:spPr>
            <a:xfrm>
              <a:off x="8666383" y="3189533"/>
              <a:ext cx="56226" cy="56423"/>
            </a:xfrm>
            <a:custGeom>
              <a:avLst/>
              <a:gdLst/>
              <a:ahLst/>
              <a:cxnLst/>
              <a:rect l="l" t="t" r="r" b="b"/>
              <a:pathLst>
                <a:path w="285" h="28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26"/>
                    <a:pt x="72" y="285"/>
                    <a:pt x="143" y="285"/>
                  </a:cubicBezTo>
                  <a:cubicBezTo>
                    <a:pt x="225" y="285"/>
                    <a:pt x="285" y="226"/>
                    <a:pt x="285" y="143"/>
                  </a:cubicBezTo>
                  <a:cubicBezTo>
                    <a:pt x="285" y="72"/>
                    <a:pt x="225" y="1"/>
                    <a:pt x="14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5" name="Google Shape;485;p23"/>
          <p:cNvGrpSpPr/>
          <p:nvPr/>
        </p:nvGrpSpPr>
        <p:grpSpPr>
          <a:xfrm>
            <a:off x="8103791" y="4385367"/>
            <a:ext cx="640409" cy="518201"/>
            <a:chOff x="9579360" y="2507084"/>
            <a:chExt cx="505015" cy="408643"/>
          </a:xfrm>
        </p:grpSpPr>
        <p:sp>
          <p:nvSpPr>
            <p:cNvPr id="486" name="Google Shape;486;p23"/>
            <p:cNvSpPr/>
            <p:nvPr/>
          </p:nvSpPr>
          <p:spPr>
            <a:xfrm>
              <a:off x="9739126" y="2655146"/>
              <a:ext cx="16572" cy="16374"/>
            </a:xfrm>
            <a:custGeom>
              <a:avLst/>
              <a:gdLst/>
              <a:ahLst/>
              <a:cxnLst/>
              <a:rect l="l" t="t" r="r" b="b"/>
              <a:pathLst>
                <a:path w="84" h="83" extrusionOk="0">
                  <a:moveTo>
                    <a:pt x="35" y="0"/>
                  </a:moveTo>
                  <a:cubicBezTo>
                    <a:pt x="12" y="0"/>
                    <a:pt x="1" y="12"/>
                    <a:pt x="1" y="34"/>
                  </a:cubicBezTo>
                  <a:cubicBezTo>
                    <a:pt x="1" y="60"/>
                    <a:pt x="12" y="83"/>
                    <a:pt x="35" y="83"/>
                  </a:cubicBezTo>
                  <a:cubicBezTo>
                    <a:pt x="61" y="83"/>
                    <a:pt x="83" y="60"/>
                    <a:pt x="83" y="34"/>
                  </a:cubicBezTo>
                  <a:cubicBezTo>
                    <a:pt x="83" y="12"/>
                    <a:pt x="61" y="0"/>
                    <a:pt x="35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3"/>
            <p:cNvSpPr/>
            <p:nvPr/>
          </p:nvSpPr>
          <p:spPr>
            <a:xfrm>
              <a:off x="9935071" y="2887516"/>
              <a:ext cx="28409" cy="28211"/>
            </a:xfrm>
            <a:custGeom>
              <a:avLst/>
              <a:gdLst/>
              <a:ahLst/>
              <a:cxnLst/>
              <a:rect l="l" t="t" r="r" b="b"/>
              <a:pathLst>
                <a:path w="144" h="143" extrusionOk="0">
                  <a:moveTo>
                    <a:pt x="72" y="0"/>
                  </a:moveTo>
                  <a:cubicBezTo>
                    <a:pt x="38" y="0"/>
                    <a:pt x="1" y="37"/>
                    <a:pt x="1" y="71"/>
                  </a:cubicBezTo>
                  <a:cubicBezTo>
                    <a:pt x="1" y="120"/>
                    <a:pt x="38" y="143"/>
                    <a:pt x="72" y="143"/>
                  </a:cubicBezTo>
                  <a:cubicBezTo>
                    <a:pt x="120" y="143"/>
                    <a:pt x="143" y="120"/>
                    <a:pt x="143" y="71"/>
                  </a:cubicBezTo>
                  <a:cubicBezTo>
                    <a:pt x="143" y="37"/>
                    <a:pt x="120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3"/>
            <p:cNvSpPr/>
            <p:nvPr/>
          </p:nvSpPr>
          <p:spPr>
            <a:xfrm>
              <a:off x="9579360" y="2834836"/>
              <a:ext cx="37681" cy="37286"/>
            </a:xfrm>
            <a:custGeom>
              <a:avLst/>
              <a:gdLst/>
              <a:ahLst/>
              <a:cxnLst/>
              <a:rect l="l" t="t" r="r" b="b"/>
              <a:pathLst>
                <a:path w="191" h="189" extrusionOk="0">
                  <a:moveTo>
                    <a:pt x="97" y="0"/>
                  </a:moveTo>
                  <a:cubicBezTo>
                    <a:pt x="49" y="0"/>
                    <a:pt x="0" y="46"/>
                    <a:pt x="0" y="94"/>
                  </a:cubicBezTo>
                  <a:cubicBezTo>
                    <a:pt x="0" y="143"/>
                    <a:pt x="49" y="188"/>
                    <a:pt x="97" y="188"/>
                  </a:cubicBezTo>
                  <a:cubicBezTo>
                    <a:pt x="157" y="188"/>
                    <a:pt x="191" y="143"/>
                    <a:pt x="191" y="94"/>
                  </a:cubicBezTo>
                  <a:cubicBezTo>
                    <a:pt x="191" y="46"/>
                    <a:pt x="157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3"/>
            <p:cNvSpPr/>
            <p:nvPr/>
          </p:nvSpPr>
          <p:spPr>
            <a:xfrm>
              <a:off x="10060701" y="2507084"/>
              <a:ext cx="23674" cy="23674"/>
            </a:xfrm>
            <a:custGeom>
              <a:avLst/>
              <a:gdLst/>
              <a:ahLst/>
              <a:cxnLst/>
              <a:rect l="l" t="t" r="r" b="b"/>
              <a:pathLst>
                <a:path w="120" h="120" extrusionOk="0">
                  <a:moveTo>
                    <a:pt x="60" y="1"/>
                  </a:moveTo>
                  <a:cubicBezTo>
                    <a:pt x="37" y="1"/>
                    <a:pt x="0" y="26"/>
                    <a:pt x="0" y="60"/>
                  </a:cubicBezTo>
                  <a:cubicBezTo>
                    <a:pt x="0" y="97"/>
                    <a:pt x="37" y="120"/>
                    <a:pt x="60" y="120"/>
                  </a:cubicBezTo>
                  <a:cubicBezTo>
                    <a:pt x="97" y="120"/>
                    <a:pt x="120" y="97"/>
                    <a:pt x="120" y="60"/>
                  </a:cubicBezTo>
                  <a:cubicBezTo>
                    <a:pt x="120" y="26"/>
                    <a:pt x="97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3"/>
            <p:cNvSpPr/>
            <p:nvPr/>
          </p:nvSpPr>
          <p:spPr>
            <a:xfrm>
              <a:off x="9730743" y="2537391"/>
              <a:ext cx="33341" cy="32749"/>
            </a:xfrm>
            <a:custGeom>
              <a:avLst/>
              <a:gdLst/>
              <a:ahLst/>
              <a:cxnLst/>
              <a:rect l="l" t="t" r="r" b="b"/>
              <a:pathLst>
                <a:path w="169" h="166" extrusionOk="0">
                  <a:moveTo>
                    <a:pt x="86" y="0"/>
                  </a:moveTo>
                  <a:cubicBezTo>
                    <a:pt x="37" y="0"/>
                    <a:pt x="0" y="35"/>
                    <a:pt x="0" y="83"/>
                  </a:cubicBezTo>
                  <a:cubicBezTo>
                    <a:pt x="0" y="131"/>
                    <a:pt x="37" y="165"/>
                    <a:pt x="86" y="165"/>
                  </a:cubicBezTo>
                  <a:cubicBezTo>
                    <a:pt x="120" y="165"/>
                    <a:pt x="168" y="131"/>
                    <a:pt x="168" y="83"/>
                  </a:cubicBezTo>
                  <a:cubicBezTo>
                    <a:pt x="168" y="35"/>
                    <a:pt x="120" y="0"/>
                    <a:pt x="86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3"/>
            <p:cNvSpPr/>
            <p:nvPr/>
          </p:nvSpPr>
          <p:spPr>
            <a:xfrm>
              <a:off x="10032006" y="2744517"/>
              <a:ext cx="40048" cy="40048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7" y="0"/>
                  </a:moveTo>
                  <a:cubicBezTo>
                    <a:pt x="49" y="0"/>
                    <a:pt x="0" y="46"/>
                    <a:pt x="0" y="106"/>
                  </a:cubicBezTo>
                  <a:cubicBezTo>
                    <a:pt x="0" y="154"/>
                    <a:pt x="49" y="202"/>
                    <a:pt x="97" y="202"/>
                  </a:cubicBezTo>
                  <a:cubicBezTo>
                    <a:pt x="157" y="202"/>
                    <a:pt x="202" y="154"/>
                    <a:pt x="202" y="106"/>
                  </a:cubicBezTo>
                  <a:cubicBezTo>
                    <a:pt x="202" y="46"/>
                    <a:pt x="157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2" name="Google Shape;492;p23"/>
          <p:cNvSpPr/>
          <p:nvPr/>
        </p:nvSpPr>
        <p:spPr>
          <a:xfrm rot="1728991">
            <a:off x="8281880" y="4347086"/>
            <a:ext cx="284240" cy="397435"/>
          </a:xfrm>
          <a:custGeom>
            <a:avLst/>
            <a:gdLst/>
            <a:ahLst/>
            <a:cxnLst/>
            <a:rect l="l" t="t" r="r" b="b"/>
            <a:pathLst>
              <a:path w="2333" h="3262" extrusionOk="0">
                <a:moveTo>
                  <a:pt x="711" y="1"/>
                </a:moveTo>
                <a:cubicBezTo>
                  <a:pt x="450" y="1"/>
                  <a:pt x="213" y="61"/>
                  <a:pt x="0" y="166"/>
                </a:cubicBezTo>
                <a:cubicBezTo>
                  <a:pt x="34" y="155"/>
                  <a:pt x="71" y="155"/>
                  <a:pt x="117" y="155"/>
                </a:cubicBezTo>
                <a:cubicBezTo>
                  <a:pt x="925" y="155"/>
                  <a:pt x="1588" y="820"/>
                  <a:pt x="1588" y="1625"/>
                </a:cubicBezTo>
                <a:cubicBezTo>
                  <a:pt x="1588" y="2442"/>
                  <a:pt x="925" y="3096"/>
                  <a:pt x="117" y="3096"/>
                </a:cubicBezTo>
                <a:lnTo>
                  <a:pt x="0" y="3096"/>
                </a:lnTo>
                <a:cubicBezTo>
                  <a:pt x="213" y="3201"/>
                  <a:pt x="450" y="3261"/>
                  <a:pt x="711" y="3261"/>
                </a:cubicBezTo>
                <a:cubicBezTo>
                  <a:pt x="1610" y="3261"/>
                  <a:pt x="2333" y="2527"/>
                  <a:pt x="2333" y="1625"/>
                </a:cubicBezTo>
                <a:cubicBezTo>
                  <a:pt x="2333" y="724"/>
                  <a:pt x="1610" y="1"/>
                  <a:pt x="711" y="1"/>
                </a:cubicBezTo>
                <a:close/>
              </a:path>
            </a:pathLst>
          </a:custGeom>
          <a:solidFill>
            <a:srgbClr val="EAE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4"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33"/>
          <p:cNvSpPr/>
          <p:nvPr/>
        </p:nvSpPr>
        <p:spPr>
          <a:xfrm>
            <a:off x="59" y="-62"/>
            <a:ext cx="4834880" cy="5143529"/>
          </a:xfrm>
          <a:custGeom>
            <a:avLst/>
            <a:gdLst/>
            <a:ahLst/>
            <a:cxnLst/>
            <a:rect l="l" t="t" r="r" b="b"/>
            <a:pathLst>
              <a:path w="22288" h="23710" extrusionOk="0">
                <a:moveTo>
                  <a:pt x="1" y="0"/>
                </a:moveTo>
                <a:lnTo>
                  <a:pt x="1" y="23710"/>
                </a:lnTo>
                <a:lnTo>
                  <a:pt x="22014" y="23710"/>
                </a:lnTo>
                <a:cubicBezTo>
                  <a:pt x="22288" y="22262"/>
                  <a:pt x="21895" y="20708"/>
                  <a:pt x="20817" y="19585"/>
                </a:cubicBezTo>
                <a:cubicBezTo>
                  <a:pt x="19488" y="18256"/>
                  <a:pt x="17594" y="17972"/>
                  <a:pt x="15980" y="17166"/>
                </a:cubicBezTo>
                <a:cubicBezTo>
                  <a:pt x="14510" y="16407"/>
                  <a:pt x="13184" y="15363"/>
                  <a:pt x="12851" y="13656"/>
                </a:cubicBezTo>
                <a:cubicBezTo>
                  <a:pt x="12615" y="12472"/>
                  <a:pt x="12803" y="11428"/>
                  <a:pt x="13136" y="10290"/>
                </a:cubicBezTo>
                <a:cubicBezTo>
                  <a:pt x="13136" y="10242"/>
                  <a:pt x="13278" y="10054"/>
                  <a:pt x="13278" y="10006"/>
                </a:cubicBezTo>
                <a:cubicBezTo>
                  <a:pt x="13420" y="9628"/>
                  <a:pt x="13562" y="9295"/>
                  <a:pt x="13798" y="8962"/>
                </a:cubicBezTo>
                <a:lnTo>
                  <a:pt x="13847" y="8868"/>
                </a:lnTo>
                <a:cubicBezTo>
                  <a:pt x="14985" y="7255"/>
                  <a:pt x="14464" y="4410"/>
                  <a:pt x="14012" y="3320"/>
                </a:cubicBezTo>
                <a:cubicBezTo>
                  <a:pt x="13397" y="1838"/>
                  <a:pt x="11571" y="382"/>
                  <a:pt x="9602" y="0"/>
                </a:cubicBezTo>
                <a:close/>
              </a:path>
            </a:pathLst>
          </a:custGeom>
          <a:solidFill>
            <a:srgbClr val="EAE3FF">
              <a:alpha val="125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32" name="Google Shape;832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33"/>
          <p:cNvSpPr txBox="1">
            <a:spLocks noGrp="1"/>
          </p:cNvSpPr>
          <p:nvPr>
            <p:ph type="subTitle" idx="1"/>
          </p:nvPr>
        </p:nvSpPr>
        <p:spPr>
          <a:xfrm>
            <a:off x="4572000" y="1626450"/>
            <a:ext cx="3852000" cy="10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34" name="Google Shape;834;p33"/>
          <p:cNvSpPr txBox="1">
            <a:spLocks noGrp="1"/>
          </p:cNvSpPr>
          <p:nvPr>
            <p:ph type="ctrTitle"/>
          </p:nvPr>
        </p:nvSpPr>
        <p:spPr>
          <a:xfrm flipH="1">
            <a:off x="4578350" y="921651"/>
            <a:ext cx="3852000" cy="83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835" name="Google Shape;835;p33"/>
          <p:cNvSpPr txBox="1"/>
          <p:nvPr/>
        </p:nvSpPr>
        <p:spPr>
          <a:xfrm>
            <a:off x="4940088" y="3193275"/>
            <a:ext cx="3115800" cy="7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CREDITS: This presentation template was created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,</a:t>
            </a:r>
            <a:r>
              <a:rPr lang="en" sz="11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including icons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, infographics &amp; images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endParaRPr sz="11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2">
    <p:bg>
      <p:bgPr>
        <a:solidFill>
          <a:schemeClr val="lt1"/>
        </a:solidFill>
        <a:effectLst/>
      </p:bgPr>
    </p:bg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7" name="Google Shape;837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34"/>
          <p:cNvSpPr/>
          <p:nvPr/>
        </p:nvSpPr>
        <p:spPr>
          <a:xfrm flipH="1">
            <a:off x="3269504" y="-50"/>
            <a:ext cx="5874448" cy="5143529"/>
          </a:xfrm>
          <a:custGeom>
            <a:avLst/>
            <a:gdLst/>
            <a:ahLst/>
            <a:cxnLst/>
            <a:rect l="l" t="t" r="r" b="b"/>
            <a:pathLst>
              <a:path w="22288" h="23710" extrusionOk="0">
                <a:moveTo>
                  <a:pt x="1" y="0"/>
                </a:moveTo>
                <a:lnTo>
                  <a:pt x="1" y="23710"/>
                </a:lnTo>
                <a:lnTo>
                  <a:pt x="22014" y="23710"/>
                </a:lnTo>
                <a:cubicBezTo>
                  <a:pt x="22288" y="22262"/>
                  <a:pt x="21895" y="20708"/>
                  <a:pt x="20817" y="19585"/>
                </a:cubicBezTo>
                <a:cubicBezTo>
                  <a:pt x="19488" y="18256"/>
                  <a:pt x="17594" y="17972"/>
                  <a:pt x="15980" y="17166"/>
                </a:cubicBezTo>
                <a:cubicBezTo>
                  <a:pt x="14510" y="16407"/>
                  <a:pt x="13184" y="15363"/>
                  <a:pt x="12851" y="13656"/>
                </a:cubicBezTo>
                <a:cubicBezTo>
                  <a:pt x="12615" y="12472"/>
                  <a:pt x="12803" y="11428"/>
                  <a:pt x="13136" y="10290"/>
                </a:cubicBezTo>
                <a:cubicBezTo>
                  <a:pt x="13136" y="10242"/>
                  <a:pt x="13278" y="10054"/>
                  <a:pt x="13278" y="10006"/>
                </a:cubicBezTo>
                <a:cubicBezTo>
                  <a:pt x="13420" y="9628"/>
                  <a:pt x="13562" y="9295"/>
                  <a:pt x="13798" y="8962"/>
                </a:cubicBezTo>
                <a:lnTo>
                  <a:pt x="13847" y="8868"/>
                </a:lnTo>
                <a:cubicBezTo>
                  <a:pt x="14985" y="7255"/>
                  <a:pt x="14464" y="4410"/>
                  <a:pt x="14012" y="3320"/>
                </a:cubicBezTo>
                <a:cubicBezTo>
                  <a:pt x="13397" y="1838"/>
                  <a:pt x="11571" y="382"/>
                  <a:pt x="9602" y="0"/>
                </a:cubicBezTo>
                <a:close/>
              </a:path>
            </a:pathLst>
          </a:custGeom>
          <a:solidFill>
            <a:srgbClr val="EAE3FF">
              <a:alpha val="125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9" name="Google Shape;839;p34"/>
          <p:cNvSpPr/>
          <p:nvPr/>
        </p:nvSpPr>
        <p:spPr>
          <a:xfrm flipH="1">
            <a:off x="6489868" y="4495550"/>
            <a:ext cx="1662300" cy="150000"/>
          </a:xfrm>
          <a:prstGeom prst="ellipse">
            <a:avLst/>
          </a:prstGeom>
          <a:solidFill>
            <a:srgbClr val="EAE3FF">
              <a:alpha val="8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0" name="Google Shape;840;p34"/>
          <p:cNvGrpSpPr/>
          <p:nvPr/>
        </p:nvGrpSpPr>
        <p:grpSpPr>
          <a:xfrm flipH="1">
            <a:off x="6541275" y="1996061"/>
            <a:ext cx="1806667" cy="2534632"/>
            <a:chOff x="4975425" y="3825357"/>
            <a:chExt cx="242499" cy="340205"/>
          </a:xfrm>
        </p:grpSpPr>
        <p:sp>
          <p:nvSpPr>
            <p:cNvPr id="841" name="Google Shape;841;p34"/>
            <p:cNvSpPr/>
            <p:nvPr/>
          </p:nvSpPr>
          <p:spPr>
            <a:xfrm>
              <a:off x="5001317" y="4117267"/>
              <a:ext cx="31199" cy="40272"/>
            </a:xfrm>
            <a:custGeom>
              <a:avLst/>
              <a:gdLst/>
              <a:ahLst/>
              <a:cxnLst/>
              <a:rect l="l" t="t" r="r" b="b"/>
              <a:pathLst>
                <a:path w="1011" h="1305" extrusionOk="0">
                  <a:moveTo>
                    <a:pt x="659" y="0"/>
                  </a:moveTo>
                  <a:cubicBezTo>
                    <a:pt x="540" y="0"/>
                    <a:pt x="427" y="70"/>
                    <a:pt x="381" y="189"/>
                  </a:cubicBezTo>
                  <a:lnTo>
                    <a:pt x="26" y="1077"/>
                  </a:lnTo>
                  <a:cubicBezTo>
                    <a:pt x="0" y="1137"/>
                    <a:pt x="26" y="1219"/>
                    <a:pt x="86" y="1267"/>
                  </a:cubicBezTo>
                  <a:cubicBezTo>
                    <a:pt x="115" y="1292"/>
                    <a:pt x="150" y="1304"/>
                    <a:pt x="185" y="1304"/>
                  </a:cubicBezTo>
                  <a:cubicBezTo>
                    <a:pt x="235" y="1304"/>
                    <a:pt x="286" y="1279"/>
                    <a:pt x="322" y="1231"/>
                  </a:cubicBezTo>
                  <a:lnTo>
                    <a:pt x="902" y="497"/>
                  </a:lnTo>
                  <a:cubicBezTo>
                    <a:pt x="913" y="474"/>
                    <a:pt x="939" y="437"/>
                    <a:pt x="939" y="414"/>
                  </a:cubicBezTo>
                  <a:cubicBezTo>
                    <a:pt x="1010" y="260"/>
                    <a:pt x="925" y="81"/>
                    <a:pt x="771" y="21"/>
                  </a:cubicBezTo>
                  <a:cubicBezTo>
                    <a:pt x="735" y="7"/>
                    <a:pt x="697" y="0"/>
                    <a:pt x="6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34"/>
            <p:cNvSpPr/>
            <p:nvPr/>
          </p:nvSpPr>
          <p:spPr>
            <a:xfrm>
              <a:off x="5118062" y="4119520"/>
              <a:ext cx="31138" cy="40303"/>
            </a:xfrm>
            <a:custGeom>
              <a:avLst/>
              <a:gdLst/>
              <a:ahLst/>
              <a:cxnLst/>
              <a:rect l="l" t="t" r="r" b="b"/>
              <a:pathLst>
                <a:path w="1009" h="1306" extrusionOk="0">
                  <a:moveTo>
                    <a:pt x="341" y="0"/>
                  </a:moveTo>
                  <a:cubicBezTo>
                    <a:pt x="276" y="0"/>
                    <a:pt x="210" y="22"/>
                    <a:pt x="155" y="68"/>
                  </a:cubicBezTo>
                  <a:cubicBezTo>
                    <a:pt x="24" y="173"/>
                    <a:pt x="1" y="364"/>
                    <a:pt x="95" y="495"/>
                  </a:cubicBezTo>
                  <a:lnTo>
                    <a:pt x="675" y="1240"/>
                  </a:lnTo>
                  <a:cubicBezTo>
                    <a:pt x="708" y="1281"/>
                    <a:pt x="757" y="1306"/>
                    <a:pt x="807" y="1306"/>
                  </a:cubicBezTo>
                  <a:cubicBezTo>
                    <a:pt x="831" y="1306"/>
                    <a:pt x="855" y="1300"/>
                    <a:pt x="877" y="1288"/>
                  </a:cubicBezTo>
                  <a:cubicBezTo>
                    <a:pt x="960" y="1254"/>
                    <a:pt x="1008" y="1158"/>
                    <a:pt x="971" y="1075"/>
                  </a:cubicBezTo>
                  <a:lnTo>
                    <a:pt x="615" y="199"/>
                  </a:lnTo>
                  <a:cubicBezTo>
                    <a:pt x="604" y="162"/>
                    <a:pt x="593" y="139"/>
                    <a:pt x="581" y="116"/>
                  </a:cubicBezTo>
                  <a:cubicBezTo>
                    <a:pt x="519" y="41"/>
                    <a:pt x="430" y="0"/>
                    <a:pt x="3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34"/>
            <p:cNvSpPr/>
            <p:nvPr/>
          </p:nvSpPr>
          <p:spPr>
            <a:xfrm>
              <a:off x="5088405" y="3825357"/>
              <a:ext cx="104677" cy="93876"/>
            </a:xfrm>
            <a:custGeom>
              <a:avLst/>
              <a:gdLst/>
              <a:ahLst/>
              <a:cxnLst/>
              <a:rect l="l" t="t" r="r" b="b"/>
              <a:pathLst>
                <a:path w="3392" h="3042" extrusionOk="0">
                  <a:moveTo>
                    <a:pt x="1287" y="0"/>
                  </a:moveTo>
                  <a:cubicBezTo>
                    <a:pt x="995" y="0"/>
                    <a:pt x="726" y="93"/>
                    <a:pt x="521" y="283"/>
                  </a:cubicBezTo>
                  <a:cubicBezTo>
                    <a:pt x="0" y="781"/>
                    <a:pt x="251" y="1634"/>
                    <a:pt x="891" y="2323"/>
                  </a:cubicBezTo>
                  <a:cubicBezTo>
                    <a:pt x="1311" y="2773"/>
                    <a:pt x="1796" y="3041"/>
                    <a:pt x="2227" y="3041"/>
                  </a:cubicBezTo>
                  <a:cubicBezTo>
                    <a:pt x="2463" y="3041"/>
                    <a:pt x="2683" y="2960"/>
                    <a:pt x="2868" y="2784"/>
                  </a:cubicBezTo>
                  <a:cubicBezTo>
                    <a:pt x="3392" y="2297"/>
                    <a:pt x="3295" y="1338"/>
                    <a:pt x="2643" y="650"/>
                  </a:cubicBezTo>
                  <a:cubicBezTo>
                    <a:pt x="2247" y="224"/>
                    <a:pt x="1740" y="0"/>
                    <a:pt x="1287" y="0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34"/>
            <p:cNvSpPr/>
            <p:nvPr/>
          </p:nvSpPr>
          <p:spPr>
            <a:xfrm>
              <a:off x="5093497" y="3839461"/>
              <a:ext cx="78354" cy="70484"/>
            </a:xfrm>
            <a:custGeom>
              <a:avLst/>
              <a:gdLst/>
              <a:ahLst/>
              <a:cxnLst/>
              <a:rect l="l" t="t" r="r" b="b"/>
              <a:pathLst>
                <a:path w="2539" h="2284" extrusionOk="0">
                  <a:moveTo>
                    <a:pt x="728" y="1"/>
                  </a:moveTo>
                  <a:cubicBezTo>
                    <a:pt x="568" y="1"/>
                    <a:pt x="427" y="47"/>
                    <a:pt x="322" y="145"/>
                  </a:cubicBezTo>
                  <a:cubicBezTo>
                    <a:pt x="0" y="455"/>
                    <a:pt x="251" y="1095"/>
                    <a:pt x="771" y="1652"/>
                  </a:cubicBezTo>
                  <a:cubicBezTo>
                    <a:pt x="1130" y="2043"/>
                    <a:pt x="1531" y="2283"/>
                    <a:pt x="1853" y="2283"/>
                  </a:cubicBezTo>
                  <a:cubicBezTo>
                    <a:pt x="1987" y="2283"/>
                    <a:pt x="2108" y="2241"/>
                    <a:pt x="2205" y="2150"/>
                  </a:cubicBezTo>
                  <a:cubicBezTo>
                    <a:pt x="2538" y="1840"/>
                    <a:pt x="2384" y="1140"/>
                    <a:pt x="1864" y="597"/>
                  </a:cubicBezTo>
                  <a:cubicBezTo>
                    <a:pt x="1506" y="216"/>
                    <a:pt x="1073" y="1"/>
                    <a:pt x="7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34"/>
            <p:cNvSpPr/>
            <p:nvPr/>
          </p:nvSpPr>
          <p:spPr>
            <a:xfrm>
              <a:off x="4975425" y="3862267"/>
              <a:ext cx="166027" cy="283140"/>
            </a:xfrm>
            <a:custGeom>
              <a:avLst/>
              <a:gdLst/>
              <a:ahLst/>
              <a:cxnLst/>
              <a:rect l="l" t="t" r="r" b="b"/>
              <a:pathLst>
                <a:path w="5380" h="9175" extrusionOk="0">
                  <a:moveTo>
                    <a:pt x="2654" y="0"/>
                  </a:moveTo>
                  <a:cubicBezTo>
                    <a:pt x="1183" y="0"/>
                    <a:pt x="0" y="2051"/>
                    <a:pt x="0" y="4586"/>
                  </a:cubicBezTo>
                  <a:cubicBezTo>
                    <a:pt x="0" y="7112"/>
                    <a:pt x="1183" y="9175"/>
                    <a:pt x="2654" y="9175"/>
                  </a:cubicBezTo>
                  <a:lnTo>
                    <a:pt x="5226" y="9175"/>
                  </a:lnTo>
                  <a:lnTo>
                    <a:pt x="5380" y="11"/>
                  </a:lnTo>
                  <a:cubicBezTo>
                    <a:pt x="5380" y="11"/>
                    <a:pt x="2939" y="0"/>
                    <a:pt x="26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34"/>
            <p:cNvSpPr/>
            <p:nvPr/>
          </p:nvSpPr>
          <p:spPr>
            <a:xfrm>
              <a:off x="5024400" y="3862267"/>
              <a:ext cx="84124" cy="283140"/>
            </a:xfrm>
            <a:custGeom>
              <a:avLst/>
              <a:gdLst/>
              <a:ahLst/>
              <a:cxnLst/>
              <a:rect l="l" t="t" r="r" b="b"/>
              <a:pathLst>
                <a:path w="2726" h="9175" extrusionOk="0">
                  <a:moveTo>
                    <a:pt x="2655" y="0"/>
                  </a:moveTo>
                  <a:cubicBezTo>
                    <a:pt x="1187" y="0"/>
                    <a:pt x="0" y="2051"/>
                    <a:pt x="0" y="4586"/>
                  </a:cubicBezTo>
                  <a:cubicBezTo>
                    <a:pt x="0" y="7112"/>
                    <a:pt x="1187" y="9175"/>
                    <a:pt x="2655" y="9175"/>
                  </a:cubicBezTo>
                  <a:lnTo>
                    <a:pt x="2726" y="9175"/>
                  </a:lnTo>
                  <a:cubicBezTo>
                    <a:pt x="1258" y="9175"/>
                    <a:pt x="60" y="7112"/>
                    <a:pt x="60" y="4586"/>
                  </a:cubicBezTo>
                  <a:cubicBezTo>
                    <a:pt x="60" y="2051"/>
                    <a:pt x="1244" y="0"/>
                    <a:pt x="27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34"/>
            <p:cNvSpPr/>
            <p:nvPr/>
          </p:nvSpPr>
          <p:spPr>
            <a:xfrm>
              <a:off x="5053286" y="3862267"/>
              <a:ext cx="164638" cy="283140"/>
            </a:xfrm>
            <a:custGeom>
              <a:avLst/>
              <a:gdLst/>
              <a:ahLst/>
              <a:cxnLst/>
              <a:rect l="l" t="t" r="r" b="b"/>
              <a:pathLst>
                <a:path w="5335" h="9175" extrusionOk="0">
                  <a:moveTo>
                    <a:pt x="2669" y="0"/>
                  </a:moveTo>
                  <a:cubicBezTo>
                    <a:pt x="1198" y="0"/>
                    <a:pt x="0" y="2051"/>
                    <a:pt x="0" y="4586"/>
                  </a:cubicBezTo>
                  <a:cubicBezTo>
                    <a:pt x="0" y="7112"/>
                    <a:pt x="1198" y="9175"/>
                    <a:pt x="2669" y="9175"/>
                  </a:cubicBezTo>
                  <a:cubicBezTo>
                    <a:pt x="4137" y="9175"/>
                    <a:pt x="5335" y="7112"/>
                    <a:pt x="5335" y="4586"/>
                  </a:cubicBezTo>
                  <a:cubicBezTo>
                    <a:pt x="5335" y="2051"/>
                    <a:pt x="4137" y="0"/>
                    <a:pt x="26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34"/>
            <p:cNvSpPr/>
            <p:nvPr/>
          </p:nvSpPr>
          <p:spPr>
            <a:xfrm>
              <a:off x="5066463" y="3871370"/>
              <a:ext cx="142326" cy="264470"/>
            </a:xfrm>
            <a:custGeom>
              <a:avLst/>
              <a:gdLst/>
              <a:ahLst/>
              <a:cxnLst/>
              <a:rect l="l" t="t" r="r" b="b"/>
              <a:pathLst>
                <a:path w="4612" h="8570" extrusionOk="0">
                  <a:moveTo>
                    <a:pt x="2299" y="1"/>
                  </a:moveTo>
                  <a:cubicBezTo>
                    <a:pt x="1033" y="1"/>
                    <a:pt x="0" y="1921"/>
                    <a:pt x="0" y="4291"/>
                  </a:cubicBezTo>
                  <a:cubicBezTo>
                    <a:pt x="0" y="6649"/>
                    <a:pt x="1033" y="8570"/>
                    <a:pt x="2299" y="8570"/>
                  </a:cubicBezTo>
                  <a:cubicBezTo>
                    <a:pt x="3579" y="8570"/>
                    <a:pt x="4612" y="6649"/>
                    <a:pt x="4612" y="4291"/>
                  </a:cubicBezTo>
                  <a:cubicBezTo>
                    <a:pt x="4612" y="1921"/>
                    <a:pt x="3579" y="1"/>
                    <a:pt x="22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34"/>
            <p:cNvSpPr/>
            <p:nvPr/>
          </p:nvSpPr>
          <p:spPr>
            <a:xfrm>
              <a:off x="5120623" y="3884208"/>
              <a:ext cx="13208" cy="24534"/>
            </a:xfrm>
            <a:custGeom>
              <a:avLst/>
              <a:gdLst/>
              <a:ahLst/>
              <a:cxnLst/>
              <a:rect l="l" t="t" r="r" b="b"/>
              <a:pathLst>
                <a:path w="428" h="795" extrusionOk="0">
                  <a:moveTo>
                    <a:pt x="214" y="0"/>
                  </a:moveTo>
                  <a:cubicBezTo>
                    <a:pt x="94" y="0"/>
                    <a:pt x="0" y="177"/>
                    <a:pt x="0" y="401"/>
                  </a:cubicBezTo>
                  <a:cubicBezTo>
                    <a:pt x="0" y="615"/>
                    <a:pt x="94" y="794"/>
                    <a:pt x="214" y="794"/>
                  </a:cubicBezTo>
                  <a:cubicBezTo>
                    <a:pt x="330" y="794"/>
                    <a:pt x="427" y="615"/>
                    <a:pt x="427" y="401"/>
                  </a:cubicBezTo>
                  <a:cubicBezTo>
                    <a:pt x="427" y="177"/>
                    <a:pt x="330" y="0"/>
                    <a:pt x="214" y="0"/>
                  </a:cubicBezTo>
                  <a:close/>
                </a:path>
              </a:pathLst>
            </a:custGeom>
            <a:solidFill>
              <a:srgbClr val="9A6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34"/>
            <p:cNvSpPr/>
            <p:nvPr/>
          </p:nvSpPr>
          <p:spPr>
            <a:xfrm>
              <a:off x="5120623" y="4097115"/>
              <a:ext cx="13208" cy="24503"/>
            </a:xfrm>
            <a:custGeom>
              <a:avLst/>
              <a:gdLst/>
              <a:ahLst/>
              <a:cxnLst/>
              <a:rect l="l" t="t" r="r" b="b"/>
              <a:pathLst>
                <a:path w="428" h="794" extrusionOk="0">
                  <a:moveTo>
                    <a:pt x="214" y="0"/>
                  </a:moveTo>
                  <a:cubicBezTo>
                    <a:pt x="94" y="0"/>
                    <a:pt x="0" y="177"/>
                    <a:pt x="0" y="390"/>
                  </a:cubicBezTo>
                  <a:cubicBezTo>
                    <a:pt x="0" y="615"/>
                    <a:pt x="94" y="794"/>
                    <a:pt x="214" y="794"/>
                  </a:cubicBezTo>
                  <a:cubicBezTo>
                    <a:pt x="330" y="794"/>
                    <a:pt x="427" y="615"/>
                    <a:pt x="427" y="390"/>
                  </a:cubicBezTo>
                  <a:cubicBezTo>
                    <a:pt x="427" y="177"/>
                    <a:pt x="330" y="0"/>
                    <a:pt x="214" y="0"/>
                  </a:cubicBezTo>
                  <a:close/>
                </a:path>
              </a:pathLst>
            </a:custGeom>
            <a:solidFill>
              <a:srgbClr val="9A6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34"/>
            <p:cNvSpPr/>
            <p:nvPr/>
          </p:nvSpPr>
          <p:spPr>
            <a:xfrm>
              <a:off x="5174691" y="3986573"/>
              <a:ext cx="13208" cy="24626"/>
            </a:xfrm>
            <a:custGeom>
              <a:avLst/>
              <a:gdLst/>
              <a:ahLst/>
              <a:cxnLst/>
              <a:rect l="l" t="t" r="r" b="b"/>
              <a:pathLst>
                <a:path w="428" h="798" extrusionOk="0">
                  <a:moveTo>
                    <a:pt x="214" y="0"/>
                  </a:moveTo>
                  <a:cubicBezTo>
                    <a:pt x="98" y="0"/>
                    <a:pt x="1" y="180"/>
                    <a:pt x="1" y="404"/>
                  </a:cubicBezTo>
                  <a:cubicBezTo>
                    <a:pt x="1" y="618"/>
                    <a:pt x="98" y="797"/>
                    <a:pt x="214" y="797"/>
                  </a:cubicBezTo>
                  <a:cubicBezTo>
                    <a:pt x="334" y="797"/>
                    <a:pt x="428" y="618"/>
                    <a:pt x="428" y="404"/>
                  </a:cubicBezTo>
                  <a:cubicBezTo>
                    <a:pt x="428" y="180"/>
                    <a:pt x="334" y="0"/>
                    <a:pt x="214" y="0"/>
                  </a:cubicBezTo>
                  <a:close/>
                </a:path>
              </a:pathLst>
            </a:custGeom>
            <a:solidFill>
              <a:srgbClr val="9A6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34"/>
            <p:cNvSpPr/>
            <p:nvPr/>
          </p:nvSpPr>
          <p:spPr>
            <a:xfrm>
              <a:off x="5074888" y="4003793"/>
              <a:ext cx="13177" cy="24503"/>
            </a:xfrm>
            <a:custGeom>
              <a:avLst/>
              <a:gdLst/>
              <a:ahLst/>
              <a:cxnLst/>
              <a:rect l="l" t="t" r="r" b="b"/>
              <a:pathLst>
                <a:path w="427" h="794" extrusionOk="0">
                  <a:moveTo>
                    <a:pt x="214" y="0"/>
                  </a:moveTo>
                  <a:cubicBezTo>
                    <a:pt x="94" y="0"/>
                    <a:pt x="0" y="179"/>
                    <a:pt x="0" y="404"/>
                  </a:cubicBezTo>
                  <a:cubicBezTo>
                    <a:pt x="0" y="617"/>
                    <a:pt x="94" y="794"/>
                    <a:pt x="214" y="794"/>
                  </a:cubicBezTo>
                  <a:cubicBezTo>
                    <a:pt x="333" y="794"/>
                    <a:pt x="427" y="617"/>
                    <a:pt x="427" y="404"/>
                  </a:cubicBezTo>
                  <a:cubicBezTo>
                    <a:pt x="427" y="179"/>
                    <a:pt x="333" y="0"/>
                    <a:pt x="214" y="0"/>
                  </a:cubicBezTo>
                  <a:close/>
                </a:path>
              </a:pathLst>
            </a:custGeom>
            <a:solidFill>
              <a:srgbClr val="9A6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34"/>
            <p:cNvSpPr/>
            <p:nvPr/>
          </p:nvSpPr>
          <p:spPr>
            <a:xfrm>
              <a:off x="5132659" y="3885258"/>
              <a:ext cx="39871" cy="185067"/>
            </a:xfrm>
            <a:custGeom>
              <a:avLst/>
              <a:gdLst/>
              <a:ahLst/>
              <a:cxnLst/>
              <a:rect l="l" t="t" r="r" b="b"/>
              <a:pathLst>
                <a:path w="1292" h="5997" extrusionOk="0">
                  <a:moveTo>
                    <a:pt x="296" y="0"/>
                  </a:moveTo>
                  <a:cubicBezTo>
                    <a:pt x="239" y="0"/>
                    <a:pt x="191" y="37"/>
                    <a:pt x="191" y="97"/>
                  </a:cubicBezTo>
                  <a:lnTo>
                    <a:pt x="0" y="3867"/>
                  </a:lnTo>
                  <a:lnTo>
                    <a:pt x="1104" y="5952"/>
                  </a:lnTo>
                  <a:cubicBezTo>
                    <a:pt x="1120" y="5976"/>
                    <a:pt x="1156" y="5997"/>
                    <a:pt x="1192" y="5997"/>
                  </a:cubicBezTo>
                  <a:cubicBezTo>
                    <a:pt x="1207" y="5997"/>
                    <a:pt x="1221" y="5993"/>
                    <a:pt x="1235" y="5986"/>
                  </a:cubicBezTo>
                  <a:cubicBezTo>
                    <a:pt x="1280" y="5963"/>
                    <a:pt x="1292" y="5904"/>
                    <a:pt x="1269" y="5858"/>
                  </a:cubicBezTo>
                  <a:lnTo>
                    <a:pt x="191" y="3818"/>
                  </a:lnTo>
                  <a:lnTo>
                    <a:pt x="381" y="97"/>
                  </a:lnTo>
                  <a:cubicBezTo>
                    <a:pt x="381" y="49"/>
                    <a:pt x="344" y="0"/>
                    <a:pt x="296" y="0"/>
                  </a:cubicBezTo>
                  <a:close/>
                </a:path>
              </a:pathLst>
            </a:custGeom>
            <a:solidFill>
              <a:srgbClr val="1714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34"/>
            <p:cNvSpPr/>
            <p:nvPr/>
          </p:nvSpPr>
          <p:spPr>
            <a:xfrm>
              <a:off x="5120284" y="3984011"/>
              <a:ext cx="21170" cy="39192"/>
            </a:xfrm>
            <a:custGeom>
              <a:avLst/>
              <a:gdLst/>
              <a:ahLst/>
              <a:cxnLst/>
              <a:rect l="l" t="t" r="r" b="b"/>
              <a:pathLst>
                <a:path w="686" h="1270" extrusionOk="0">
                  <a:moveTo>
                    <a:pt x="341" y="1"/>
                  </a:moveTo>
                  <a:cubicBezTo>
                    <a:pt x="154" y="1"/>
                    <a:pt x="0" y="285"/>
                    <a:pt x="0" y="641"/>
                  </a:cubicBezTo>
                  <a:cubicBezTo>
                    <a:pt x="0" y="985"/>
                    <a:pt x="154" y="1270"/>
                    <a:pt x="341" y="1270"/>
                  </a:cubicBezTo>
                  <a:cubicBezTo>
                    <a:pt x="532" y="1270"/>
                    <a:pt x="686" y="985"/>
                    <a:pt x="686" y="641"/>
                  </a:cubicBezTo>
                  <a:cubicBezTo>
                    <a:pt x="686" y="285"/>
                    <a:pt x="532" y="1"/>
                    <a:pt x="341" y="1"/>
                  </a:cubicBez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34"/>
            <p:cNvSpPr/>
            <p:nvPr/>
          </p:nvSpPr>
          <p:spPr>
            <a:xfrm>
              <a:off x="5126425" y="3984011"/>
              <a:ext cx="21263" cy="39192"/>
            </a:xfrm>
            <a:custGeom>
              <a:avLst/>
              <a:gdLst/>
              <a:ahLst/>
              <a:cxnLst/>
              <a:rect l="l" t="t" r="r" b="b"/>
              <a:pathLst>
                <a:path w="689" h="1270" extrusionOk="0">
                  <a:moveTo>
                    <a:pt x="344" y="1"/>
                  </a:moveTo>
                  <a:cubicBezTo>
                    <a:pt x="157" y="1"/>
                    <a:pt x="0" y="285"/>
                    <a:pt x="0" y="641"/>
                  </a:cubicBezTo>
                  <a:cubicBezTo>
                    <a:pt x="0" y="985"/>
                    <a:pt x="157" y="1270"/>
                    <a:pt x="344" y="1270"/>
                  </a:cubicBezTo>
                  <a:cubicBezTo>
                    <a:pt x="535" y="1270"/>
                    <a:pt x="689" y="985"/>
                    <a:pt x="689" y="641"/>
                  </a:cubicBezTo>
                  <a:cubicBezTo>
                    <a:pt x="689" y="285"/>
                    <a:pt x="535" y="1"/>
                    <a:pt x="344" y="1"/>
                  </a:cubicBezTo>
                  <a:close/>
                </a:path>
              </a:pathLst>
            </a:custGeom>
            <a:solidFill>
              <a:srgbClr val="FF71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34"/>
            <p:cNvSpPr/>
            <p:nvPr/>
          </p:nvSpPr>
          <p:spPr>
            <a:xfrm>
              <a:off x="5129388" y="3871370"/>
              <a:ext cx="79773" cy="264470"/>
            </a:xfrm>
            <a:custGeom>
              <a:avLst/>
              <a:gdLst/>
              <a:ahLst/>
              <a:cxnLst/>
              <a:rect l="l" t="t" r="r" b="b"/>
              <a:pathLst>
                <a:path w="2585" h="8570" extrusionOk="0">
                  <a:moveTo>
                    <a:pt x="248" y="1"/>
                  </a:moveTo>
                  <a:cubicBezTo>
                    <a:pt x="166" y="1"/>
                    <a:pt x="83" y="12"/>
                    <a:pt x="1" y="24"/>
                  </a:cubicBezTo>
                  <a:cubicBezTo>
                    <a:pt x="1173" y="263"/>
                    <a:pt x="2086" y="2075"/>
                    <a:pt x="2086" y="4291"/>
                  </a:cubicBezTo>
                  <a:cubicBezTo>
                    <a:pt x="2086" y="6496"/>
                    <a:pt x="1173" y="8322"/>
                    <a:pt x="1" y="8547"/>
                  </a:cubicBezTo>
                  <a:cubicBezTo>
                    <a:pt x="83" y="8558"/>
                    <a:pt x="166" y="8570"/>
                    <a:pt x="248" y="8570"/>
                  </a:cubicBezTo>
                  <a:cubicBezTo>
                    <a:pt x="1540" y="8570"/>
                    <a:pt x="2584" y="6649"/>
                    <a:pt x="2584" y="4291"/>
                  </a:cubicBezTo>
                  <a:cubicBezTo>
                    <a:pt x="2584" y="1921"/>
                    <a:pt x="1540" y="1"/>
                    <a:pt x="248" y="1"/>
                  </a:cubicBez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34"/>
            <p:cNvSpPr/>
            <p:nvPr/>
          </p:nvSpPr>
          <p:spPr>
            <a:xfrm>
              <a:off x="5064951" y="3871370"/>
              <a:ext cx="144209" cy="264470"/>
            </a:xfrm>
            <a:custGeom>
              <a:avLst/>
              <a:gdLst/>
              <a:ahLst/>
              <a:cxnLst/>
              <a:rect l="l" t="t" r="r" b="b"/>
              <a:pathLst>
                <a:path w="4673" h="8570" extrusionOk="0">
                  <a:moveTo>
                    <a:pt x="2336" y="95"/>
                  </a:moveTo>
                  <a:cubicBezTo>
                    <a:pt x="2931" y="95"/>
                    <a:pt x="3474" y="522"/>
                    <a:pt x="3901" y="1304"/>
                  </a:cubicBezTo>
                  <a:cubicBezTo>
                    <a:pt x="4339" y="2098"/>
                    <a:pt x="4578" y="3164"/>
                    <a:pt x="4578" y="4291"/>
                  </a:cubicBezTo>
                  <a:cubicBezTo>
                    <a:pt x="4578" y="5418"/>
                    <a:pt x="4339" y="6473"/>
                    <a:pt x="3901" y="7278"/>
                  </a:cubicBezTo>
                  <a:cubicBezTo>
                    <a:pt x="3474" y="8049"/>
                    <a:pt x="2931" y="8476"/>
                    <a:pt x="2336" y="8476"/>
                  </a:cubicBezTo>
                  <a:cubicBezTo>
                    <a:pt x="1745" y="8476"/>
                    <a:pt x="1198" y="8049"/>
                    <a:pt x="772" y="7278"/>
                  </a:cubicBezTo>
                  <a:cubicBezTo>
                    <a:pt x="334" y="6473"/>
                    <a:pt x="98" y="5418"/>
                    <a:pt x="98" y="4291"/>
                  </a:cubicBezTo>
                  <a:cubicBezTo>
                    <a:pt x="98" y="3164"/>
                    <a:pt x="334" y="2098"/>
                    <a:pt x="772" y="1304"/>
                  </a:cubicBezTo>
                  <a:cubicBezTo>
                    <a:pt x="1198" y="522"/>
                    <a:pt x="1745" y="95"/>
                    <a:pt x="2336" y="95"/>
                  </a:cubicBezTo>
                  <a:close/>
                  <a:moveTo>
                    <a:pt x="2336" y="1"/>
                  </a:moveTo>
                  <a:cubicBezTo>
                    <a:pt x="1045" y="1"/>
                    <a:pt x="1" y="1921"/>
                    <a:pt x="1" y="4291"/>
                  </a:cubicBezTo>
                  <a:cubicBezTo>
                    <a:pt x="1" y="6649"/>
                    <a:pt x="1045" y="8570"/>
                    <a:pt x="2336" y="8570"/>
                  </a:cubicBezTo>
                  <a:cubicBezTo>
                    <a:pt x="3628" y="8570"/>
                    <a:pt x="4672" y="6649"/>
                    <a:pt x="4672" y="4291"/>
                  </a:cubicBezTo>
                  <a:cubicBezTo>
                    <a:pt x="4672" y="1921"/>
                    <a:pt x="3628" y="1"/>
                    <a:pt x="2336" y="1"/>
                  </a:cubicBezTo>
                  <a:close/>
                </a:path>
              </a:pathLst>
            </a:custGeom>
            <a:solidFill>
              <a:srgbClr val="3F37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34"/>
            <p:cNvSpPr/>
            <p:nvPr/>
          </p:nvSpPr>
          <p:spPr>
            <a:xfrm>
              <a:off x="4993663" y="3825357"/>
              <a:ext cx="104677" cy="93876"/>
            </a:xfrm>
            <a:custGeom>
              <a:avLst/>
              <a:gdLst/>
              <a:ahLst/>
              <a:cxnLst/>
              <a:rect l="l" t="t" r="r" b="b"/>
              <a:pathLst>
                <a:path w="3392" h="3042" extrusionOk="0">
                  <a:moveTo>
                    <a:pt x="2105" y="0"/>
                  </a:moveTo>
                  <a:cubicBezTo>
                    <a:pt x="1651" y="0"/>
                    <a:pt x="1144" y="224"/>
                    <a:pt x="746" y="650"/>
                  </a:cubicBezTo>
                  <a:cubicBezTo>
                    <a:pt x="95" y="1338"/>
                    <a:pt x="1" y="2297"/>
                    <a:pt x="521" y="2784"/>
                  </a:cubicBezTo>
                  <a:cubicBezTo>
                    <a:pt x="707" y="2960"/>
                    <a:pt x="928" y="3041"/>
                    <a:pt x="1165" y="3041"/>
                  </a:cubicBezTo>
                  <a:cubicBezTo>
                    <a:pt x="1596" y="3041"/>
                    <a:pt x="2081" y="2773"/>
                    <a:pt x="2501" y="2323"/>
                  </a:cubicBezTo>
                  <a:cubicBezTo>
                    <a:pt x="3142" y="1634"/>
                    <a:pt x="3392" y="781"/>
                    <a:pt x="2868" y="283"/>
                  </a:cubicBezTo>
                  <a:cubicBezTo>
                    <a:pt x="2665" y="93"/>
                    <a:pt x="2396" y="0"/>
                    <a:pt x="2105" y="0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34"/>
            <p:cNvSpPr/>
            <p:nvPr/>
          </p:nvSpPr>
          <p:spPr>
            <a:xfrm>
              <a:off x="5010883" y="3834677"/>
              <a:ext cx="46105" cy="41445"/>
            </a:xfrm>
            <a:custGeom>
              <a:avLst/>
              <a:gdLst/>
              <a:ahLst/>
              <a:cxnLst/>
              <a:rect l="l" t="t" r="r" b="b"/>
              <a:pathLst>
                <a:path w="1494" h="1343" extrusionOk="0">
                  <a:moveTo>
                    <a:pt x="930" y="0"/>
                  </a:moveTo>
                  <a:cubicBezTo>
                    <a:pt x="728" y="0"/>
                    <a:pt x="505" y="100"/>
                    <a:pt x="330" y="288"/>
                  </a:cubicBezTo>
                  <a:cubicBezTo>
                    <a:pt x="46" y="584"/>
                    <a:pt x="0" y="1011"/>
                    <a:pt x="225" y="1224"/>
                  </a:cubicBezTo>
                  <a:cubicBezTo>
                    <a:pt x="309" y="1305"/>
                    <a:pt x="409" y="1342"/>
                    <a:pt x="515" y="1342"/>
                  </a:cubicBezTo>
                  <a:cubicBezTo>
                    <a:pt x="706" y="1342"/>
                    <a:pt x="918" y="1222"/>
                    <a:pt x="1101" y="1025"/>
                  </a:cubicBezTo>
                  <a:cubicBezTo>
                    <a:pt x="1386" y="715"/>
                    <a:pt x="1494" y="337"/>
                    <a:pt x="1269" y="123"/>
                  </a:cubicBezTo>
                  <a:cubicBezTo>
                    <a:pt x="1176" y="40"/>
                    <a:pt x="1057" y="0"/>
                    <a:pt x="930" y="0"/>
                  </a:cubicBezTo>
                  <a:close/>
                </a:path>
              </a:pathLst>
            </a:custGeom>
            <a:solidFill>
              <a:srgbClr val="EC85E3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34"/>
            <p:cNvSpPr/>
            <p:nvPr/>
          </p:nvSpPr>
          <p:spPr>
            <a:xfrm>
              <a:off x="5059859" y="4125352"/>
              <a:ext cx="30767" cy="40211"/>
            </a:xfrm>
            <a:custGeom>
              <a:avLst/>
              <a:gdLst/>
              <a:ahLst/>
              <a:cxnLst/>
              <a:rect l="l" t="t" r="r" b="b"/>
              <a:pathLst>
                <a:path w="997" h="1303" extrusionOk="0">
                  <a:moveTo>
                    <a:pt x="656" y="0"/>
                  </a:moveTo>
                  <a:cubicBezTo>
                    <a:pt x="533" y="0"/>
                    <a:pt x="422" y="72"/>
                    <a:pt x="368" y="198"/>
                  </a:cubicBezTo>
                  <a:lnTo>
                    <a:pt x="24" y="1077"/>
                  </a:lnTo>
                  <a:cubicBezTo>
                    <a:pt x="1" y="1148"/>
                    <a:pt x="12" y="1219"/>
                    <a:pt x="72" y="1264"/>
                  </a:cubicBezTo>
                  <a:cubicBezTo>
                    <a:pt x="108" y="1290"/>
                    <a:pt x="146" y="1303"/>
                    <a:pt x="183" y="1303"/>
                  </a:cubicBezTo>
                  <a:cubicBezTo>
                    <a:pt x="231" y="1303"/>
                    <a:pt x="276" y="1282"/>
                    <a:pt x="308" y="1242"/>
                  </a:cubicBezTo>
                  <a:lnTo>
                    <a:pt x="891" y="496"/>
                  </a:lnTo>
                  <a:cubicBezTo>
                    <a:pt x="914" y="471"/>
                    <a:pt x="925" y="448"/>
                    <a:pt x="937" y="411"/>
                  </a:cubicBezTo>
                  <a:cubicBezTo>
                    <a:pt x="997" y="257"/>
                    <a:pt x="925" y="81"/>
                    <a:pt x="772" y="21"/>
                  </a:cubicBezTo>
                  <a:cubicBezTo>
                    <a:pt x="733" y="7"/>
                    <a:pt x="694" y="0"/>
                    <a:pt x="65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34"/>
            <p:cNvSpPr/>
            <p:nvPr/>
          </p:nvSpPr>
          <p:spPr>
            <a:xfrm>
              <a:off x="5064951" y="3886739"/>
              <a:ext cx="124458" cy="148159"/>
            </a:xfrm>
            <a:custGeom>
              <a:avLst/>
              <a:gdLst/>
              <a:ahLst/>
              <a:cxnLst/>
              <a:rect l="l" t="t" r="r" b="b"/>
              <a:pathLst>
                <a:path w="4033" h="4801" extrusionOk="0">
                  <a:moveTo>
                    <a:pt x="3429" y="1"/>
                  </a:moveTo>
                  <a:lnTo>
                    <a:pt x="15" y="3415"/>
                  </a:lnTo>
                  <a:cubicBezTo>
                    <a:pt x="1" y="3546"/>
                    <a:pt x="1" y="3662"/>
                    <a:pt x="1" y="3793"/>
                  </a:cubicBezTo>
                  <a:cubicBezTo>
                    <a:pt x="1" y="4137"/>
                    <a:pt x="26" y="4470"/>
                    <a:pt x="72" y="4800"/>
                  </a:cubicBezTo>
                  <a:lnTo>
                    <a:pt x="1472" y="3392"/>
                  </a:lnTo>
                  <a:cubicBezTo>
                    <a:pt x="2325" y="2538"/>
                    <a:pt x="3179" y="1685"/>
                    <a:pt x="4032" y="843"/>
                  </a:cubicBezTo>
                  <a:cubicBezTo>
                    <a:pt x="3856" y="499"/>
                    <a:pt x="3654" y="214"/>
                    <a:pt x="3429" y="1"/>
                  </a:cubicBezTo>
                  <a:close/>
                </a:path>
              </a:pathLst>
            </a:custGeom>
            <a:solidFill>
              <a:srgbClr val="EAE3FF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34"/>
            <p:cNvSpPr/>
            <p:nvPr/>
          </p:nvSpPr>
          <p:spPr>
            <a:xfrm>
              <a:off x="5090596" y="3987005"/>
              <a:ext cx="118564" cy="126187"/>
            </a:xfrm>
            <a:custGeom>
              <a:avLst/>
              <a:gdLst/>
              <a:ahLst/>
              <a:cxnLst/>
              <a:rect l="l" t="t" r="r" b="b"/>
              <a:pathLst>
                <a:path w="3842" h="4089" extrusionOk="0">
                  <a:moveTo>
                    <a:pt x="3818" y="1"/>
                  </a:moveTo>
                  <a:cubicBezTo>
                    <a:pt x="3451" y="368"/>
                    <a:pt x="3082" y="746"/>
                    <a:pt x="2703" y="1113"/>
                  </a:cubicBezTo>
                  <a:cubicBezTo>
                    <a:pt x="1801" y="2015"/>
                    <a:pt x="902" y="2917"/>
                    <a:pt x="1" y="3816"/>
                  </a:cubicBezTo>
                  <a:cubicBezTo>
                    <a:pt x="72" y="3912"/>
                    <a:pt x="131" y="4006"/>
                    <a:pt x="202" y="4089"/>
                  </a:cubicBezTo>
                  <a:lnTo>
                    <a:pt x="3841" y="462"/>
                  </a:lnTo>
                  <a:cubicBezTo>
                    <a:pt x="3841" y="308"/>
                    <a:pt x="3830" y="154"/>
                    <a:pt x="3818" y="1"/>
                  </a:cubicBezTo>
                  <a:close/>
                </a:path>
              </a:pathLst>
            </a:custGeom>
            <a:solidFill>
              <a:srgbClr val="EAE3FF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34"/>
            <p:cNvSpPr/>
            <p:nvPr/>
          </p:nvSpPr>
          <p:spPr>
            <a:xfrm>
              <a:off x="5010513" y="3829308"/>
              <a:ext cx="65886" cy="91099"/>
            </a:xfrm>
            <a:custGeom>
              <a:avLst/>
              <a:gdLst/>
              <a:ahLst/>
              <a:cxnLst/>
              <a:rect l="l" t="t" r="r" b="b"/>
              <a:pathLst>
                <a:path w="2135" h="2952" extrusionOk="0">
                  <a:moveTo>
                    <a:pt x="2101" y="1"/>
                  </a:moveTo>
                  <a:cubicBezTo>
                    <a:pt x="1645" y="1"/>
                    <a:pt x="1129" y="225"/>
                    <a:pt x="735" y="641"/>
                  </a:cubicBezTo>
                  <a:cubicBezTo>
                    <a:pt x="95" y="1327"/>
                    <a:pt x="1" y="2277"/>
                    <a:pt x="510" y="2764"/>
                  </a:cubicBezTo>
                  <a:cubicBezTo>
                    <a:pt x="604" y="2846"/>
                    <a:pt x="712" y="2906"/>
                    <a:pt x="817" y="2951"/>
                  </a:cubicBezTo>
                  <a:cubicBezTo>
                    <a:pt x="817" y="2940"/>
                    <a:pt x="829" y="2929"/>
                    <a:pt x="854" y="2917"/>
                  </a:cubicBezTo>
                  <a:cubicBezTo>
                    <a:pt x="769" y="2880"/>
                    <a:pt x="687" y="2821"/>
                    <a:pt x="615" y="2764"/>
                  </a:cubicBezTo>
                  <a:cubicBezTo>
                    <a:pt x="95" y="2277"/>
                    <a:pt x="200" y="1327"/>
                    <a:pt x="840" y="641"/>
                  </a:cubicBezTo>
                  <a:cubicBezTo>
                    <a:pt x="1221" y="237"/>
                    <a:pt x="1694" y="24"/>
                    <a:pt x="2135" y="1"/>
                  </a:cubicBezTo>
                  <a:cubicBezTo>
                    <a:pt x="2123" y="1"/>
                    <a:pt x="2112" y="1"/>
                    <a:pt x="21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4" name="Google Shape;864;p34"/>
          <p:cNvSpPr/>
          <p:nvPr/>
        </p:nvSpPr>
        <p:spPr>
          <a:xfrm>
            <a:off x="5232625" y="2213239"/>
            <a:ext cx="801358" cy="910417"/>
          </a:xfrm>
          <a:custGeom>
            <a:avLst/>
            <a:gdLst/>
            <a:ahLst/>
            <a:cxnLst/>
            <a:rect l="l" t="t" r="r" b="b"/>
            <a:pathLst>
              <a:path w="8869" h="10076" extrusionOk="0">
                <a:moveTo>
                  <a:pt x="4663" y="0"/>
                </a:moveTo>
                <a:cubicBezTo>
                  <a:pt x="4658" y="0"/>
                  <a:pt x="4654" y="1"/>
                  <a:pt x="4649" y="1"/>
                </a:cubicBezTo>
                <a:cubicBezTo>
                  <a:pt x="2052" y="203"/>
                  <a:pt x="1" y="2382"/>
                  <a:pt x="15" y="5040"/>
                </a:cubicBezTo>
                <a:cubicBezTo>
                  <a:pt x="15" y="7814"/>
                  <a:pt x="2288" y="10075"/>
                  <a:pt x="5043" y="10075"/>
                </a:cubicBezTo>
                <a:cubicBezTo>
                  <a:pt x="5066" y="10075"/>
                  <a:pt x="5088" y="10075"/>
                  <a:pt x="5110" y="10075"/>
                </a:cubicBezTo>
                <a:cubicBezTo>
                  <a:pt x="6581" y="10064"/>
                  <a:pt x="7910" y="9412"/>
                  <a:pt x="8820" y="8394"/>
                </a:cubicBezTo>
                <a:cubicBezTo>
                  <a:pt x="8868" y="8334"/>
                  <a:pt x="8820" y="8251"/>
                  <a:pt x="8749" y="8251"/>
                </a:cubicBezTo>
                <a:cubicBezTo>
                  <a:pt x="5964" y="8251"/>
                  <a:pt x="3699" y="5987"/>
                  <a:pt x="3699" y="3202"/>
                </a:cubicBezTo>
                <a:cubicBezTo>
                  <a:pt x="3699" y="2052"/>
                  <a:pt x="4080" y="997"/>
                  <a:pt x="4732" y="144"/>
                </a:cubicBezTo>
                <a:cubicBezTo>
                  <a:pt x="4777" y="87"/>
                  <a:pt x="4737" y="0"/>
                  <a:pt x="4663" y="0"/>
                </a:cubicBezTo>
                <a:close/>
              </a:path>
            </a:pathLst>
          </a:custGeom>
          <a:solidFill>
            <a:srgbClr val="EAE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5" name="Google Shape;865;p34"/>
          <p:cNvGrpSpPr/>
          <p:nvPr/>
        </p:nvGrpSpPr>
        <p:grpSpPr>
          <a:xfrm rot="1456717">
            <a:off x="4829867" y="3680797"/>
            <a:ext cx="1488975" cy="798288"/>
            <a:chOff x="7128900" y="211575"/>
            <a:chExt cx="1736325" cy="930901"/>
          </a:xfrm>
        </p:grpSpPr>
        <p:sp>
          <p:nvSpPr>
            <p:cNvPr id="866" name="Google Shape;866;p34"/>
            <p:cNvSpPr/>
            <p:nvPr/>
          </p:nvSpPr>
          <p:spPr>
            <a:xfrm rot="-665562">
              <a:off x="7164234" y="578536"/>
              <a:ext cx="414494" cy="407534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lvl="0" algn="ctr"/>
              <a:r>
                <a:rPr b="0" i="0"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noFill/>
                  <a:latin typeface="Fredoka One"/>
                </a:rPr>
                <a:t>z</a:t>
              </a:r>
            </a:p>
          </p:txBody>
        </p:sp>
        <p:sp>
          <p:nvSpPr>
            <p:cNvPr id="867" name="Google Shape;867;p34"/>
            <p:cNvSpPr/>
            <p:nvPr/>
          </p:nvSpPr>
          <p:spPr>
            <a:xfrm rot="1035015">
              <a:off x="7718641" y="260278"/>
              <a:ext cx="404653" cy="502242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lvl="0" algn="ctr"/>
              <a:r>
                <a:rPr b="0" i="0"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noFill/>
                  <a:latin typeface="Fredoka One"/>
                </a:rPr>
                <a:t>Z</a:t>
              </a:r>
            </a:p>
          </p:txBody>
        </p:sp>
        <p:sp>
          <p:nvSpPr>
            <p:cNvPr id="868" name="Google Shape;868;p34"/>
            <p:cNvSpPr/>
            <p:nvPr/>
          </p:nvSpPr>
          <p:spPr>
            <a:xfrm rot="552470">
              <a:off x="8241636" y="393176"/>
              <a:ext cx="570603" cy="708209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lvl="0" algn="ctr"/>
              <a:r>
                <a:rPr b="0" i="0"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noFill/>
                  <a:latin typeface="Fredoka One"/>
                </a:rPr>
                <a:t>Z</a:t>
              </a:r>
            </a:p>
          </p:txBody>
        </p:sp>
      </p:grpSp>
      <p:grpSp>
        <p:nvGrpSpPr>
          <p:cNvPr id="869" name="Google Shape;869;p34"/>
          <p:cNvGrpSpPr/>
          <p:nvPr/>
        </p:nvGrpSpPr>
        <p:grpSpPr>
          <a:xfrm>
            <a:off x="8347962" y="2802823"/>
            <a:ext cx="373340" cy="1406218"/>
            <a:chOff x="10945362" y="2723798"/>
            <a:chExt cx="373340" cy="1406218"/>
          </a:xfrm>
        </p:grpSpPr>
        <p:sp>
          <p:nvSpPr>
            <p:cNvPr id="870" name="Google Shape;870;p34"/>
            <p:cNvSpPr/>
            <p:nvPr/>
          </p:nvSpPr>
          <p:spPr>
            <a:xfrm>
              <a:off x="11084325" y="3702102"/>
              <a:ext cx="37878" cy="37878"/>
            </a:xfrm>
            <a:custGeom>
              <a:avLst/>
              <a:gdLst/>
              <a:ahLst/>
              <a:cxnLst/>
              <a:rect l="l" t="t" r="r" b="b"/>
              <a:pathLst>
                <a:path w="192" h="192" extrusionOk="0">
                  <a:moveTo>
                    <a:pt x="98" y="1"/>
                  </a:moveTo>
                  <a:cubicBezTo>
                    <a:pt x="38" y="1"/>
                    <a:pt x="1" y="35"/>
                    <a:pt x="1" y="95"/>
                  </a:cubicBezTo>
                  <a:cubicBezTo>
                    <a:pt x="1" y="143"/>
                    <a:pt x="38" y="192"/>
                    <a:pt x="98" y="192"/>
                  </a:cubicBezTo>
                  <a:cubicBezTo>
                    <a:pt x="143" y="192"/>
                    <a:pt x="191" y="143"/>
                    <a:pt x="191" y="95"/>
                  </a:cubicBezTo>
                  <a:cubicBezTo>
                    <a:pt x="191" y="35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34"/>
            <p:cNvSpPr/>
            <p:nvPr/>
          </p:nvSpPr>
          <p:spPr>
            <a:xfrm>
              <a:off x="10945362" y="3007911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17"/>
                    <a:pt x="35" y="143"/>
                    <a:pt x="72" y="143"/>
                  </a:cubicBezTo>
                  <a:cubicBezTo>
                    <a:pt x="106" y="143"/>
                    <a:pt x="143" y="117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4"/>
            <p:cNvSpPr/>
            <p:nvPr/>
          </p:nvSpPr>
          <p:spPr>
            <a:xfrm>
              <a:off x="11089455" y="3126813"/>
              <a:ext cx="28211" cy="28409"/>
            </a:xfrm>
            <a:custGeom>
              <a:avLst/>
              <a:gdLst/>
              <a:ahLst/>
              <a:cxnLst/>
              <a:rect l="l" t="t" r="r" b="b"/>
              <a:pathLst>
                <a:path w="143" h="144" extrusionOk="0">
                  <a:moveTo>
                    <a:pt x="72" y="1"/>
                  </a:moveTo>
                  <a:cubicBezTo>
                    <a:pt x="23" y="1"/>
                    <a:pt x="0" y="24"/>
                    <a:pt x="0" y="72"/>
                  </a:cubicBezTo>
                  <a:cubicBezTo>
                    <a:pt x="0" y="106"/>
                    <a:pt x="23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24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4"/>
            <p:cNvSpPr/>
            <p:nvPr/>
          </p:nvSpPr>
          <p:spPr>
            <a:xfrm>
              <a:off x="10952517" y="2809586"/>
              <a:ext cx="37878" cy="37878"/>
            </a:xfrm>
            <a:custGeom>
              <a:avLst/>
              <a:gdLst/>
              <a:ahLst/>
              <a:cxnLst/>
              <a:rect l="l" t="t" r="r" b="b"/>
              <a:pathLst>
                <a:path w="192" h="192" extrusionOk="0">
                  <a:moveTo>
                    <a:pt x="94" y="1"/>
                  </a:moveTo>
                  <a:cubicBezTo>
                    <a:pt x="49" y="1"/>
                    <a:pt x="1" y="35"/>
                    <a:pt x="1" y="95"/>
                  </a:cubicBezTo>
                  <a:cubicBezTo>
                    <a:pt x="1" y="143"/>
                    <a:pt x="49" y="191"/>
                    <a:pt x="94" y="191"/>
                  </a:cubicBezTo>
                  <a:cubicBezTo>
                    <a:pt x="154" y="191"/>
                    <a:pt x="191" y="143"/>
                    <a:pt x="191" y="95"/>
                  </a:cubicBezTo>
                  <a:cubicBezTo>
                    <a:pt x="191" y="35"/>
                    <a:pt x="154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4"/>
            <p:cNvSpPr/>
            <p:nvPr/>
          </p:nvSpPr>
          <p:spPr>
            <a:xfrm>
              <a:off x="11274116" y="3762866"/>
              <a:ext cx="40048" cy="40048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4" y="0"/>
                  </a:moveTo>
                  <a:cubicBezTo>
                    <a:pt x="46" y="0"/>
                    <a:pt x="0" y="37"/>
                    <a:pt x="0" y="97"/>
                  </a:cubicBezTo>
                  <a:cubicBezTo>
                    <a:pt x="0" y="154"/>
                    <a:pt x="46" y="202"/>
                    <a:pt x="94" y="202"/>
                  </a:cubicBezTo>
                  <a:cubicBezTo>
                    <a:pt x="154" y="202"/>
                    <a:pt x="202" y="154"/>
                    <a:pt x="202" y="97"/>
                  </a:cubicBezTo>
                  <a:cubicBezTo>
                    <a:pt x="202" y="37"/>
                    <a:pt x="154" y="0"/>
                    <a:pt x="94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4"/>
            <p:cNvSpPr/>
            <p:nvPr/>
          </p:nvSpPr>
          <p:spPr>
            <a:xfrm>
              <a:off x="11016458" y="4090559"/>
              <a:ext cx="40048" cy="39457"/>
            </a:xfrm>
            <a:custGeom>
              <a:avLst/>
              <a:gdLst/>
              <a:ahLst/>
              <a:cxnLst/>
              <a:rect l="l" t="t" r="r" b="b"/>
              <a:pathLst>
                <a:path w="203" h="200" extrusionOk="0">
                  <a:moveTo>
                    <a:pt x="109" y="1"/>
                  </a:moveTo>
                  <a:cubicBezTo>
                    <a:pt x="49" y="1"/>
                    <a:pt x="1" y="46"/>
                    <a:pt x="1" y="95"/>
                  </a:cubicBezTo>
                  <a:cubicBezTo>
                    <a:pt x="1" y="154"/>
                    <a:pt x="49" y="200"/>
                    <a:pt x="109" y="200"/>
                  </a:cubicBezTo>
                  <a:cubicBezTo>
                    <a:pt x="169" y="200"/>
                    <a:pt x="203" y="154"/>
                    <a:pt x="203" y="95"/>
                  </a:cubicBezTo>
                  <a:cubicBezTo>
                    <a:pt x="203" y="46"/>
                    <a:pt x="169" y="1"/>
                    <a:pt x="109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4"/>
            <p:cNvSpPr/>
            <p:nvPr/>
          </p:nvSpPr>
          <p:spPr>
            <a:xfrm>
              <a:off x="10990402" y="3324798"/>
              <a:ext cx="26041" cy="23279"/>
            </a:xfrm>
            <a:custGeom>
              <a:avLst/>
              <a:gdLst/>
              <a:ahLst/>
              <a:cxnLst/>
              <a:rect l="l" t="t" r="r" b="b"/>
              <a:pathLst>
                <a:path w="132" h="118" extrusionOk="0">
                  <a:moveTo>
                    <a:pt x="72" y="1"/>
                  </a:moveTo>
                  <a:cubicBezTo>
                    <a:pt x="38" y="1"/>
                    <a:pt x="1" y="24"/>
                    <a:pt x="1" y="58"/>
                  </a:cubicBezTo>
                  <a:cubicBezTo>
                    <a:pt x="1" y="95"/>
                    <a:pt x="38" y="118"/>
                    <a:pt x="72" y="118"/>
                  </a:cubicBezTo>
                  <a:cubicBezTo>
                    <a:pt x="109" y="118"/>
                    <a:pt x="132" y="95"/>
                    <a:pt x="132" y="58"/>
                  </a:cubicBezTo>
                  <a:cubicBezTo>
                    <a:pt x="132" y="24"/>
                    <a:pt x="109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4"/>
            <p:cNvSpPr/>
            <p:nvPr/>
          </p:nvSpPr>
          <p:spPr>
            <a:xfrm>
              <a:off x="11292661" y="3557293"/>
              <a:ext cx="26041" cy="25647"/>
            </a:xfrm>
            <a:custGeom>
              <a:avLst/>
              <a:gdLst/>
              <a:ahLst/>
              <a:cxnLst/>
              <a:rect l="l" t="t" r="r" b="b"/>
              <a:pathLst>
                <a:path w="132" h="130" extrusionOk="0">
                  <a:moveTo>
                    <a:pt x="60" y="1"/>
                  </a:moveTo>
                  <a:cubicBezTo>
                    <a:pt x="23" y="1"/>
                    <a:pt x="0" y="35"/>
                    <a:pt x="0" y="72"/>
                  </a:cubicBezTo>
                  <a:cubicBezTo>
                    <a:pt x="0" y="95"/>
                    <a:pt x="23" y="129"/>
                    <a:pt x="60" y="129"/>
                  </a:cubicBezTo>
                  <a:cubicBezTo>
                    <a:pt x="94" y="129"/>
                    <a:pt x="131" y="95"/>
                    <a:pt x="131" y="72"/>
                  </a:cubicBezTo>
                  <a:cubicBezTo>
                    <a:pt x="131" y="35"/>
                    <a:pt x="94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4"/>
            <p:cNvSpPr/>
            <p:nvPr/>
          </p:nvSpPr>
          <p:spPr>
            <a:xfrm>
              <a:off x="11168567" y="3905307"/>
              <a:ext cx="23871" cy="26041"/>
            </a:xfrm>
            <a:custGeom>
              <a:avLst/>
              <a:gdLst/>
              <a:ahLst/>
              <a:cxnLst/>
              <a:rect l="l" t="t" r="r" b="b"/>
              <a:pathLst>
                <a:path w="121" h="132" extrusionOk="0">
                  <a:moveTo>
                    <a:pt x="60" y="1"/>
                  </a:moveTo>
                  <a:cubicBezTo>
                    <a:pt x="26" y="1"/>
                    <a:pt x="1" y="38"/>
                    <a:pt x="1" y="72"/>
                  </a:cubicBezTo>
                  <a:cubicBezTo>
                    <a:pt x="1" y="98"/>
                    <a:pt x="26" y="132"/>
                    <a:pt x="60" y="132"/>
                  </a:cubicBezTo>
                  <a:cubicBezTo>
                    <a:pt x="97" y="132"/>
                    <a:pt x="120" y="98"/>
                    <a:pt x="120" y="72"/>
                  </a:cubicBezTo>
                  <a:cubicBezTo>
                    <a:pt x="120" y="38"/>
                    <a:pt x="97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4"/>
            <p:cNvSpPr/>
            <p:nvPr/>
          </p:nvSpPr>
          <p:spPr>
            <a:xfrm>
              <a:off x="11124177" y="3491794"/>
              <a:ext cx="26041" cy="25844"/>
            </a:xfrm>
            <a:custGeom>
              <a:avLst/>
              <a:gdLst/>
              <a:ahLst/>
              <a:cxnLst/>
              <a:rect l="l" t="t" r="r" b="b"/>
              <a:pathLst>
                <a:path w="132" h="131" extrusionOk="0">
                  <a:moveTo>
                    <a:pt x="72" y="0"/>
                  </a:moveTo>
                  <a:cubicBezTo>
                    <a:pt x="38" y="0"/>
                    <a:pt x="1" y="23"/>
                    <a:pt x="1" y="71"/>
                  </a:cubicBezTo>
                  <a:cubicBezTo>
                    <a:pt x="1" y="105"/>
                    <a:pt x="38" y="131"/>
                    <a:pt x="72" y="131"/>
                  </a:cubicBezTo>
                  <a:cubicBezTo>
                    <a:pt x="109" y="131"/>
                    <a:pt x="132" y="105"/>
                    <a:pt x="132" y="71"/>
                  </a:cubicBezTo>
                  <a:cubicBezTo>
                    <a:pt x="132" y="23"/>
                    <a:pt x="109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4"/>
            <p:cNvSpPr/>
            <p:nvPr/>
          </p:nvSpPr>
          <p:spPr>
            <a:xfrm>
              <a:off x="11090542" y="2723798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0"/>
                  </a:moveTo>
                  <a:cubicBezTo>
                    <a:pt x="26" y="0"/>
                    <a:pt x="1" y="37"/>
                    <a:pt x="1" y="72"/>
                  </a:cubicBezTo>
                  <a:cubicBezTo>
                    <a:pt x="1" y="109"/>
                    <a:pt x="26" y="131"/>
                    <a:pt x="61" y="131"/>
                  </a:cubicBezTo>
                  <a:cubicBezTo>
                    <a:pt x="98" y="131"/>
                    <a:pt x="132" y="109"/>
                    <a:pt x="132" y="72"/>
                  </a:cubicBezTo>
                  <a:cubicBezTo>
                    <a:pt x="132" y="37"/>
                    <a:pt x="98" y="0"/>
                    <a:pt x="61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4"/>
            <p:cNvSpPr/>
            <p:nvPr/>
          </p:nvSpPr>
          <p:spPr>
            <a:xfrm>
              <a:off x="11182766" y="2945755"/>
              <a:ext cx="23674" cy="26041"/>
            </a:xfrm>
            <a:custGeom>
              <a:avLst/>
              <a:gdLst/>
              <a:ahLst/>
              <a:cxnLst/>
              <a:rect l="l" t="t" r="r" b="b"/>
              <a:pathLst>
                <a:path w="120" h="132" extrusionOk="0">
                  <a:moveTo>
                    <a:pt x="60" y="0"/>
                  </a:moveTo>
                  <a:cubicBezTo>
                    <a:pt x="23" y="0"/>
                    <a:pt x="0" y="23"/>
                    <a:pt x="0" y="60"/>
                  </a:cubicBezTo>
                  <a:cubicBezTo>
                    <a:pt x="0" y="94"/>
                    <a:pt x="23" y="131"/>
                    <a:pt x="60" y="131"/>
                  </a:cubicBezTo>
                  <a:cubicBezTo>
                    <a:pt x="94" y="131"/>
                    <a:pt x="120" y="94"/>
                    <a:pt x="120" y="60"/>
                  </a:cubicBezTo>
                  <a:cubicBezTo>
                    <a:pt x="120" y="23"/>
                    <a:pt x="94" y="0"/>
                    <a:pt x="60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34"/>
            <p:cNvSpPr/>
            <p:nvPr/>
          </p:nvSpPr>
          <p:spPr>
            <a:xfrm>
              <a:off x="11233464" y="3196556"/>
              <a:ext cx="20912" cy="20912"/>
            </a:xfrm>
            <a:custGeom>
              <a:avLst/>
              <a:gdLst/>
              <a:ahLst/>
              <a:cxnLst/>
              <a:rect l="l" t="t" r="r" b="b"/>
              <a:pathLst>
                <a:path w="106" h="106" extrusionOk="0">
                  <a:moveTo>
                    <a:pt x="46" y="0"/>
                  </a:moveTo>
                  <a:cubicBezTo>
                    <a:pt x="23" y="0"/>
                    <a:pt x="0" y="23"/>
                    <a:pt x="0" y="48"/>
                  </a:cubicBezTo>
                  <a:cubicBezTo>
                    <a:pt x="0" y="83"/>
                    <a:pt x="23" y="105"/>
                    <a:pt x="46" y="105"/>
                  </a:cubicBezTo>
                  <a:cubicBezTo>
                    <a:pt x="83" y="105"/>
                    <a:pt x="105" y="83"/>
                    <a:pt x="105" y="48"/>
                  </a:cubicBezTo>
                  <a:cubicBezTo>
                    <a:pt x="105" y="23"/>
                    <a:pt x="83" y="0"/>
                    <a:pt x="46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3" name="Google Shape;883;p34"/>
          <p:cNvGrpSpPr/>
          <p:nvPr/>
        </p:nvGrpSpPr>
        <p:grpSpPr>
          <a:xfrm rot="-1441383">
            <a:off x="5767114" y="1434465"/>
            <a:ext cx="879490" cy="724358"/>
            <a:chOff x="7557699" y="4092166"/>
            <a:chExt cx="541752" cy="446193"/>
          </a:xfrm>
        </p:grpSpPr>
        <p:sp>
          <p:nvSpPr>
            <p:cNvPr id="884" name="Google Shape;884;p34"/>
            <p:cNvSpPr/>
            <p:nvPr/>
          </p:nvSpPr>
          <p:spPr>
            <a:xfrm>
              <a:off x="7608455" y="4328112"/>
              <a:ext cx="145895" cy="109371"/>
            </a:xfrm>
            <a:custGeom>
              <a:avLst/>
              <a:gdLst/>
              <a:ahLst/>
              <a:cxnLst/>
              <a:rect l="l" t="t" r="r" b="b"/>
              <a:pathLst>
                <a:path w="687" h="515" extrusionOk="0">
                  <a:moveTo>
                    <a:pt x="615" y="1"/>
                  </a:moveTo>
                  <a:cubicBezTo>
                    <a:pt x="601" y="1"/>
                    <a:pt x="585" y="6"/>
                    <a:pt x="570" y="16"/>
                  </a:cubicBezTo>
                  <a:lnTo>
                    <a:pt x="46" y="386"/>
                  </a:lnTo>
                  <a:cubicBezTo>
                    <a:pt x="12" y="409"/>
                    <a:pt x="1" y="457"/>
                    <a:pt x="24" y="480"/>
                  </a:cubicBezTo>
                  <a:cubicBezTo>
                    <a:pt x="35" y="503"/>
                    <a:pt x="58" y="514"/>
                    <a:pt x="83" y="514"/>
                  </a:cubicBezTo>
                  <a:cubicBezTo>
                    <a:pt x="95" y="514"/>
                    <a:pt x="118" y="514"/>
                    <a:pt x="129" y="503"/>
                  </a:cubicBezTo>
                  <a:lnTo>
                    <a:pt x="652" y="125"/>
                  </a:lnTo>
                  <a:cubicBezTo>
                    <a:pt x="687" y="113"/>
                    <a:pt x="687" y="65"/>
                    <a:pt x="664" y="31"/>
                  </a:cubicBezTo>
                  <a:cubicBezTo>
                    <a:pt x="651" y="10"/>
                    <a:pt x="634" y="1"/>
                    <a:pt x="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885" name="Google Shape;885;p34"/>
            <p:cNvSpPr/>
            <p:nvPr/>
          </p:nvSpPr>
          <p:spPr>
            <a:xfrm>
              <a:off x="7557699" y="4275656"/>
              <a:ext cx="146532" cy="109158"/>
            </a:xfrm>
            <a:custGeom>
              <a:avLst/>
              <a:gdLst/>
              <a:ahLst/>
              <a:cxnLst/>
              <a:rect l="l" t="t" r="r" b="b"/>
              <a:pathLst>
                <a:path w="690" h="514" extrusionOk="0">
                  <a:moveTo>
                    <a:pt x="613" y="0"/>
                  </a:moveTo>
                  <a:cubicBezTo>
                    <a:pt x="597" y="0"/>
                    <a:pt x="581" y="6"/>
                    <a:pt x="570" y="16"/>
                  </a:cubicBezTo>
                  <a:lnTo>
                    <a:pt x="38" y="383"/>
                  </a:lnTo>
                  <a:cubicBezTo>
                    <a:pt x="12" y="406"/>
                    <a:pt x="1" y="454"/>
                    <a:pt x="27" y="477"/>
                  </a:cubicBezTo>
                  <a:cubicBezTo>
                    <a:pt x="38" y="502"/>
                    <a:pt x="61" y="514"/>
                    <a:pt x="83" y="514"/>
                  </a:cubicBezTo>
                  <a:cubicBezTo>
                    <a:pt x="98" y="514"/>
                    <a:pt x="109" y="514"/>
                    <a:pt x="120" y="502"/>
                  </a:cubicBezTo>
                  <a:lnTo>
                    <a:pt x="652" y="121"/>
                  </a:lnTo>
                  <a:cubicBezTo>
                    <a:pt x="678" y="98"/>
                    <a:pt x="689" y="64"/>
                    <a:pt x="667" y="27"/>
                  </a:cubicBezTo>
                  <a:cubicBezTo>
                    <a:pt x="653" y="9"/>
                    <a:pt x="632" y="0"/>
                    <a:pt x="6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886" name="Google Shape;886;p34"/>
            <p:cNvSpPr/>
            <p:nvPr/>
          </p:nvSpPr>
          <p:spPr>
            <a:xfrm>
              <a:off x="7967996" y="4414335"/>
              <a:ext cx="66046" cy="124024"/>
            </a:xfrm>
            <a:custGeom>
              <a:avLst/>
              <a:gdLst/>
              <a:ahLst/>
              <a:cxnLst/>
              <a:rect l="l" t="t" r="r" b="b"/>
              <a:pathLst>
                <a:path w="311" h="584" extrusionOk="0">
                  <a:moveTo>
                    <a:pt x="80" y="0"/>
                  </a:moveTo>
                  <a:cubicBezTo>
                    <a:pt x="73" y="0"/>
                    <a:pt x="67" y="1"/>
                    <a:pt x="60" y="3"/>
                  </a:cubicBezTo>
                  <a:cubicBezTo>
                    <a:pt x="15" y="14"/>
                    <a:pt x="1" y="63"/>
                    <a:pt x="15" y="97"/>
                  </a:cubicBezTo>
                  <a:lnTo>
                    <a:pt x="169" y="535"/>
                  </a:lnTo>
                  <a:cubicBezTo>
                    <a:pt x="169" y="572"/>
                    <a:pt x="203" y="583"/>
                    <a:pt x="228" y="583"/>
                  </a:cubicBezTo>
                  <a:lnTo>
                    <a:pt x="251" y="583"/>
                  </a:lnTo>
                  <a:cubicBezTo>
                    <a:pt x="285" y="572"/>
                    <a:pt x="311" y="524"/>
                    <a:pt x="299" y="490"/>
                  </a:cubicBezTo>
                  <a:lnTo>
                    <a:pt x="143" y="51"/>
                  </a:lnTo>
                  <a:cubicBezTo>
                    <a:pt x="134" y="21"/>
                    <a:pt x="109" y="0"/>
                    <a:pt x="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887" name="Google Shape;887;p34"/>
            <p:cNvSpPr/>
            <p:nvPr/>
          </p:nvSpPr>
          <p:spPr>
            <a:xfrm>
              <a:off x="7882836" y="4381417"/>
              <a:ext cx="67957" cy="124236"/>
            </a:xfrm>
            <a:custGeom>
              <a:avLst/>
              <a:gdLst/>
              <a:ahLst/>
              <a:cxnLst/>
              <a:rect l="l" t="t" r="r" b="b"/>
              <a:pathLst>
                <a:path w="320" h="585" extrusionOk="0">
                  <a:moveTo>
                    <a:pt x="88" y="0"/>
                  </a:moveTo>
                  <a:cubicBezTo>
                    <a:pt x="78" y="0"/>
                    <a:pt x="69" y="2"/>
                    <a:pt x="60" y="4"/>
                  </a:cubicBezTo>
                  <a:cubicBezTo>
                    <a:pt x="23" y="16"/>
                    <a:pt x="1" y="50"/>
                    <a:pt x="23" y="87"/>
                  </a:cubicBezTo>
                  <a:lnTo>
                    <a:pt x="166" y="536"/>
                  </a:lnTo>
                  <a:cubicBezTo>
                    <a:pt x="177" y="562"/>
                    <a:pt x="203" y="585"/>
                    <a:pt x="237" y="585"/>
                  </a:cubicBezTo>
                  <a:cubicBezTo>
                    <a:pt x="248" y="585"/>
                    <a:pt x="248" y="585"/>
                    <a:pt x="259" y="573"/>
                  </a:cubicBezTo>
                  <a:cubicBezTo>
                    <a:pt x="296" y="562"/>
                    <a:pt x="319" y="525"/>
                    <a:pt x="308" y="491"/>
                  </a:cubicBezTo>
                  <a:lnTo>
                    <a:pt x="154" y="39"/>
                  </a:lnTo>
                  <a:cubicBezTo>
                    <a:pt x="146" y="13"/>
                    <a:pt x="116" y="0"/>
                    <a:pt x="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888" name="Google Shape;888;p34"/>
            <p:cNvSpPr/>
            <p:nvPr/>
          </p:nvSpPr>
          <p:spPr>
            <a:xfrm>
              <a:off x="7603146" y="4134853"/>
              <a:ext cx="488864" cy="334695"/>
            </a:xfrm>
            <a:custGeom>
              <a:avLst/>
              <a:gdLst/>
              <a:ahLst/>
              <a:cxnLst/>
              <a:rect l="l" t="t" r="r" b="b"/>
              <a:pathLst>
                <a:path w="2302" h="1576" extrusionOk="0">
                  <a:moveTo>
                    <a:pt x="1048" y="0"/>
                  </a:moveTo>
                  <a:cubicBezTo>
                    <a:pt x="616" y="0"/>
                    <a:pt x="235" y="242"/>
                    <a:pt x="131" y="619"/>
                  </a:cubicBezTo>
                  <a:cubicBezTo>
                    <a:pt x="0" y="1094"/>
                    <a:pt x="453" y="1319"/>
                    <a:pt x="1022" y="1473"/>
                  </a:cubicBezTo>
                  <a:cubicBezTo>
                    <a:pt x="1241" y="1533"/>
                    <a:pt x="1445" y="1576"/>
                    <a:pt x="1621" y="1576"/>
                  </a:cubicBezTo>
                  <a:cubicBezTo>
                    <a:pt x="1891" y="1576"/>
                    <a:pt x="2092" y="1476"/>
                    <a:pt x="2171" y="1188"/>
                  </a:cubicBezTo>
                  <a:cubicBezTo>
                    <a:pt x="2302" y="713"/>
                    <a:pt x="1958" y="204"/>
                    <a:pt x="1389" y="50"/>
                  </a:cubicBezTo>
                  <a:cubicBezTo>
                    <a:pt x="1274" y="16"/>
                    <a:pt x="1160" y="0"/>
                    <a:pt x="10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34"/>
            <p:cNvSpPr/>
            <p:nvPr/>
          </p:nvSpPr>
          <p:spPr>
            <a:xfrm>
              <a:off x="7598261" y="4092166"/>
              <a:ext cx="121048" cy="58402"/>
            </a:xfrm>
            <a:custGeom>
              <a:avLst/>
              <a:gdLst/>
              <a:ahLst/>
              <a:cxnLst/>
              <a:rect l="l" t="t" r="r" b="b"/>
              <a:pathLst>
                <a:path w="570" h="275" extrusionOk="0">
                  <a:moveTo>
                    <a:pt x="141" y="0"/>
                  </a:moveTo>
                  <a:cubicBezTo>
                    <a:pt x="110" y="0"/>
                    <a:pt x="86" y="11"/>
                    <a:pt x="72" y="38"/>
                  </a:cubicBezTo>
                  <a:cubicBezTo>
                    <a:pt x="1" y="169"/>
                    <a:pt x="547" y="274"/>
                    <a:pt x="547" y="274"/>
                  </a:cubicBezTo>
                  <a:lnTo>
                    <a:pt x="570" y="251"/>
                  </a:lnTo>
                  <a:cubicBezTo>
                    <a:pt x="570" y="251"/>
                    <a:pt x="286" y="0"/>
                    <a:pt x="1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890" name="Google Shape;890;p34"/>
            <p:cNvSpPr/>
            <p:nvPr/>
          </p:nvSpPr>
          <p:spPr>
            <a:xfrm>
              <a:off x="7736726" y="4218527"/>
              <a:ext cx="94290" cy="139102"/>
            </a:xfrm>
            <a:custGeom>
              <a:avLst/>
              <a:gdLst/>
              <a:ahLst/>
              <a:cxnLst/>
              <a:rect l="l" t="t" r="r" b="b"/>
              <a:pathLst>
                <a:path w="444" h="655" extrusionOk="0">
                  <a:moveTo>
                    <a:pt x="154" y="0"/>
                  </a:moveTo>
                  <a:lnTo>
                    <a:pt x="120" y="60"/>
                  </a:lnTo>
                  <a:cubicBezTo>
                    <a:pt x="120" y="72"/>
                    <a:pt x="0" y="618"/>
                    <a:pt x="202" y="652"/>
                  </a:cubicBezTo>
                  <a:cubicBezTo>
                    <a:pt x="211" y="654"/>
                    <a:pt x="219" y="654"/>
                    <a:pt x="226" y="654"/>
                  </a:cubicBezTo>
                  <a:cubicBezTo>
                    <a:pt x="443" y="654"/>
                    <a:pt x="154" y="0"/>
                    <a:pt x="1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891" name="Google Shape;891;p34"/>
            <p:cNvSpPr/>
            <p:nvPr/>
          </p:nvSpPr>
          <p:spPr>
            <a:xfrm>
              <a:off x="7588067" y="4138888"/>
              <a:ext cx="201959" cy="162463"/>
            </a:xfrm>
            <a:custGeom>
              <a:avLst/>
              <a:gdLst/>
              <a:ahLst/>
              <a:cxnLst/>
              <a:rect l="l" t="t" r="r" b="b"/>
              <a:pathLst>
                <a:path w="951" h="765" extrusionOk="0">
                  <a:moveTo>
                    <a:pt x="619" y="0"/>
                  </a:moveTo>
                  <a:cubicBezTo>
                    <a:pt x="501" y="0"/>
                    <a:pt x="367" y="56"/>
                    <a:pt x="262" y="162"/>
                  </a:cubicBezTo>
                  <a:cubicBezTo>
                    <a:pt x="71" y="339"/>
                    <a:pt x="0" y="552"/>
                    <a:pt x="142" y="671"/>
                  </a:cubicBezTo>
                  <a:cubicBezTo>
                    <a:pt x="217" y="735"/>
                    <a:pt x="301" y="764"/>
                    <a:pt x="387" y="764"/>
                  </a:cubicBezTo>
                  <a:cubicBezTo>
                    <a:pt x="509" y="764"/>
                    <a:pt x="637" y="705"/>
                    <a:pt x="748" y="600"/>
                  </a:cubicBezTo>
                  <a:cubicBezTo>
                    <a:pt x="925" y="424"/>
                    <a:pt x="950" y="210"/>
                    <a:pt x="820" y="80"/>
                  </a:cubicBezTo>
                  <a:cubicBezTo>
                    <a:pt x="771" y="26"/>
                    <a:pt x="699" y="0"/>
                    <a:pt x="6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892" name="Google Shape;892;p34"/>
            <p:cNvSpPr/>
            <p:nvPr/>
          </p:nvSpPr>
          <p:spPr>
            <a:xfrm>
              <a:off x="7686395" y="4218527"/>
              <a:ext cx="28032" cy="30369"/>
            </a:xfrm>
            <a:custGeom>
              <a:avLst/>
              <a:gdLst/>
              <a:ahLst/>
              <a:cxnLst/>
              <a:rect l="l" t="t" r="r" b="b"/>
              <a:pathLst>
                <a:path w="132" h="143" extrusionOk="0">
                  <a:moveTo>
                    <a:pt x="61" y="0"/>
                  </a:moveTo>
                  <a:cubicBezTo>
                    <a:pt x="35" y="0"/>
                    <a:pt x="24" y="0"/>
                    <a:pt x="1" y="12"/>
                  </a:cubicBezTo>
                  <a:lnTo>
                    <a:pt x="24" y="49"/>
                  </a:lnTo>
                  <a:cubicBezTo>
                    <a:pt x="35" y="35"/>
                    <a:pt x="46" y="35"/>
                    <a:pt x="61" y="35"/>
                  </a:cubicBezTo>
                  <a:cubicBezTo>
                    <a:pt x="72" y="35"/>
                    <a:pt x="72" y="49"/>
                    <a:pt x="83" y="49"/>
                  </a:cubicBezTo>
                  <a:cubicBezTo>
                    <a:pt x="83" y="60"/>
                    <a:pt x="95" y="72"/>
                    <a:pt x="83" y="83"/>
                  </a:cubicBezTo>
                  <a:cubicBezTo>
                    <a:pt x="83" y="94"/>
                    <a:pt x="83" y="106"/>
                    <a:pt x="72" y="106"/>
                  </a:cubicBezTo>
                  <a:lnTo>
                    <a:pt x="95" y="143"/>
                  </a:lnTo>
                  <a:cubicBezTo>
                    <a:pt x="106" y="131"/>
                    <a:pt x="118" y="106"/>
                    <a:pt x="118" y="94"/>
                  </a:cubicBezTo>
                  <a:cubicBezTo>
                    <a:pt x="132" y="72"/>
                    <a:pt x="118" y="49"/>
                    <a:pt x="106" y="35"/>
                  </a:cubicBezTo>
                  <a:cubicBezTo>
                    <a:pt x="95" y="12"/>
                    <a:pt x="83" y="0"/>
                    <a:pt x="61" y="0"/>
                  </a:cubicBez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4"/>
            <p:cNvSpPr/>
            <p:nvPr/>
          </p:nvSpPr>
          <p:spPr>
            <a:xfrm>
              <a:off x="7623746" y="4220864"/>
              <a:ext cx="30368" cy="25697"/>
            </a:xfrm>
            <a:custGeom>
              <a:avLst/>
              <a:gdLst/>
              <a:ahLst/>
              <a:cxnLst/>
              <a:rect l="l" t="t" r="r" b="b"/>
              <a:pathLst>
                <a:path w="143" h="121" extrusionOk="0">
                  <a:moveTo>
                    <a:pt x="23" y="1"/>
                  </a:moveTo>
                  <a:cubicBezTo>
                    <a:pt x="0" y="38"/>
                    <a:pt x="11" y="72"/>
                    <a:pt x="34" y="95"/>
                  </a:cubicBezTo>
                  <a:cubicBezTo>
                    <a:pt x="46" y="109"/>
                    <a:pt x="71" y="120"/>
                    <a:pt x="83" y="120"/>
                  </a:cubicBezTo>
                  <a:lnTo>
                    <a:pt x="94" y="120"/>
                  </a:lnTo>
                  <a:cubicBezTo>
                    <a:pt x="105" y="109"/>
                    <a:pt x="128" y="109"/>
                    <a:pt x="142" y="83"/>
                  </a:cubicBezTo>
                  <a:lnTo>
                    <a:pt x="117" y="72"/>
                  </a:lnTo>
                  <a:cubicBezTo>
                    <a:pt x="105" y="83"/>
                    <a:pt x="94" y="83"/>
                    <a:pt x="83" y="95"/>
                  </a:cubicBezTo>
                  <a:cubicBezTo>
                    <a:pt x="71" y="95"/>
                    <a:pt x="57" y="83"/>
                    <a:pt x="46" y="83"/>
                  </a:cubicBezTo>
                  <a:cubicBezTo>
                    <a:pt x="34" y="61"/>
                    <a:pt x="23" y="38"/>
                    <a:pt x="46" y="12"/>
                  </a:cubicBezTo>
                  <a:lnTo>
                    <a:pt x="23" y="1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4"/>
            <p:cNvSpPr/>
            <p:nvPr/>
          </p:nvSpPr>
          <p:spPr>
            <a:xfrm>
              <a:off x="7638824" y="4173292"/>
              <a:ext cx="30368" cy="27820"/>
            </a:xfrm>
            <a:custGeom>
              <a:avLst/>
              <a:gdLst/>
              <a:ahLst/>
              <a:cxnLst/>
              <a:rect l="l" t="t" r="r" b="b"/>
              <a:pathLst>
                <a:path w="143" h="131" extrusionOk="0">
                  <a:moveTo>
                    <a:pt x="57" y="0"/>
                  </a:moveTo>
                  <a:cubicBezTo>
                    <a:pt x="34" y="0"/>
                    <a:pt x="23" y="12"/>
                    <a:pt x="0" y="23"/>
                  </a:cubicBezTo>
                  <a:lnTo>
                    <a:pt x="34" y="48"/>
                  </a:lnTo>
                  <a:cubicBezTo>
                    <a:pt x="34" y="48"/>
                    <a:pt x="46" y="34"/>
                    <a:pt x="57" y="34"/>
                  </a:cubicBezTo>
                  <a:cubicBezTo>
                    <a:pt x="71" y="34"/>
                    <a:pt x="83" y="48"/>
                    <a:pt x="83" y="48"/>
                  </a:cubicBezTo>
                  <a:cubicBezTo>
                    <a:pt x="105" y="71"/>
                    <a:pt x="105" y="94"/>
                    <a:pt x="94" y="105"/>
                  </a:cubicBezTo>
                  <a:lnTo>
                    <a:pt x="117" y="131"/>
                  </a:lnTo>
                  <a:cubicBezTo>
                    <a:pt x="142" y="105"/>
                    <a:pt x="142" y="48"/>
                    <a:pt x="105" y="23"/>
                  </a:cubicBezTo>
                  <a:cubicBezTo>
                    <a:pt x="94" y="12"/>
                    <a:pt x="83" y="0"/>
                    <a:pt x="57" y="0"/>
                  </a:cubicBez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4"/>
            <p:cNvSpPr/>
            <p:nvPr/>
          </p:nvSpPr>
          <p:spPr>
            <a:xfrm>
              <a:off x="7613339" y="4238491"/>
              <a:ext cx="20175" cy="23148"/>
            </a:xfrm>
            <a:custGeom>
              <a:avLst/>
              <a:gdLst/>
              <a:ahLst/>
              <a:cxnLst/>
              <a:rect l="l" t="t" r="r" b="b"/>
              <a:pathLst>
                <a:path w="95" h="109" extrusionOk="0">
                  <a:moveTo>
                    <a:pt x="83" y="0"/>
                  </a:moveTo>
                  <a:cubicBezTo>
                    <a:pt x="83" y="0"/>
                    <a:pt x="35" y="26"/>
                    <a:pt x="1" y="97"/>
                  </a:cubicBezTo>
                  <a:lnTo>
                    <a:pt x="23" y="108"/>
                  </a:lnTo>
                  <a:cubicBezTo>
                    <a:pt x="49" y="49"/>
                    <a:pt x="95" y="12"/>
                    <a:pt x="95" y="12"/>
                  </a:cubicBezTo>
                  <a:lnTo>
                    <a:pt x="83" y="0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34"/>
            <p:cNvSpPr/>
            <p:nvPr/>
          </p:nvSpPr>
          <p:spPr>
            <a:xfrm>
              <a:off x="7699137" y="4111279"/>
              <a:ext cx="113191" cy="103849"/>
            </a:xfrm>
            <a:custGeom>
              <a:avLst/>
              <a:gdLst/>
              <a:ahLst/>
              <a:cxnLst/>
              <a:rect l="l" t="t" r="r" b="b"/>
              <a:pathLst>
                <a:path w="533" h="489" extrusionOk="0">
                  <a:moveTo>
                    <a:pt x="222" y="0"/>
                  </a:moveTo>
                  <a:cubicBezTo>
                    <a:pt x="169" y="0"/>
                    <a:pt x="119" y="19"/>
                    <a:pt x="83" y="56"/>
                  </a:cubicBezTo>
                  <a:cubicBezTo>
                    <a:pt x="1" y="139"/>
                    <a:pt x="12" y="292"/>
                    <a:pt x="106" y="397"/>
                  </a:cubicBezTo>
                  <a:cubicBezTo>
                    <a:pt x="167" y="458"/>
                    <a:pt x="242" y="489"/>
                    <a:pt x="311" y="489"/>
                  </a:cubicBezTo>
                  <a:cubicBezTo>
                    <a:pt x="365" y="489"/>
                    <a:pt x="414" y="470"/>
                    <a:pt x="450" y="434"/>
                  </a:cubicBezTo>
                  <a:cubicBezTo>
                    <a:pt x="533" y="352"/>
                    <a:pt x="521" y="198"/>
                    <a:pt x="427" y="90"/>
                  </a:cubicBezTo>
                  <a:cubicBezTo>
                    <a:pt x="367" y="31"/>
                    <a:pt x="291" y="0"/>
                    <a:pt x="222" y="0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4"/>
            <p:cNvSpPr/>
            <p:nvPr/>
          </p:nvSpPr>
          <p:spPr>
            <a:xfrm>
              <a:off x="7756476" y="4107032"/>
              <a:ext cx="38438" cy="34404"/>
            </a:xfrm>
            <a:custGeom>
              <a:avLst/>
              <a:gdLst/>
              <a:ahLst/>
              <a:cxnLst/>
              <a:rect l="l" t="t" r="r" b="b"/>
              <a:pathLst>
                <a:path w="181" h="162" extrusionOk="0">
                  <a:moveTo>
                    <a:pt x="88" y="1"/>
                  </a:moveTo>
                  <a:cubicBezTo>
                    <a:pt x="56" y="1"/>
                    <a:pt x="24" y="25"/>
                    <a:pt x="15" y="62"/>
                  </a:cubicBezTo>
                  <a:cubicBezTo>
                    <a:pt x="1" y="110"/>
                    <a:pt x="27" y="147"/>
                    <a:pt x="72" y="159"/>
                  </a:cubicBezTo>
                  <a:cubicBezTo>
                    <a:pt x="79" y="161"/>
                    <a:pt x="85" y="161"/>
                    <a:pt x="92" y="161"/>
                  </a:cubicBezTo>
                  <a:cubicBezTo>
                    <a:pt x="125" y="161"/>
                    <a:pt x="159" y="141"/>
                    <a:pt x="169" y="110"/>
                  </a:cubicBezTo>
                  <a:cubicBezTo>
                    <a:pt x="180" y="62"/>
                    <a:pt x="157" y="16"/>
                    <a:pt x="109" y="5"/>
                  </a:cubicBezTo>
                  <a:cubicBezTo>
                    <a:pt x="102" y="2"/>
                    <a:pt x="95" y="1"/>
                    <a:pt x="88" y="1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4"/>
            <p:cNvSpPr/>
            <p:nvPr/>
          </p:nvSpPr>
          <p:spPr>
            <a:xfrm>
              <a:off x="7688943" y="4119562"/>
              <a:ext cx="50331" cy="44173"/>
            </a:xfrm>
            <a:custGeom>
              <a:avLst/>
              <a:gdLst/>
              <a:ahLst/>
              <a:cxnLst/>
              <a:rect l="l" t="t" r="r" b="b"/>
              <a:pathLst>
                <a:path w="237" h="208" extrusionOk="0">
                  <a:moveTo>
                    <a:pt x="126" y="0"/>
                  </a:moveTo>
                  <a:cubicBezTo>
                    <a:pt x="77" y="0"/>
                    <a:pt x="33" y="26"/>
                    <a:pt x="23" y="74"/>
                  </a:cubicBezTo>
                  <a:cubicBezTo>
                    <a:pt x="0" y="134"/>
                    <a:pt x="34" y="193"/>
                    <a:pt x="94" y="205"/>
                  </a:cubicBezTo>
                  <a:cubicBezTo>
                    <a:pt x="104" y="207"/>
                    <a:pt x="114" y="208"/>
                    <a:pt x="124" y="208"/>
                  </a:cubicBezTo>
                  <a:cubicBezTo>
                    <a:pt x="172" y="208"/>
                    <a:pt x="216" y="184"/>
                    <a:pt x="225" y="134"/>
                  </a:cubicBezTo>
                  <a:cubicBezTo>
                    <a:pt x="236" y="74"/>
                    <a:pt x="214" y="17"/>
                    <a:pt x="154" y="3"/>
                  </a:cubicBezTo>
                  <a:cubicBezTo>
                    <a:pt x="145" y="1"/>
                    <a:pt x="135" y="0"/>
                    <a:pt x="126" y="0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4"/>
            <p:cNvSpPr/>
            <p:nvPr/>
          </p:nvSpPr>
          <p:spPr>
            <a:xfrm>
              <a:off x="7721435" y="4107881"/>
              <a:ext cx="25696" cy="23361"/>
            </a:xfrm>
            <a:custGeom>
              <a:avLst/>
              <a:gdLst/>
              <a:ahLst/>
              <a:cxnLst/>
              <a:rect l="l" t="t" r="r" b="b"/>
              <a:pathLst>
                <a:path w="121" h="110" extrusionOk="0">
                  <a:moveTo>
                    <a:pt x="72" y="1"/>
                  </a:moveTo>
                  <a:cubicBezTo>
                    <a:pt x="38" y="1"/>
                    <a:pt x="12" y="12"/>
                    <a:pt x="1" y="35"/>
                  </a:cubicBezTo>
                  <a:cubicBezTo>
                    <a:pt x="1" y="72"/>
                    <a:pt x="12" y="95"/>
                    <a:pt x="38" y="106"/>
                  </a:cubicBezTo>
                  <a:cubicBezTo>
                    <a:pt x="44" y="108"/>
                    <a:pt x="50" y="109"/>
                    <a:pt x="56" y="109"/>
                  </a:cubicBezTo>
                  <a:cubicBezTo>
                    <a:pt x="80" y="109"/>
                    <a:pt x="97" y="91"/>
                    <a:pt x="109" y="72"/>
                  </a:cubicBezTo>
                  <a:cubicBezTo>
                    <a:pt x="120" y="35"/>
                    <a:pt x="95" y="12"/>
                    <a:pt x="72" y="1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4"/>
            <p:cNvSpPr/>
            <p:nvPr/>
          </p:nvSpPr>
          <p:spPr>
            <a:xfrm>
              <a:off x="7759662" y="4172655"/>
              <a:ext cx="55215" cy="49057"/>
            </a:xfrm>
            <a:custGeom>
              <a:avLst/>
              <a:gdLst/>
              <a:ahLst/>
              <a:cxnLst/>
              <a:rect l="l" t="t" r="r" b="b"/>
              <a:pathLst>
                <a:path w="260" h="231" extrusionOk="0">
                  <a:moveTo>
                    <a:pt x="142" y="1"/>
                  </a:moveTo>
                  <a:cubicBezTo>
                    <a:pt x="88" y="1"/>
                    <a:pt x="33" y="34"/>
                    <a:pt x="23" y="86"/>
                  </a:cubicBezTo>
                  <a:cubicBezTo>
                    <a:pt x="0" y="145"/>
                    <a:pt x="34" y="216"/>
                    <a:pt x="94" y="228"/>
                  </a:cubicBezTo>
                  <a:cubicBezTo>
                    <a:pt x="103" y="229"/>
                    <a:pt x="112" y="230"/>
                    <a:pt x="121" y="230"/>
                  </a:cubicBezTo>
                  <a:cubicBezTo>
                    <a:pt x="180" y="230"/>
                    <a:pt x="226" y="197"/>
                    <a:pt x="236" y="145"/>
                  </a:cubicBezTo>
                  <a:cubicBezTo>
                    <a:pt x="259" y="86"/>
                    <a:pt x="225" y="26"/>
                    <a:pt x="165" y="3"/>
                  </a:cubicBezTo>
                  <a:cubicBezTo>
                    <a:pt x="158" y="2"/>
                    <a:pt x="150" y="1"/>
                    <a:pt x="142" y="1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4"/>
            <p:cNvSpPr/>
            <p:nvPr/>
          </p:nvSpPr>
          <p:spPr>
            <a:xfrm>
              <a:off x="7952918" y="4191131"/>
              <a:ext cx="98750" cy="87709"/>
            </a:xfrm>
            <a:custGeom>
              <a:avLst/>
              <a:gdLst/>
              <a:ahLst/>
              <a:cxnLst/>
              <a:rect l="l" t="t" r="r" b="b"/>
              <a:pathLst>
                <a:path w="465" h="413" extrusionOk="0">
                  <a:moveTo>
                    <a:pt x="229" y="0"/>
                  </a:moveTo>
                  <a:cubicBezTo>
                    <a:pt x="169" y="0"/>
                    <a:pt x="111" y="24"/>
                    <a:pt x="72" y="70"/>
                  </a:cubicBezTo>
                  <a:cubicBezTo>
                    <a:pt x="1" y="164"/>
                    <a:pt x="15" y="295"/>
                    <a:pt x="97" y="366"/>
                  </a:cubicBezTo>
                  <a:cubicBezTo>
                    <a:pt x="139" y="397"/>
                    <a:pt x="186" y="413"/>
                    <a:pt x="232" y="413"/>
                  </a:cubicBezTo>
                  <a:cubicBezTo>
                    <a:pt x="290" y="413"/>
                    <a:pt x="347" y="389"/>
                    <a:pt x="393" y="343"/>
                  </a:cubicBezTo>
                  <a:cubicBezTo>
                    <a:pt x="464" y="249"/>
                    <a:pt x="453" y="129"/>
                    <a:pt x="370" y="47"/>
                  </a:cubicBezTo>
                  <a:cubicBezTo>
                    <a:pt x="327" y="15"/>
                    <a:pt x="278" y="0"/>
                    <a:pt x="2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4"/>
            <p:cNvSpPr/>
            <p:nvPr/>
          </p:nvSpPr>
          <p:spPr>
            <a:xfrm>
              <a:off x="7928071" y="4164160"/>
              <a:ext cx="85583" cy="75179"/>
            </a:xfrm>
            <a:custGeom>
              <a:avLst/>
              <a:gdLst/>
              <a:ahLst/>
              <a:cxnLst/>
              <a:rect l="l" t="t" r="r" b="b"/>
              <a:pathLst>
                <a:path w="403" h="354" extrusionOk="0">
                  <a:moveTo>
                    <a:pt x="203" y="1"/>
                  </a:moveTo>
                  <a:cubicBezTo>
                    <a:pt x="153" y="1"/>
                    <a:pt x="104" y="21"/>
                    <a:pt x="72" y="66"/>
                  </a:cubicBezTo>
                  <a:cubicBezTo>
                    <a:pt x="1" y="137"/>
                    <a:pt x="12" y="245"/>
                    <a:pt x="95" y="316"/>
                  </a:cubicBezTo>
                  <a:cubicBezTo>
                    <a:pt x="125" y="342"/>
                    <a:pt x="162" y="354"/>
                    <a:pt x="200" y="354"/>
                  </a:cubicBezTo>
                  <a:cubicBezTo>
                    <a:pt x="251" y="354"/>
                    <a:pt x="304" y="332"/>
                    <a:pt x="345" y="291"/>
                  </a:cubicBezTo>
                  <a:cubicBezTo>
                    <a:pt x="402" y="220"/>
                    <a:pt x="391" y="103"/>
                    <a:pt x="320" y="43"/>
                  </a:cubicBezTo>
                  <a:cubicBezTo>
                    <a:pt x="287" y="16"/>
                    <a:pt x="245" y="1"/>
                    <a:pt x="2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4"/>
            <p:cNvSpPr/>
            <p:nvPr/>
          </p:nvSpPr>
          <p:spPr>
            <a:xfrm>
              <a:off x="7910657" y="4153541"/>
              <a:ext cx="52667" cy="47783"/>
            </a:xfrm>
            <a:custGeom>
              <a:avLst/>
              <a:gdLst/>
              <a:ahLst/>
              <a:cxnLst/>
              <a:rect l="l" t="t" r="r" b="b"/>
              <a:pathLst>
                <a:path w="248" h="225" extrusionOk="0">
                  <a:moveTo>
                    <a:pt x="137" y="1"/>
                  </a:moveTo>
                  <a:cubicBezTo>
                    <a:pt x="102" y="1"/>
                    <a:pt x="64" y="17"/>
                    <a:pt x="35" y="45"/>
                  </a:cubicBezTo>
                  <a:cubicBezTo>
                    <a:pt x="0" y="93"/>
                    <a:pt x="12" y="153"/>
                    <a:pt x="57" y="198"/>
                  </a:cubicBezTo>
                  <a:cubicBezTo>
                    <a:pt x="80" y="216"/>
                    <a:pt x="105" y="225"/>
                    <a:pt x="130" y="225"/>
                  </a:cubicBezTo>
                  <a:cubicBezTo>
                    <a:pt x="159" y="225"/>
                    <a:pt x="188" y="213"/>
                    <a:pt x="214" y="187"/>
                  </a:cubicBezTo>
                  <a:cubicBezTo>
                    <a:pt x="248" y="141"/>
                    <a:pt x="248" y="70"/>
                    <a:pt x="200" y="22"/>
                  </a:cubicBezTo>
                  <a:cubicBezTo>
                    <a:pt x="182" y="8"/>
                    <a:pt x="160" y="1"/>
                    <a:pt x="1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4"/>
            <p:cNvSpPr/>
            <p:nvPr/>
          </p:nvSpPr>
          <p:spPr>
            <a:xfrm>
              <a:off x="7986260" y="4325351"/>
              <a:ext cx="113191" cy="101300"/>
            </a:xfrm>
            <a:custGeom>
              <a:avLst/>
              <a:gdLst/>
              <a:ahLst/>
              <a:cxnLst/>
              <a:rect l="l" t="t" r="r" b="b"/>
              <a:pathLst>
                <a:path w="533" h="477" extrusionOk="0">
                  <a:moveTo>
                    <a:pt x="265" y="1"/>
                  </a:moveTo>
                  <a:cubicBezTo>
                    <a:pt x="197" y="1"/>
                    <a:pt x="129" y="30"/>
                    <a:pt x="83" y="89"/>
                  </a:cubicBezTo>
                  <a:cubicBezTo>
                    <a:pt x="0" y="186"/>
                    <a:pt x="11" y="340"/>
                    <a:pt x="117" y="422"/>
                  </a:cubicBezTo>
                  <a:cubicBezTo>
                    <a:pt x="159" y="458"/>
                    <a:pt x="212" y="476"/>
                    <a:pt x="265" y="476"/>
                  </a:cubicBezTo>
                  <a:cubicBezTo>
                    <a:pt x="334" y="476"/>
                    <a:pt x="403" y="446"/>
                    <a:pt x="450" y="385"/>
                  </a:cubicBezTo>
                  <a:cubicBezTo>
                    <a:pt x="532" y="291"/>
                    <a:pt x="521" y="138"/>
                    <a:pt x="413" y="55"/>
                  </a:cubicBezTo>
                  <a:cubicBezTo>
                    <a:pt x="371" y="19"/>
                    <a:pt x="319" y="1"/>
                    <a:pt x="2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4"/>
            <p:cNvSpPr/>
            <p:nvPr/>
          </p:nvSpPr>
          <p:spPr>
            <a:xfrm>
              <a:off x="8013444" y="4305813"/>
              <a:ext cx="73266" cy="65835"/>
            </a:xfrm>
            <a:custGeom>
              <a:avLst/>
              <a:gdLst/>
              <a:ahLst/>
              <a:cxnLst/>
              <a:rect l="l" t="t" r="r" b="b"/>
              <a:pathLst>
                <a:path w="345" h="310" extrusionOk="0">
                  <a:moveTo>
                    <a:pt x="179" y="0"/>
                  </a:moveTo>
                  <a:cubicBezTo>
                    <a:pt x="136" y="0"/>
                    <a:pt x="93" y="19"/>
                    <a:pt x="60" y="50"/>
                  </a:cubicBezTo>
                  <a:cubicBezTo>
                    <a:pt x="0" y="121"/>
                    <a:pt x="14" y="218"/>
                    <a:pt x="71" y="278"/>
                  </a:cubicBezTo>
                  <a:cubicBezTo>
                    <a:pt x="103" y="298"/>
                    <a:pt x="139" y="309"/>
                    <a:pt x="176" y="309"/>
                  </a:cubicBezTo>
                  <a:cubicBezTo>
                    <a:pt x="221" y="309"/>
                    <a:pt x="266" y="292"/>
                    <a:pt x="299" y="252"/>
                  </a:cubicBezTo>
                  <a:cubicBezTo>
                    <a:pt x="344" y="193"/>
                    <a:pt x="344" y="87"/>
                    <a:pt x="273" y="39"/>
                  </a:cubicBezTo>
                  <a:cubicBezTo>
                    <a:pt x="247" y="12"/>
                    <a:pt x="213" y="0"/>
                    <a:pt x="1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6" name="Google Shape;906;p34"/>
          <p:cNvGrpSpPr/>
          <p:nvPr/>
        </p:nvGrpSpPr>
        <p:grpSpPr>
          <a:xfrm rot="594824">
            <a:off x="7967664" y="1435026"/>
            <a:ext cx="879503" cy="724369"/>
            <a:chOff x="7557699" y="4092166"/>
            <a:chExt cx="541752" cy="446193"/>
          </a:xfrm>
        </p:grpSpPr>
        <p:sp>
          <p:nvSpPr>
            <p:cNvPr id="907" name="Google Shape;907;p34"/>
            <p:cNvSpPr/>
            <p:nvPr/>
          </p:nvSpPr>
          <p:spPr>
            <a:xfrm>
              <a:off x="7608455" y="4328112"/>
              <a:ext cx="145895" cy="109371"/>
            </a:xfrm>
            <a:custGeom>
              <a:avLst/>
              <a:gdLst/>
              <a:ahLst/>
              <a:cxnLst/>
              <a:rect l="l" t="t" r="r" b="b"/>
              <a:pathLst>
                <a:path w="687" h="515" extrusionOk="0">
                  <a:moveTo>
                    <a:pt x="615" y="1"/>
                  </a:moveTo>
                  <a:cubicBezTo>
                    <a:pt x="601" y="1"/>
                    <a:pt x="585" y="6"/>
                    <a:pt x="570" y="16"/>
                  </a:cubicBezTo>
                  <a:lnTo>
                    <a:pt x="46" y="386"/>
                  </a:lnTo>
                  <a:cubicBezTo>
                    <a:pt x="12" y="409"/>
                    <a:pt x="1" y="457"/>
                    <a:pt x="24" y="480"/>
                  </a:cubicBezTo>
                  <a:cubicBezTo>
                    <a:pt x="35" y="503"/>
                    <a:pt x="58" y="514"/>
                    <a:pt x="83" y="514"/>
                  </a:cubicBezTo>
                  <a:cubicBezTo>
                    <a:pt x="95" y="514"/>
                    <a:pt x="118" y="514"/>
                    <a:pt x="129" y="503"/>
                  </a:cubicBezTo>
                  <a:lnTo>
                    <a:pt x="652" y="125"/>
                  </a:lnTo>
                  <a:cubicBezTo>
                    <a:pt x="687" y="113"/>
                    <a:pt x="687" y="65"/>
                    <a:pt x="664" y="31"/>
                  </a:cubicBezTo>
                  <a:cubicBezTo>
                    <a:pt x="651" y="10"/>
                    <a:pt x="634" y="1"/>
                    <a:pt x="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908" name="Google Shape;908;p34"/>
            <p:cNvSpPr/>
            <p:nvPr/>
          </p:nvSpPr>
          <p:spPr>
            <a:xfrm>
              <a:off x="7557699" y="4275656"/>
              <a:ext cx="146532" cy="109158"/>
            </a:xfrm>
            <a:custGeom>
              <a:avLst/>
              <a:gdLst/>
              <a:ahLst/>
              <a:cxnLst/>
              <a:rect l="l" t="t" r="r" b="b"/>
              <a:pathLst>
                <a:path w="690" h="514" extrusionOk="0">
                  <a:moveTo>
                    <a:pt x="613" y="0"/>
                  </a:moveTo>
                  <a:cubicBezTo>
                    <a:pt x="597" y="0"/>
                    <a:pt x="581" y="6"/>
                    <a:pt x="570" y="16"/>
                  </a:cubicBezTo>
                  <a:lnTo>
                    <a:pt x="38" y="383"/>
                  </a:lnTo>
                  <a:cubicBezTo>
                    <a:pt x="12" y="406"/>
                    <a:pt x="1" y="454"/>
                    <a:pt x="27" y="477"/>
                  </a:cubicBezTo>
                  <a:cubicBezTo>
                    <a:pt x="38" y="502"/>
                    <a:pt x="61" y="514"/>
                    <a:pt x="83" y="514"/>
                  </a:cubicBezTo>
                  <a:cubicBezTo>
                    <a:pt x="98" y="514"/>
                    <a:pt x="109" y="514"/>
                    <a:pt x="120" y="502"/>
                  </a:cubicBezTo>
                  <a:lnTo>
                    <a:pt x="652" y="121"/>
                  </a:lnTo>
                  <a:cubicBezTo>
                    <a:pt x="678" y="98"/>
                    <a:pt x="689" y="64"/>
                    <a:pt x="667" y="27"/>
                  </a:cubicBezTo>
                  <a:cubicBezTo>
                    <a:pt x="653" y="9"/>
                    <a:pt x="632" y="0"/>
                    <a:pt x="6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909" name="Google Shape;909;p34"/>
            <p:cNvSpPr/>
            <p:nvPr/>
          </p:nvSpPr>
          <p:spPr>
            <a:xfrm>
              <a:off x="7967996" y="4414335"/>
              <a:ext cx="66046" cy="124024"/>
            </a:xfrm>
            <a:custGeom>
              <a:avLst/>
              <a:gdLst/>
              <a:ahLst/>
              <a:cxnLst/>
              <a:rect l="l" t="t" r="r" b="b"/>
              <a:pathLst>
                <a:path w="311" h="584" extrusionOk="0">
                  <a:moveTo>
                    <a:pt x="80" y="0"/>
                  </a:moveTo>
                  <a:cubicBezTo>
                    <a:pt x="73" y="0"/>
                    <a:pt x="67" y="1"/>
                    <a:pt x="60" y="3"/>
                  </a:cubicBezTo>
                  <a:cubicBezTo>
                    <a:pt x="15" y="14"/>
                    <a:pt x="1" y="63"/>
                    <a:pt x="15" y="97"/>
                  </a:cubicBezTo>
                  <a:lnTo>
                    <a:pt x="169" y="535"/>
                  </a:lnTo>
                  <a:cubicBezTo>
                    <a:pt x="169" y="572"/>
                    <a:pt x="203" y="583"/>
                    <a:pt x="228" y="583"/>
                  </a:cubicBezTo>
                  <a:lnTo>
                    <a:pt x="251" y="583"/>
                  </a:lnTo>
                  <a:cubicBezTo>
                    <a:pt x="285" y="572"/>
                    <a:pt x="311" y="524"/>
                    <a:pt x="299" y="490"/>
                  </a:cubicBezTo>
                  <a:lnTo>
                    <a:pt x="143" y="51"/>
                  </a:lnTo>
                  <a:cubicBezTo>
                    <a:pt x="134" y="21"/>
                    <a:pt x="109" y="0"/>
                    <a:pt x="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910" name="Google Shape;910;p34"/>
            <p:cNvSpPr/>
            <p:nvPr/>
          </p:nvSpPr>
          <p:spPr>
            <a:xfrm>
              <a:off x="7882836" y="4381417"/>
              <a:ext cx="67957" cy="124236"/>
            </a:xfrm>
            <a:custGeom>
              <a:avLst/>
              <a:gdLst/>
              <a:ahLst/>
              <a:cxnLst/>
              <a:rect l="l" t="t" r="r" b="b"/>
              <a:pathLst>
                <a:path w="320" h="585" extrusionOk="0">
                  <a:moveTo>
                    <a:pt x="88" y="0"/>
                  </a:moveTo>
                  <a:cubicBezTo>
                    <a:pt x="78" y="0"/>
                    <a:pt x="69" y="2"/>
                    <a:pt x="60" y="4"/>
                  </a:cubicBezTo>
                  <a:cubicBezTo>
                    <a:pt x="23" y="16"/>
                    <a:pt x="1" y="50"/>
                    <a:pt x="23" y="87"/>
                  </a:cubicBezTo>
                  <a:lnTo>
                    <a:pt x="166" y="536"/>
                  </a:lnTo>
                  <a:cubicBezTo>
                    <a:pt x="177" y="562"/>
                    <a:pt x="203" y="585"/>
                    <a:pt x="237" y="585"/>
                  </a:cubicBezTo>
                  <a:cubicBezTo>
                    <a:pt x="248" y="585"/>
                    <a:pt x="248" y="585"/>
                    <a:pt x="259" y="573"/>
                  </a:cubicBezTo>
                  <a:cubicBezTo>
                    <a:pt x="296" y="562"/>
                    <a:pt x="319" y="525"/>
                    <a:pt x="308" y="491"/>
                  </a:cubicBezTo>
                  <a:lnTo>
                    <a:pt x="154" y="39"/>
                  </a:lnTo>
                  <a:cubicBezTo>
                    <a:pt x="146" y="13"/>
                    <a:pt x="116" y="0"/>
                    <a:pt x="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911" name="Google Shape;911;p34"/>
            <p:cNvSpPr/>
            <p:nvPr/>
          </p:nvSpPr>
          <p:spPr>
            <a:xfrm>
              <a:off x="7603146" y="4134853"/>
              <a:ext cx="488864" cy="334695"/>
            </a:xfrm>
            <a:custGeom>
              <a:avLst/>
              <a:gdLst/>
              <a:ahLst/>
              <a:cxnLst/>
              <a:rect l="l" t="t" r="r" b="b"/>
              <a:pathLst>
                <a:path w="2302" h="1576" extrusionOk="0">
                  <a:moveTo>
                    <a:pt x="1048" y="0"/>
                  </a:moveTo>
                  <a:cubicBezTo>
                    <a:pt x="616" y="0"/>
                    <a:pt x="235" y="242"/>
                    <a:pt x="131" y="619"/>
                  </a:cubicBezTo>
                  <a:cubicBezTo>
                    <a:pt x="0" y="1094"/>
                    <a:pt x="453" y="1319"/>
                    <a:pt x="1022" y="1473"/>
                  </a:cubicBezTo>
                  <a:cubicBezTo>
                    <a:pt x="1241" y="1533"/>
                    <a:pt x="1445" y="1576"/>
                    <a:pt x="1621" y="1576"/>
                  </a:cubicBezTo>
                  <a:cubicBezTo>
                    <a:pt x="1891" y="1576"/>
                    <a:pt x="2092" y="1476"/>
                    <a:pt x="2171" y="1188"/>
                  </a:cubicBezTo>
                  <a:cubicBezTo>
                    <a:pt x="2302" y="713"/>
                    <a:pt x="1958" y="204"/>
                    <a:pt x="1389" y="50"/>
                  </a:cubicBezTo>
                  <a:cubicBezTo>
                    <a:pt x="1274" y="16"/>
                    <a:pt x="1160" y="0"/>
                    <a:pt x="10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4"/>
            <p:cNvSpPr/>
            <p:nvPr/>
          </p:nvSpPr>
          <p:spPr>
            <a:xfrm>
              <a:off x="7598261" y="4092166"/>
              <a:ext cx="121048" cy="58402"/>
            </a:xfrm>
            <a:custGeom>
              <a:avLst/>
              <a:gdLst/>
              <a:ahLst/>
              <a:cxnLst/>
              <a:rect l="l" t="t" r="r" b="b"/>
              <a:pathLst>
                <a:path w="570" h="275" extrusionOk="0">
                  <a:moveTo>
                    <a:pt x="141" y="0"/>
                  </a:moveTo>
                  <a:cubicBezTo>
                    <a:pt x="110" y="0"/>
                    <a:pt x="86" y="11"/>
                    <a:pt x="72" y="38"/>
                  </a:cubicBezTo>
                  <a:cubicBezTo>
                    <a:pt x="1" y="169"/>
                    <a:pt x="547" y="274"/>
                    <a:pt x="547" y="274"/>
                  </a:cubicBezTo>
                  <a:lnTo>
                    <a:pt x="570" y="251"/>
                  </a:lnTo>
                  <a:cubicBezTo>
                    <a:pt x="570" y="251"/>
                    <a:pt x="286" y="0"/>
                    <a:pt x="1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913" name="Google Shape;913;p34"/>
            <p:cNvSpPr/>
            <p:nvPr/>
          </p:nvSpPr>
          <p:spPr>
            <a:xfrm>
              <a:off x="7736726" y="4218527"/>
              <a:ext cx="94290" cy="139102"/>
            </a:xfrm>
            <a:custGeom>
              <a:avLst/>
              <a:gdLst/>
              <a:ahLst/>
              <a:cxnLst/>
              <a:rect l="l" t="t" r="r" b="b"/>
              <a:pathLst>
                <a:path w="444" h="655" extrusionOk="0">
                  <a:moveTo>
                    <a:pt x="154" y="0"/>
                  </a:moveTo>
                  <a:lnTo>
                    <a:pt x="120" y="60"/>
                  </a:lnTo>
                  <a:cubicBezTo>
                    <a:pt x="120" y="72"/>
                    <a:pt x="0" y="618"/>
                    <a:pt x="202" y="652"/>
                  </a:cubicBezTo>
                  <a:cubicBezTo>
                    <a:pt x="211" y="654"/>
                    <a:pt x="219" y="654"/>
                    <a:pt x="226" y="654"/>
                  </a:cubicBezTo>
                  <a:cubicBezTo>
                    <a:pt x="443" y="654"/>
                    <a:pt x="154" y="0"/>
                    <a:pt x="1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914" name="Google Shape;914;p34"/>
            <p:cNvSpPr/>
            <p:nvPr/>
          </p:nvSpPr>
          <p:spPr>
            <a:xfrm>
              <a:off x="7588067" y="4138888"/>
              <a:ext cx="201959" cy="162463"/>
            </a:xfrm>
            <a:custGeom>
              <a:avLst/>
              <a:gdLst/>
              <a:ahLst/>
              <a:cxnLst/>
              <a:rect l="l" t="t" r="r" b="b"/>
              <a:pathLst>
                <a:path w="951" h="765" extrusionOk="0">
                  <a:moveTo>
                    <a:pt x="619" y="0"/>
                  </a:moveTo>
                  <a:cubicBezTo>
                    <a:pt x="501" y="0"/>
                    <a:pt x="367" y="56"/>
                    <a:pt x="262" y="162"/>
                  </a:cubicBezTo>
                  <a:cubicBezTo>
                    <a:pt x="71" y="339"/>
                    <a:pt x="0" y="552"/>
                    <a:pt x="142" y="671"/>
                  </a:cubicBezTo>
                  <a:cubicBezTo>
                    <a:pt x="217" y="735"/>
                    <a:pt x="301" y="764"/>
                    <a:pt x="387" y="764"/>
                  </a:cubicBezTo>
                  <a:cubicBezTo>
                    <a:pt x="509" y="764"/>
                    <a:pt x="637" y="705"/>
                    <a:pt x="748" y="600"/>
                  </a:cubicBezTo>
                  <a:cubicBezTo>
                    <a:pt x="925" y="424"/>
                    <a:pt x="950" y="210"/>
                    <a:pt x="820" y="80"/>
                  </a:cubicBezTo>
                  <a:cubicBezTo>
                    <a:pt x="771" y="26"/>
                    <a:pt x="699" y="0"/>
                    <a:pt x="6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915" name="Google Shape;915;p34"/>
            <p:cNvSpPr/>
            <p:nvPr/>
          </p:nvSpPr>
          <p:spPr>
            <a:xfrm>
              <a:off x="7686395" y="4218527"/>
              <a:ext cx="28032" cy="30369"/>
            </a:xfrm>
            <a:custGeom>
              <a:avLst/>
              <a:gdLst/>
              <a:ahLst/>
              <a:cxnLst/>
              <a:rect l="l" t="t" r="r" b="b"/>
              <a:pathLst>
                <a:path w="132" h="143" extrusionOk="0">
                  <a:moveTo>
                    <a:pt x="61" y="0"/>
                  </a:moveTo>
                  <a:cubicBezTo>
                    <a:pt x="35" y="0"/>
                    <a:pt x="24" y="0"/>
                    <a:pt x="1" y="12"/>
                  </a:cubicBezTo>
                  <a:lnTo>
                    <a:pt x="24" y="49"/>
                  </a:lnTo>
                  <a:cubicBezTo>
                    <a:pt x="35" y="35"/>
                    <a:pt x="46" y="35"/>
                    <a:pt x="61" y="35"/>
                  </a:cubicBezTo>
                  <a:cubicBezTo>
                    <a:pt x="72" y="35"/>
                    <a:pt x="72" y="49"/>
                    <a:pt x="83" y="49"/>
                  </a:cubicBezTo>
                  <a:cubicBezTo>
                    <a:pt x="83" y="60"/>
                    <a:pt x="95" y="72"/>
                    <a:pt x="83" y="83"/>
                  </a:cubicBezTo>
                  <a:cubicBezTo>
                    <a:pt x="83" y="94"/>
                    <a:pt x="83" y="106"/>
                    <a:pt x="72" y="106"/>
                  </a:cubicBezTo>
                  <a:lnTo>
                    <a:pt x="95" y="143"/>
                  </a:lnTo>
                  <a:cubicBezTo>
                    <a:pt x="106" y="131"/>
                    <a:pt x="118" y="106"/>
                    <a:pt x="118" y="94"/>
                  </a:cubicBezTo>
                  <a:cubicBezTo>
                    <a:pt x="132" y="72"/>
                    <a:pt x="118" y="49"/>
                    <a:pt x="106" y="35"/>
                  </a:cubicBezTo>
                  <a:cubicBezTo>
                    <a:pt x="95" y="12"/>
                    <a:pt x="83" y="0"/>
                    <a:pt x="61" y="0"/>
                  </a:cubicBez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4"/>
            <p:cNvSpPr/>
            <p:nvPr/>
          </p:nvSpPr>
          <p:spPr>
            <a:xfrm>
              <a:off x="7623746" y="4220864"/>
              <a:ext cx="30368" cy="25697"/>
            </a:xfrm>
            <a:custGeom>
              <a:avLst/>
              <a:gdLst/>
              <a:ahLst/>
              <a:cxnLst/>
              <a:rect l="l" t="t" r="r" b="b"/>
              <a:pathLst>
                <a:path w="143" h="121" extrusionOk="0">
                  <a:moveTo>
                    <a:pt x="23" y="1"/>
                  </a:moveTo>
                  <a:cubicBezTo>
                    <a:pt x="0" y="38"/>
                    <a:pt x="11" y="72"/>
                    <a:pt x="34" y="95"/>
                  </a:cubicBezTo>
                  <a:cubicBezTo>
                    <a:pt x="46" y="109"/>
                    <a:pt x="71" y="120"/>
                    <a:pt x="83" y="120"/>
                  </a:cubicBezTo>
                  <a:lnTo>
                    <a:pt x="94" y="120"/>
                  </a:lnTo>
                  <a:cubicBezTo>
                    <a:pt x="105" y="109"/>
                    <a:pt x="128" y="109"/>
                    <a:pt x="142" y="83"/>
                  </a:cubicBezTo>
                  <a:lnTo>
                    <a:pt x="117" y="72"/>
                  </a:lnTo>
                  <a:cubicBezTo>
                    <a:pt x="105" y="83"/>
                    <a:pt x="94" y="83"/>
                    <a:pt x="83" y="95"/>
                  </a:cubicBezTo>
                  <a:cubicBezTo>
                    <a:pt x="71" y="95"/>
                    <a:pt x="57" y="83"/>
                    <a:pt x="46" y="83"/>
                  </a:cubicBezTo>
                  <a:cubicBezTo>
                    <a:pt x="34" y="61"/>
                    <a:pt x="23" y="38"/>
                    <a:pt x="46" y="12"/>
                  </a:cubicBezTo>
                  <a:lnTo>
                    <a:pt x="23" y="1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4"/>
            <p:cNvSpPr/>
            <p:nvPr/>
          </p:nvSpPr>
          <p:spPr>
            <a:xfrm>
              <a:off x="7638824" y="4173292"/>
              <a:ext cx="30368" cy="27820"/>
            </a:xfrm>
            <a:custGeom>
              <a:avLst/>
              <a:gdLst/>
              <a:ahLst/>
              <a:cxnLst/>
              <a:rect l="l" t="t" r="r" b="b"/>
              <a:pathLst>
                <a:path w="143" h="131" extrusionOk="0">
                  <a:moveTo>
                    <a:pt x="57" y="0"/>
                  </a:moveTo>
                  <a:cubicBezTo>
                    <a:pt x="34" y="0"/>
                    <a:pt x="23" y="12"/>
                    <a:pt x="0" y="23"/>
                  </a:cubicBezTo>
                  <a:lnTo>
                    <a:pt x="34" y="48"/>
                  </a:lnTo>
                  <a:cubicBezTo>
                    <a:pt x="34" y="48"/>
                    <a:pt x="46" y="34"/>
                    <a:pt x="57" y="34"/>
                  </a:cubicBezTo>
                  <a:cubicBezTo>
                    <a:pt x="71" y="34"/>
                    <a:pt x="83" y="48"/>
                    <a:pt x="83" y="48"/>
                  </a:cubicBezTo>
                  <a:cubicBezTo>
                    <a:pt x="105" y="71"/>
                    <a:pt x="105" y="94"/>
                    <a:pt x="94" y="105"/>
                  </a:cubicBezTo>
                  <a:lnTo>
                    <a:pt x="117" y="131"/>
                  </a:lnTo>
                  <a:cubicBezTo>
                    <a:pt x="142" y="105"/>
                    <a:pt x="142" y="48"/>
                    <a:pt x="105" y="23"/>
                  </a:cubicBezTo>
                  <a:cubicBezTo>
                    <a:pt x="94" y="12"/>
                    <a:pt x="83" y="0"/>
                    <a:pt x="57" y="0"/>
                  </a:cubicBez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4"/>
            <p:cNvSpPr/>
            <p:nvPr/>
          </p:nvSpPr>
          <p:spPr>
            <a:xfrm>
              <a:off x="7613339" y="4238491"/>
              <a:ext cx="20175" cy="23148"/>
            </a:xfrm>
            <a:custGeom>
              <a:avLst/>
              <a:gdLst/>
              <a:ahLst/>
              <a:cxnLst/>
              <a:rect l="l" t="t" r="r" b="b"/>
              <a:pathLst>
                <a:path w="95" h="109" extrusionOk="0">
                  <a:moveTo>
                    <a:pt x="83" y="0"/>
                  </a:moveTo>
                  <a:cubicBezTo>
                    <a:pt x="83" y="0"/>
                    <a:pt x="35" y="26"/>
                    <a:pt x="1" y="97"/>
                  </a:cubicBezTo>
                  <a:lnTo>
                    <a:pt x="23" y="108"/>
                  </a:lnTo>
                  <a:cubicBezTo>
                    <a:pt x="49" y="49"/>
                    <a:pt x="95" y="12"/>
                    <a:pt x="95" y="12"/>
                  </a:cubicBezTo>
                  <a:lnTo>
                    <a:pt x="83" y="0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4"/>
            <p:cNvSpPr/>
            <p:nvPr/>
          </p:nvSpPr>
          <p:spPr>
            <a:xfrm>
              <a:off x="7699137" y="4111279"/>
              <a:ext cx="113191" cy="103849"/>
            </a:xfrm>
            <a:custGeom>
              <a:avLst/>
              <a:gdLst/>
              <a:ahLst/>
              <a:cxnLst/>
              <a:rect l="l" t="t" r="r" b="b"/>
              <a:pathLst>
                <a:path w="533" h="489" extrusionOk="0">
                  <a:moveTo>
                    <a:pt x="222" y="0"/>
                  </a:moveTo>
                  <a:cubicBezTo>
                    <a:pt x="169" y="0"/>
                    <a:pt x="119" y="19"/>
                    <a:pt x="83" y="56"/>
                  </a:cubicBezTo>
                  <a:cubicBezTo>
                    <a:pt x="1" y="139"/>
                    <a:pt x="12" y="292"/>
                    <a:pt x="106" y="397"/>
                  </a:cubicBezTo>
                  <a:cubicBezTo>
                    <a:pt x="167" y="458"/>
                    <a:pt x="242" y="489"/>
                    <a:pt x="311" y="489"/>
                  </a:cubicBezTo>
                  <a:cubicBezTo>
                    <a:pt x="365" y="489"/>
                    <a:pt x="414" y="470"/>
                    <a:pt x="450" y="434"/>
                  </a:cubicBezTo>
                  <a:cubicBezTo>
                    <a:pt x="533" y="352"/>
                    <a:pt x="521" y="198"/>
                    <a:pt x="427" y="90"/>
                  </a:cubicBezTo>
                  <a:cubicBezTo>
                    <a:pt x="367" y="31"/>
                    <a:pt x="291" y="0"/>
                    <a:pt x="222" y="0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4"/>
            <p:cNvSpPr/>
            <p:nvPr/>
          </p:nvSpPr>
          <p:spPr>
            <a:xfrm>
              <a:off x="7756476" y="4107032"/>
              <a:ext cx="38438" cy="34404"/>
            </a:xfrm>
            <a:custGeom>
              <a:avLst/>
              <a:gdLst/>
              <a:ahLst/>
              <a:cxnLst/>
              <a:rect l="l" t="t" r="r" b="b"/>
              <a:pathLst>
                <a:path w="181" h="162" extrusionOk="0">
                  <a:moveTo>
                    <a:pt x="88" y="1"/>
                  </a:moveTo>
                  <a:cubicBezTo>
                    <a:pt x="56" y="1"/>
                    <a:pt x="24" y="25"/>
                    <a:pt x="15" y="62"/>
                  </a:cubicBezTo>
                  <a:cubicBezTo>
                    <a:pt x="1" y="110"/>
                    <a:pt x="27" y="147"/>
                    <a:pt x="72" y="159"/>
                  </a:cubicBezTo>
                  <a:cubicBezTo>
                    <a:pt x="79" y="161"/>
                    <a:pt x="85" y="161"/>
                    <a:pt x="92" y="161"/>
                  </a:cubicBezTo>
                  <a:cubicBezTo>
                    <a:pt x="125" y="161"/>
                    <a:pt x="159" y="141"/>
                    <a:pt x="169" y="110"/>
                  </a:cubicBezTo>
                  <a:cubicBezTo>
                    <a:pt x="180" y="62"/>
                    <a:pt x="157" y="16"/>
                    <a:pt x="109" y="5"/>
                  </a:cubicBezTo>
                  <a:cubicBezTo>
                    <a:pt x="102" y="2"/>
                    <a:pt x="95" y="1"/>
                    <a:pt x="88" y="1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4"/>
            <p:cNvSpPr/>
            <p:nvPr/>
          </p:nvSpPr>
          <p:spPr>
            <a:xfrm>
              <a:off x="7688943" y="4119562"/>
              <a:ext cx="50331" cy="44173"/>
            </a:xfrm>
            <a:custGeom>
              <a:avLst/>
              <a:gdLst/>
              <a:ahLst/>
              <a:cxnLst/>
              <a:rect l="l" t="t" r="r" b="b"/>
              <a:pathLst>
                <a:path w="237" h="208" extrusionOk="0">
                  <a:moveTo>
                    <a:pt x="126" y="0"/>
                  </a:moveTo>
                  <a:cubicBezTo>
                    <a:pt x="77" y="0"/>
                    <a:pt x="33" y="26"/>
                    <a:pt x="23" y="74"/>
                  </a:cubicBezTo>
                  <a:cubicBezTo>
                    <a:pt x="0" y="134"/>
                    <a:pt x="34" y="193"/>
                    <a:pt x="94" y="205"/>
                  </a:cubicBezTo>
                  <a:cubicBezTo>
                    <a:pt x="104" y="207"/>
                    <a:pt x="114" y="208"/>
                    <a:pt x="124" y="208"/>
                  </a:cubicBezTo>
                  <a:cubicBezTo>
                    <a:pt x="172" y="208"/>
                    <a:pt x="216" y="184"/>
                    <a:pt x="225" y="134"/>
                  </a:cubicBezTo>
                  <a:cubicBezTo>
                    <a:pt x="236" y="74"/>
                    <a:pt x="214" y="17"/>
                    <a:pt x="154" y="3"/>
                  </a:cubicBezTo>
                  <a:cubicBezTo>
                    <a:pt x="145" y="1"/>
                    <a:pt x="135" y="0"/>
                    <a:pt x="126" y="0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4"/>
            <p:cNvSpPr/>
            <p:nvPr/>
          </p:nvSpPr>
          <p:spPr>
            <a:xfrm>
              <a:off x="7721435" y="4107881"/>
              <a:ext cx="25696" cy="23361"/>
            </a:xfrm>
            <a:custGeom>
              <a:avLst/>
              <a:gdLst/>
              <a:ahLst/>
              <a:cxnLst/>
              <a:rect l="l" t="t" r="r" b="b"/>
              <a:pathLst>
                <a:path w="121" h="110" extrusionOk="0">
                  <a:moveTo>
                    <a:pt x="72" y="1"/>
                  </a:moveTo>
                  <a:cubicBezTo>
                    <a:pt x="38" y="1"/>
                    <a:pt x="12" y="12"/>
                    <a:pt x="1" y="35"/>
                  </a:cubicBezTo>
                  <a:cubicBezTo>
                    <a:pt x="1" y="72"/>
                    <a:pt x="12" y="95"/>
                    <a:pt x="38" y="106"/>
                  </a:cubicBezTo>
                  <a:cubicBezTo>
                    <a:pt x="44" y="108"/>
                    <a:pt x="50" y="109"/>
                    <a:pt x="56" y="109"/>
                  </a:cubicBezTo>
                  <a:cubicBezTo>
                    <a:pt x="80" y="109"/>
                    <a:pt x="97" y="91"/>
                    <a:pt x="109" y="72"/>
                  </a:cubicBezTo>
                  <a:cubicBezTo>
                    <a:pt x="120" y="35"/>
                    <a:pt x="95" y="12"/>
                    <a:pt x="72" y="1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4"/>
            <p:cNvSpPr/>
            <p:nvPr/>
          </p:nvSpPr>
          <p:spPr>
            <a:xfrm>
              <a:off x="7759662" y="4172655"/>
              <a:ext cx="55215" cy="49057"/>
            </a:xfrm>
            <a:custGeom>
              <a:avLst/>
              <a:gdLst/>
              <a:ahLst/>
              <a:cxnLst/>
              <a:rect l="l" t="t" r="r" b="b"/>
              <a:pathLst>
                <a:path w="260" h="231" extrusionOk="0">
                  <a:moveTo>
                    <a:pt x="142" y="1"/>
                  </a:moveTo>
                  <a:cubicBezTo>
                    <a:pt x="88" y="1"/>
                    <a:pt x="33" y="34"/>
                    <a:pt x="23" y="86"/>
                  </a:cubicBezTo>
                  <a:cubicBezTo>
                    <a:pt x="0" y="145"/>
                    <a:pt x="34" y="216"/>
                    <a:pt x="94" y="228"/>
                  </a:cubicBezTo>
                  <a:cubicBezTo>
                    <a:pt x="103" y="229"/>
                    <a:pt x="112" y="230"/>
                    <a:pt x="121" y="230"/>
                  </a:cubicBezTo>
                  <a:cubicBezTo>
                    <a:pt x="180" y="230"/>
                    <a:pt x="226" y="197"/>
                    <a:pt x="236" y="145"/>
                  </a:cubicBezTo>
                  <a:cubicBezTo>
                    <a:pt x="259" y="86"/>
                    <a:pt x="225" y="26"/>
                    <a:pt x="165" y="3"/>
                  </a:cubicBezTo>
                  <a:cubicBezTo>
                    <a:pt x="158" y="2"/>
                    <a:pt x="150" y="1"/>
                    <a:pt x="142" y="1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4"/>
            <p:cNvSpPr/>
            <p:nvPr/>
          </p:nvSpPr>
          <p:spPr>
            <a:xfrm>
              <a:off x="7952918" y="4191131"/>
              <a:ext cx="98750" cy="87709"/>
            </a:xfrm>
            <a:custGeom>
              <a:avLst/>
              <a:gdLst/>
              <a:ahLst/>
              <a:cxnLst/>
              <a:rect l="l" t="t" r="r" b="b"/>
              <a:pathLst>
                <a:path w="465" h="413" extrusionOk="0">
                  <a:moveTo>
                    <a:pt x="229" y="0"/>
                  </a:moveTo>
                  <a:cubicBezTo>
                    <a:pt x="169" y="0"/>
                    <a:pt x="111" y="24"/>
                    <a:pt x="72" y="70"/>
                  </a:cubicBezTo>
                  <a:cubicBezTo>
                    <a:pt x="1" y="164"/>
                    <a:pt x="15" y="295"/>
                    <a:pt x="97" y="366"/>
                  </a:cubicBezTo>
                  <a:cubicBezTo>
                    <a:pt x="139" y="397"/>
                    <a:pt x="186" y="413"/>
                    <a:pt x="232" y="413"/>
                  </a:cubicBezTo>
                  <a:cubicBezTo>
                    <a:pt x="290" y="413"/>
                    <a:pt x="347" y="389"/>
                    <a:pt x="393" y="343"/>
                  </a:cubicBezTo>
                  <a:cubicBezTo>
                    <a:pt x="464" y="249"/>
                    <a:pt x="453" y="129"/>
                    <a:pt x="370" y="47"/>
                  </a:cubicBezTo>
                  <a:cubicBezTo>
                    <a:pt x="327" y="15"/>
                    <a:pt x="278" y="0"/>
                    <a:pt x="2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4"/>
            <p:cNvSpPr/>
            <p:nvPr/>
          </p:nvSpPr>
          <p:spPr>
            <a:xfrm>
              <a:off x="7928071" y="4164160"/>
              <a:ext cx="85583" cy="75179"/>
            </a:xfrm>
            <a:custGeom>
              <a:avLst/>
              <a:gdLst/>
              <a:ahLst/>
              <a:cxnLst/>
              <a:rect l="l" t="t" r="r" b="b"/>
              <a:pathLst>
                <a:path w="403" h="354" extrusionOk="0">
                  <a:moveTo>
                    <a:pt x="203" y="1"/>
                  </a:moveTo>
                  <a:cubicBezTo>
                    <a:pt x="153" y="1"/>
                    <a:pt x="104" y="21"/>
                    <a:pt x="72" y="66"/>
                  </a:cubicBezTo>
                  <a:cubicBezTo>
                    <a:pt x="1" y="137"/>
                    <a:pt x="12" y="245"/>
                    <a:pt x="95" y="316"/>
                  </a:cubicBezTo>
                  <a:cubicBezTo>
                    <a:pt x="125" y="342"/>
                    <a:pt x="162" y="354"/>
                    <a:pt x="200" y="354"/>
                  </a:cubicBezTo>
                  <a:cubicBezTo>
                    <a:pt x="251" y="354"/>
                    <a:pt x="304" y="332"/>
                    <a:pt x="345" y="291"/>
                  </a:cubicBezTo>
                  <a:cubicBezTo>
                    <a:pt x="402" y="220"/>
                    <a:pt x="391" y="103"/>
                    <a:pt x="320" y="43"/>
                  </a:cubicBezTo>
                  <a:cubicBezTo>
                    <a:pt x="287" y="16"/>
                    <a:pt x="245" y="1"/>
                    <a:pt x="2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4"/>
            <p:cNvSpPr/>
            <p:nvPr/>
          </p:nvSpPr>
          <p:spPr>
            <a:xfrm>
              <a:off x="7910657" y="4153541"/>
              <a:ext cx="52667" cy="47783"/>
            </a:xfrm>
            <a:custGeom>
              <a:avLst/>
              <a:gdLst/>
              <a:ahLst/>
              <a:cxnLst/>
              <a:rect l="l" t="t" r="r" b="b"/>
              <a:pathLst>
                <a:path w="248" h="225" extrusionOk="0">
                  <a:moveTo>
                    <a:pt x="137" y="1"/>
                  </a:moveTo>
                  <a:cubicBezTo>
                    <a:pt x="102" y="1"/>
                    <a:pt x="64" y="17"/>
                    <a:pt x="35" y="45"/>
                  </a:cubicBezTo>
                  <a:cubicBezTo>
                    <a:pt x="0" y="93"/>
                    <a:pt x="12" y="153"/>
                    <a:pt x="57" y="198"/>
                  </a:cubicBezTo>
                  <a:cubicBezTo>
                    <a:pt x="80" y="216"/>
                    <a:pt x="105" y="225"/>
                    <a:pt x="130" y="225"/>
                  </a:cubicBezTo>
                  <a:cubicBezTo>
                    <a:pt x="159" y="225"/>
                    <a:pt x="188" y="213"/>
                    <a:pt x="214" y="187"/>
                  </a:cubicBezTo>
                  <a:cubicBezTo>
                    <a:pt x="248" y="141"/>
                    <a:pt x="248" y="70"/>
                    <a:pt x="200" y="22"/>
                  </a:cubicBezTo>
                  <a:cubicBezTo>
                    <a:pt x="182" y="8"/>
                    <a:pt x="160" y="1"/>
                    <a:pt x="1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4"/>
            <p:cNvSpPr/>
            <p:nvPr/>
          </p:nvSpPr>
          <p:spPr>
            <a:xfrm>
              <a:off x="7986260" y="4325351"/>
              <a:ext cx="113191" cy="101300"/>
            </a:xfrm>
            <a:custGeom>
              <a:avLst/>
              <a:gdLst/>
              <a:ahLst/>
              <a:cxnLst/>
              <a:rect l="l" t="t" r="r" b="b"/>
              <a:pathLst>
                <a:path w="533" h="477" extrusionOk="0">
                  <a:moveTo>
                    <a:pt x="265" y="1"/>
                  </a:moveTo>
                  <a:cubicBezTo>
                    <a:pt x="197" y="1"/>
                    <a:pt x="129" y="30"/>
                    <a:pt x="83" y="89"/>
                  </a:cubicBezTo>
                  <a:cubicBezTo>
                    <a:pt x="0" y="186"/>
                    <a:pt x="11" y="340"/>
                    <a:pt x="117" y="422"/>
                  </a:cubicBezTo>
                  <a:cubicBezTo>
                    <a:pt x="159" y="458"/>
                    <a:pt x="212" y="476"/>
                    <a:pt x="265" y="476"/>
                  </a:cubicBezTo>
                  <a:cubicBezTo>
                    <a:pt x="334" y="476"/>
                    <a:pt x="403" y="446"/>
                    <a:pt x="450" y="385"/>
                  </a:cubicBezTo>
                  <a:cubicBezTo>
                    <a:pt x="532" y="291"/>
                    <a:pt x="521" y="138"/>
                    <a:pt x="413" y="55"/>
                  </a:cubicBezTo>
                  <a:cubicBezTo>
                    <a:pt x="371" y="19"/>
                    <a:pt x="319" y="1"/>
                    <a:pt x="2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4"/>
            <p:cNvSpPr/>
            <p:nvPr/>
          </p:nvSpPr>
          <p:spPr>
            <a:xfrm>
              <a:off x="8013444" y="4305813"/>
              <a:ext cx="73266" cy="65835"/>
            </a:xfrm>
            <a:custGeom>
              <a:avLst/>
              <a:gdLst/>
              <a:ahLst/>
              <a:cxnLst/>
              <a:rect l="l" t="t" r="r" b="b"/>
              <a:pathLst>
                <a:path w="345" h="310" extrusionOk="0">
                  <a:moveTo>
                    <a:pt x="179" y="0"/>
                  </a:moveTo>
                  <a:cubicBezTo>
                    <a:pt x="136" y="0"/>
                    <a:pt x="93" y="19"/>
                    <a:pt x="60" y="50"/>
                  </a:cubicBezTo>
                  <a:cubicBezTo>
                    <a:pt x="0" y="121"/>
                    <a:pt x="14" y="218"/>
                    <a:pt x="71" y="278"/>
                  </a:cubicBezTo>
                  <a:cubicBezTo>
                    <a:pt x="103" y="298"/>
                    <a:pt x="139" y="309"/>
                    <a:pt x="176" y="309"/>
                  </a:cubicBezTo>
                  <a:cubicBezTo>
                    <a:pt x="221" y="309"/>
                    <a:pt x="266" y="292"/>
                    <a:pt x="299" y="252"/>
                  </a:cubicBezTo>
                  <a:cubicBezTo>
                    <a:pt x="344" y="193"/>
                    <a:pt x="344" y="87"/>
                    <a:pt x="273" y="39"/>
                  </a:cubicBezTo>
                  <a:cubicBezTo>
                    <a:pt x="247" y="12"/>
                    <a:pt x="213" y="0"/>
                    <a:pt x="1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9" name="Google Shape;929;p34"/>
          <p:cNvGrpSpPr/>
          <p:nvPr/>
        </p:nvGrpSpPr>
        <p:grpSpPr>
          <a:xfrm rot="-587966">
            <a:off x="6867109" y="772154"/>
            <a:ext cx="879473" cy="724344"/>
            <a:chOff x="7557699" y="4092166"/>
            <a:chExt cx="541752" cy="446193"/>
          </a:xfrm>
        </p:grpSpPr>
        <p:sp>
          <p:nvSpPr>
            <p:cNvPr id="930" name="Google Shape;930;p34"/>
            <p:cNvSpPr/>
            <p:nvPr/>
          </p:nvSpPr>
          <p:spPr>
            <a:xfrm>
              <a:off x="7608455" y="4328112"/>
              <a:ext cx="145895" cy="109371"/>
            </a:xfrm>
            <a:custGeom>
              <a:avLst/>
              <a:gdLst/>
              <a:ahLst/>
              <a:cxnLst/>
              <a:rect l="l" t="t" r="r" b="b"/>
              <a:pathLst>
                <a:path w="687" h="515" extrusionOk="0">
                  <a:moveTo>
                    <a:pt x="615" y="1"/>
                  </a:moveTo>
                  <a:cubicBezTo>
                    <a:pt x="601" y="1"/>
                    <a:pt x="585" y="6"/>
                    <a:pt x="570" y="16"/>
                  </a:cubicBezTo>
                  <a:lnTo>
                    <a:pt x="46" y="386"/>
                  </a:lnTo>
                  <a:cubicBezTo>
                    <a:pt x="12" y="409"/>
                    <a:pt x="1" y="457"/>
                    <a:pt x="24" y="480"/>
                  </a:cubicBezTo>
                  <a:cubicBezTo>
                    <a:pt x="35" y="503"/>
                    <a:pt x="58" y="514"/>
                    <a:pt x="83" y="514"/>
                  </a:cubicBezTo>
                  <a:cubicBezTo>
                    <a:pt x="95" y="514"/>
                    <a:pt x="118" y="514"/>
                    <a:pt x="129" y="503"/>
                  </a:cubicBezTo>
                  <a:lnTo>
                    <a:pt x="652" y="125"/>
                  </a:lnTo>
                  <a:cubicBezTo>
                    <a:pt x="687" y="113"/>
                    <a:pt x="687" y="65"/>
                    <a:pt x="664" y="31"/>
                  </a:cubicBezTo>
                  <a:cubicBezTo>
                    <a:pt x="651" y="10"/>
                    <a:pt x="634" y="1"/>
                    <a:pt x="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931" name="Google Shape;931;p34"/>
            <p:cNvSpPr/>
            <p:nvPr/>
          </p:nvSpPr>
          <p:spPr>
            <a:xfrm>
              <a:off x="7557699" y="4275656"/>
              <a:ext cx="146532" cy="109158"/>
            </a:xfrm>
            <a:custGeom>
              <a:avLst/>
              <a:gdLst/>
              <a:ahLst/>
              <a:cxnLst/>
              <a:rect l="l" t="t" r="r" b="b"/>
              <a:pathLst>
                <a:path w="690" h="514" extrusionOk="0">
                  <a:moveTo>
                    <a:pt x="613" y="0"/>
                  </a:moveTo>
                  <a:cubicBezTo>
                    <a:pt x="597" y="0"/>
                    <a:pt x="581" y="6"/>
                    <a:pt x="570" y="16"/>
                  </a:cubicBezTo>
                  <a:lnTo>
                    <a:pt x="38" y="383"/>
                  </a:lnTo>
                  <a:cubicBezTo>
                    <a:pt x="12" y="406"/>
                    <a:pt x="1" y="454"/>
                    <a:pt x="27" y="477"/>
                  </a:cubicBezTo>
                  <a:cubicBezTo>
                    <a:pt x="38" y="502"/>
                    <a:pt x="61" y="514"/>
                    <a:pt x="83" y="514"/>
                  </a:cubicBezTo>
                  <a:cubicBezTo>
                    <a:pt x="98" y="514"/>
                    <a:pt x="109" y="514"/>
                    <a:pt x="120" y="502"/>
                  </a:cubicBezTo>
                  <a:lnTo>
                    <a:pt x="652" y="121"/>
                  </a:lnTo>
                  <a:cubicBezTo>
                    <a:pt x="678" y="98"/>
                    <a:pt x="689" y="64"/>
                    <a:pt x="667" y="27"/>
                  </a:cubicBezTo>
                  <a:cubicBezTo>
                    <a:pt x="653" y="9"/>
                    <a:pt x="632" y="0"/>
                    <a:pt x="6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932" name="Google Shape;932;p34"/>
            <p:cNvSpPr/>
            <p:nvPr/>
          </p:nvSpPr>
          <p:spPr>
            <a:xfrm>
              <a:off x="7967996" y="4414335"/>
              <a:ext cx="66046" cy="124024"/>
            </a:xfrm>
            <a:custGeom>
              <a:avLst/>
              <a:gdLst/>
              <a:ahLst/>
              <a:cxnLst/>
              <a:rect l="l" t="t" r="r" b="b"/>
              <a:pathLst>
                <a:path w="311" h="584" extrusionOk="0">
                  <a:moveTo>
                    <a:pt x="80" y="0"/>
                  </a:moveTo>
                  <a:cubicBezTo>
                    <a:pt x="73" y="0"/>
                    <a:pt x="67" y="1"/>
                    <a:pt x="60" y="3"/>
                  </a:cubicBezTo>
                  <a:cubicBezTo>
                    <a:pt x="15" y="14"/>
                    <a:pt x="1" y="63"/>
                    <a:pt x="15" y="97"/>
                  </a:cubicBezTo>
                  <a:lnTo>
                    <a:pt x="169" y="535"/>
                  </a:lnTo>
                  <a:cubicBezTo>
                    <a:pt x="169" y="572"/>
                    <a:pt x="203" y="583"/>
                    <a:pt x="228" y="583"/>
                  </a:cubicBezTo>
                  <a:lnTo>
                    <a:pt x="251" y="583"/>
                  </a:lnTo>
                  <a:cubicBezTo>
                    <a:pt x="285" y="572"/>
                    <a:pt x="311" y="524"/>
                    <a:pt x="299" y="490"/>
                  </a:cubicBezTo>
                  <a:lnTo>
                    <a:pt x="143" y="51"/>
                  </a:lnTo>
                  <a:cubicBezTo>
                    <a:pt x="134" y="21"/>
                    <a:pt x="109" y="0"/>
                    <a:pt x="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933" name="Google Shape;933;p34"/>
            <p:cNvSpPr/>
            <p:nvPr/>
          </p:nvSpPr>
          <p:spPr>
            <a:xfrm>
              <a:off x="7882836" y="4381417"/>
              <a:ext cx="67957" cy="124236"/>
            </a:xfrm>
            <a:custGeom>
              <a:avLst/>
              <a:gdLst/>
              <a:ahLst/>
              <a:cxnLst/>
              <a:rect l="l" t="t" r="r" b="b"/>
              <a:pathLst>
                <a:path w="320" h="585" extrusionOk="0">
                  <a:moveTo>
                    <a:pt x="88" y="0"/>
                  </a:moveTo>
                  <a:cubicBezTo>
                    <a:pt x="78" y="0"/>
                    <a:pt x="69" y="2"/>
                    <a:pt x="60" y="4"/>
                  </a:cubicBezTo>
                  <a:cubicBezTo>
                    <a:pt x="23" y="16"/>
                    <a:pt x="1" y="50"/>
                    <a:pt x="23" y="87"/>
                  </a:cubicBezTo>
                  <a:lnTo>
                    <a:pt x="166" y="536"/>
                  </a:lnTo>
                  <a:cubicBezTo>
                    <a:pt x="177" y="562"/>
                    <a:pt x="203" y="585"/>
                    <a:pt x="237" y="585"/>
                  </a:cubicBezTo>
                  <a:cubicBezTo>
                    <a:pt x="248" y="585"/>
                    <a:pt x="248" y="585"/>
                    <a:pt x="259" y="573"/>
                  </a:cubicBezTo>
                  <a:cubicBezTo>
                    <a:pt x="296" y="562"/>
                    <a:pt x="319" y="525"/>
                    <a:pt x="308" y="491"/>
                  </a:cubicBezTo>
                  <a:lnTo>
                    <a:pt x="154" y="39"/>
                  </a:lnTo>
                  <a:cubicBezTo>
                    <a:pt x="146" y="13"/>
                    <a:pt x="116" y="0"/>
                    <a:pt x="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934" name="Google Shape;934;p34"/>
            <p:cNvSpPr/>
            <p:nvPr/>
          </p:nvSpPr>
          <p:spPr>
            <a:xfrm>
              <a:off x="7603146" y="4134853"/>
              <a:ext cx="488864" cy="334695"/>
            </a:xfrm>
            <a:custGeom>
              <a:avLst/>
              <a:gdLst/>
              <a:ahLst/>
              <a:cxnLst/>
              <a:rect l="l" t="t" r="r" b="b"/>
              <a:pathLst>
                <a:path w="2302" h="1576" extrusionOk="0">
                  <a:moveTo>
                    <a:pt x="1048" y="0"/>
                  </a:moveTo>
                  <a:cubicBezTo>
                    <a:pt x="616" y="0"/>
                    <a:pt x="235" y="242"/>
                    <a:pt x="131" y="619"/>
                  </a:cubicBezTo>
                  <a:cubicBezTo>
                    <a:pt x="0" y="1094"/>
                    <a:pt x="453" y="1319"/>
                    <a:pt x="1022" y="1473"/>
                  </a:cubicBezTo>
                  <a:cubicBezTo>
                    <a:pt x="1241" y="1533"/>
                    <a:pt x="1445" y="1576"/>
                    <a:pt x="1621" y="1576"/>
                  </a:cubicBezTo>
                  <a:cubicBezTo>
                    <a:pt x="1891" y="1576"/>
                    <a:pt x="2092" y="1476"/>
                    <a:pt x="2171" y="1188"/>
                  </a:cubicBezTo>
                  <a:cubicBezTo>
                    <a:pt x="2302" y="713"/>
                    <a:pt x="1958" y="204"/>
                    <a:pt x="1389" y="50"/>
                  </a:cubicBezTo>
                  <a:cubicBezTo>
                    <a:pt x="1274" y="16"/>
                    <a:pt x="1160" y="0"/>
                    <a:pt x="10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4"/>
            <p:cNvSpPr/>
            <p:nvPr/>
          </p:nvSpPr>
          <p:spPr>
            <a:xfrm>
              <a:off x="7598261" y="4092166"/>
              <a:ext cx="121048" cy="58402"/>
            </a:xfrm>
            <a:custGeom>
              <a:avLst/>
              <a:gdLst/>
              <a:ahLst/>
              <a:cxnLst/>
              <a:rect l="l" t="t" r="r" b="b"/>
              <a:pathLst>
                <a:path w="570" h="275" extrusionOk="0">
                  <a:moveTo>
                    <a:pt x="141" y="0"/>
                  </a:moveTo>
                  <a:cubicBezTo>
                    <a:pt x="110" y="0"/>
                    <a:pt x="86" y="11"/>
                    <a:pt x="72" y="38"/>
                  </a:cubicBezTo>
                  <a:cubicBezTo>
                    <a:pt x="1" y="169"/>
                    <a:pt x="547" y="274"/>
                    <a:pt x="547" y="274"/>
                  </a:cubicBezTo>
                  <a:lnTo>
                    <a:pt x="570" y="251"/>
                  </a:lnTo>
                  <a:cubicBezTo>
                    <a:pt x="570" y="251"/>
                    <a:pt x="286" y="0"/>
                    <a:pt x="1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936" name="Google Shape;936;p34"/>
            <p:cNvSpPr/>
            <p:nvPr/>
          </p:nvSpPr>
          <p:spPr>
            <a:xfrm>
              <a:off x="7736726" y="4218527"/>
              <a:ext cx="94290" cy="139102"/>
            </a:xfrm>
            <a:custGeom>
              <a:avLst/>
              <a:gdLst/>
              <a:ahLst/>
              <a:cxnLst/>
              <a:rect l="l" t="t" r="r" b="b"/>
              <a:pathLst>
                <a:path w="444" h="655" extrusionOk="0">
                  <a:moveTo>
                    <a:pt x="154" y="0"/>
                  </a:moveTo>
                  <a:lnTo>
                    <a:pt x="120" y="60"/>
                  </a:lnTo>
                  <a:cubicBezTo>
                    <a:pt x="120" y="72"/>
                    <a:pt x="0" y="618"/>
                    <a:pt x="202" y="652"/>
                  </a:cubicBezTo>
                  <a:cubicBezTo>
                    <a:pt x="211" y="654"/>
                    <a:pt x="219" y="654"/>
                    <a:pt x="226" y="654"/>
                  </a:cubicBezTo>
                  <a:cubicBezTo>
                    <a:pt x="443" y="654"/>
                    <a:pt x="154" y="0"/>
                    <a:pt x="1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937" name="Google Shape;937;p34"/>
            <p:cNvSpPr/>
            <p:nvPr/>
          </p:nvSpPr>
          <p:spPr>
            <a:xfrm>
              <a:off x="7588067" y="4138888"/>
              <a:ext cx="201959" cy="162463"/>
            </a:xfrm>
            <a:custGeom>
              <a:avLst/>
              <a:gdLst/>
              <a:ahLst/>
              <a:cxnLst/>
              <a:rect l="l" t="t" r="r" b="b"/>
              <a:pathLst>
                <a:path w="951" h="765" extrusionOk="0">
                  <a:moveTo>
                    <a:pt x="619" y="0"/>
                  </a:moveTo>
                  <a:cubicBezTo>
                    <a:pt x="501" y="0"/>
                    <a:pt x="367" y="56"/>
                    <a:pt x="262" y="162"/>
                  </a:cubicBezTo>
                  <a:cubicBezTo>
                    <a:pt x="71" y="339"/>
                    <a:pt x="0" y="552"/>
                    <a:pt x="142" y="671"/>
                  </a:cubicBezTo>
                  <a:cubicBezTo>
                    <a:pt x="217" y="735"/>
                    <a:pt x="301" y="764"/>
                    <a:pt x="387" y="764"/>
                  </a:cubicBezTo>
                  <a:cubicBezTo>
                    <a:pt x="509" y="764"/>
                    <a:pt x="637" y="705"/>
                    <a:pt x="748" y="600"/>
                  </a:cubicBezTo>
                  <a:cubicBezTo>
                    <a:pt x="925" y="424"/>
                    <a:pt x="950" y="210"/>
                    <a:pt x="820" y="80"/>
                  </a:cubicBezTo>
                  <a:cubicBezTo>
                    <a:pt x="771" y="26"/>
                    <a:pt x="699" y="0"/>
                    <a:pt x="6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938" name="Google Shape;938;p34"/>
            <p:cNvSpPr/>
            <p:nvPr/>
          </p:nvSpPr>
          <p:spPr>
            <a:xfrm>
              <a:off x="7686395" y="4218527"/>
              <a:ext cx="28032" cy="30369"/>
            </a:xfrm>
            <a:custGeom>
              <a:avLst/>
              <a:gdLst/>
              <a:ahLst/>
              <a:cxnLst/>
              <a:rect l="l" t="t" r="r" b="b"/>
              <a:pathLst>
                <a:path w="132" h="143" extrusionOk="0">
                  <a:moveTo>
                    <a:pt x="61" y="0"/>
                  </a:moveTo>
                  <a:cubicBezTo>
                    <a:pt x="35" y="0"/>
                    <a:pt x="24" y="0"/>
                    <a:pt x="1" y="12"/>
                  </a:cubicBezTo>
                  <a:lnTo>
                    <a:pt x="24" y="49"/>
                  </a:lnTo>
                  <a:cubicBezTo>
                    <a:pt x="35" y="35"/>
                    <a:pt x="46" y="35"/>
                    <a:pt x="61" y="35"/>
                  </a:cubicBezTo>
                  <a:cubicBezTo>
                    <a:pt x="72" y="35"/>
                    <a:pt x="72" y="49"/>
                    <a:pt x="83" y="49"/>
                  </a:cubicBezTo>
                  <a:cubicBezTo>
                    <a:pt x="83" y="60"/>
                    <a:pt x="95" y="72"/>
                    <a:pt x="83" y="83"/>
                  </a:cubicBezTo>
                  <a:cubicBezTo>
                    <a:pt x="83" y="94"/>
                    <a:pt x="83" y="106"/>
                    <a:pt x="72" y="106"/>
                  </a:cubicBezTo>
                  <a:lnTo>
                    <a:pt x="95" y="143"/>
                  </a:lnTo>
                  <a:cubicBezTo>
                    <a:pt x="106" y="131"/>
                    <a:pt x="118" y="106"/>
                    <a:pt x="118" y="94"/>
                  </a:cubicBezTo>
                  <a:cubicBezTo>
                    <a:pt x="132" y="72"/>
                    <a:pt x="118" y="49"/>
                    <a:pt x="106" y="35"/>
                  </a:cubicBezTo>
                  <a:cubicBezTo>
                    <a:pt x="95" y="12"/>
                    <a:pt x="83" y="0"/>
                    <a:pt x="61" y="0"/>
                  </a:cubicBez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4"/>
            <p:cNvSpPr/>
            <p:nvPr/>
          </p:nvSpPr>
          <p:spPr>
            <a:xfrm>
              <a:off x="7623746" y="4220864"/>
              <a:ext cx="30368" cy="25697"/>
            </a:xfrm>
            <a:custGeom>
              <a:avLst/>
              <a:gdLst/>
              <a:ahLst/>
              <a:cxnLst/>
              <a:rect l="l" t="t" r="r" b="b"/>
              <a:pathLst>
                <a:path w="143" h="121" extrusionOk="0">
                  <a:moveTo>
                    <a:pt x="23" y="1"/>
                  </a:moveTo>
                  <a:cubicBezTo>
                    <a:pt x="0" y="38"/>
                    <a:pt x="11" y="72"/>
                    <a:pt x="34" y="95"/>
                  </a:cubicBezTo>
                  <a:cubicBezTo>
                    <a:pt x="46" y="109"/>
                    <a:pt x="71" y="120"/>
                    <a:pt x="83" y="120"/>
                  </a:cubicBezTo>
                  <a:lnTo>
                    <a:pt x="94" y="120"/>
                  </a:lnTo>
                  <a:cubicBezTo>
                    <a:pt x="105" y="109"/>
                    <a:pt x="128" y="109"/>
                    <a:pt x="142" y="83"/>
                  </a:cubicBezTo>
                  <a:lnTo>
                    <a:pt x="117" y="72"/>
                  </a:lnTo>
                  <a:cubicBezTo>
                    <a:pt x="105" y="83"/>
                    <a:pt x="94" y="83"/>
                    <a:pt x="83" y="95"/>
                  </a:cubicBezTo>
                  <a:cubicBezTo>
                    <a:pt x="71" y="95"/>
                    <a:pt x="57" y="83"/>
                    <a:pt x="46" y="83"/>
                  </a:cubicBezTo>
                  <a:cubicBezTo>
                    <a:pt x="34" y="61"/>
                    <a:pt x="23" y="38"/>
                    <a:pt x="46" y="12"/>
                  </a:cubicBezTo>
                  <a:lnTo>
                    <a:pt x="23" y="1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4"/>
            <p:cNvSpPr/>
            <p:nvPr/>
          </p:nvSpPr>
          <p:spPr>
            <a:xfrm>
              <a:off x="7638824" y="4173292"/>
              <a:ext cx="30368" cy="27820"/>
            </a:xfrm>
            <a:custGeom>
              <a:avLst/>
              <a:gdLst/>
              <a:ahLst/>
              <a:cxnLst/>
              <a:rect l="l" t="t" r="r" b="b"/>
              <a:pathLst>
                <a:path w="143" h="131" extrusionOk="0">
                  <a:moveTo>
                    <a:pt x="57" y="0"/>
                  </a:moveTo>
                  <a:cubicBezTo>
                    <a:pt x="34" y="0"/>
                    <a:pt x="23" y="12"/>
                    <a:pt x="0" y="23"/>
                  </a:cubicBezTo>
                  <a:lnTo>
                    <a:pt x="34" y="48"/>
                  </a:lnTo>
                  <a:cubicBezTo>
                    <a:pt x="34" y="48"/>
                    <a:pt x="46" y="34"/>
                    <a:pt x="57" y="34"/>
                  </a:cubicBezTo>
                  <a:cubicBezTo>
                    <a:pt x="71" y="34"/>
                    <a:pt x="83" y="48"/>
                    <a:pt x="83" y="48"/>
                  </a:cubicBezTo>
                  <a:cubicBezTo>
                    <a:pt x="105" y="71"/>
                    <a:pt x="105" y="94"/>
                    <a:pt x="94" y="105"/>
                  </a:cubicBezTo>
                  <a:lnTo>
                    <a:pt x="117" y="131"/>
                  </a:lnTo>
                  <a:cubicBezTo>
                    <a:pt x="142" y="105"/>
                    <a:pt x="142" y="48"/>
                    <a:pt x="105" y="23"/>
                  </a:cubicBezTo>
                  <a:cubicBezTo>
                    <a:pt x="94" y="12"/>
                    <a:pt x="83" y="0"/>
                    <a:pt x="57" y="0"/>
                  </a:cubicBez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4"/>
            <p:cNvSpPr/>
            <p:nvPr/>
          </p:nvSpPr>
          <p:spPr>
            <a:xfrm>
              <a:off x="7613339" y="4238491"/>
              <a:ext cx="20175" cy="23148"/>
            </a:xfrm>
            <a:custGeom>
              <a:avLst/>
              <a:gdLst/>
              <a:ahLst/>
              <a:cxnLst/>
              <a:rect l="l" t="t" r="r" b="b"/>
              <a:pathLst>
                <a:path w="95" h="109" extrusionOk="0">
                  <a:moveTo>
                    <a:pt x="83" y="0"/>
                  </a:moveTo>
                  <a:cubicBezTo>
                    <a:pt x="83" y="0"/>
                    <a:pt x="35" y="26"/>
                    <a:pt x="1" y="97"/>
                  </a:cubicBezTo>
                  <a:lnTo>
                    <a:pt x="23" y="108"/>
                  </a:lnTo>
                  <a:cubicBezTo>
                    <a:pt x="49" y="49"/>
                    <a:pt x="95" y="12"/>
                    <a:pt x="95" y="12"/>
                  </a:cubicBezTo>
                  <a:lnTo>
                    <a:pt x="83" y="0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4"/>
            <p:cNvSpPr/>
            <p:nvPr/>
          </p:nvSpPr>
          <p:spPr>
            <a:xfrm>
              <a:off x="7699137" y="4111279"/>
              <a:ext cx="113191" cy="103849"/>
            </a:xfrm>
            <a:custGeom>
              <a:avLst/>
              <a:gdLst/>
              <a:ahLst/>
              <a:cxnLst/>
              <a:rect l="l" t="t" r="r" b="b"/>
              <a:pathLst>
                <a:path w="533" h="489" extrusionOk="0">
                  <a:moveTo>
                    <a:pt x="222" y="0"/>
                  </a:moveTo>
                  <a:cubicBezTo>
                    <a:pt x="169" y="0"/>
                    <a:pt x="119" y="19"/>
                    <a:pt x="83" y="56"/>
                  </a:cubicBezTo>
                  <a:cubicBezTo>
                    <a:pt x="1" y="139"/>
                    <a:pt x="12" y="292"/>
                    <a:pt x="106" y="397"/>
                  </a:cubicBezTo>
                  <a:cubicBezTo>
                    <a:pt x="167" y="458"/>
                    <a:pt x="242" y="489"/>
                    <a:pt x="311" y="489"/>
                  </a:cubicBezTo>
                  <a:cubicBezTo>
                    <a:pt x="365" y="489"/>
                    <a:pt x="414" y="470"/>
                    <a:pt x="450" y="434"/>
                  </a:cubicBezTo>
                  <a:cubicBezTo>
                    <a:pt x="533" y="352"/>
                    <a:pt x="521" y="198"/>
                    <a:pt x="427" y="90"/>
                  </a:cubicBezTo>
                  <a:cubicBezTo>
                    <a:pt x="367" y="31"/>
                    <a:pt x="291" y="0"/>
                    <a:pt x="222" y="0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4"/>
            <p:cNvSpPr/>
            <p:nvPr/>
          </p:nvSpPr>
          <p:spPr>
            <a:xfrm>
              <a:off x="7756476" y="4107032"/>
              <a:ext cx="38438" cy="34404"/>
            </a:xfrm>
            <a:custGeom>
              <a:avLst/>
              <a:gdLst/>
              <a:ahLst/>
              <a:cxnLst/>
              <a:rect l="l" t="t" r="r" b="b"/>
              <a:pathLst>
                <a:path w="181" h="162" extrusionOk="0">
                  <a:moveTo>
                    <a:pt x="88" y="1"/>
                  </a:moveTo>
                  <a:cubicBezTo>
                    <a:pt x="56" y="1"/>
                    <a:pt x="24" y="25"/>
                    <a:pt x="15" y="62"/>
                  </a:cubicBezTo>
                  <a:cubicBezTo>
                    <a:pt x="1" y="110"/>
                    <a:pt x="27" y="147"/>
                    <a:pt x="72" y="159"/>
                  </a:cubicBezTo>
                  <a:cubicBezTo>
                    <a:pt x="79" y="161"/>
                    <a:pt x="85" y="161"/>
                    <a:pt x="92" y="161"/>
                  </a:cubicBezTo>
                  <a:cubicBezTo>
                    <a:pt x="125" y="161"/>
                    <a:pt x="159" y="141"/>
                    <a:pt x="169" y="110"/>
                  </a:cubicBezTo>
                  <a:cubicBezTo>
                    <a:pt x="180" y="62"/>
                    <a:pt x="157" y="16"/>
                    <a:pt x="109" y="5"/>
                  </a:cubicBezTo>
                  <a:cubicBezTo>
                    <a:pt x="102" y="2"/>
                    <a:pt x="95" y="1"/>
                    <a:pt x="88" y="1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4"/>
            <p:cNvSpPr/>
            <p:nvPr/>
          </p:nvSpPr>
          <p:spPr>
            <a:xfrm>
              <a:off x="7688943" y="4119562"/>
              <a:ext cx="50331" cy="44173"/>
            </a:xfrm>
            <a:custGeom>
              <a:avLst/>
              <a:gdLst/>
              <a:ahLst/>
              <a:cxnLst/>
              <a:rect l="l" t="t" r="r" b="b"/>
              <a:pathLst>
                <a:path w="237" h="208" extrusionOk="0">
                  <a:moveTo>
                    <a:pt x="126" y="0"/>
                  </a:moveTo>
                  <a:cubicBezTo>
                    <a:pt x="77" y="0"/>
                    <a:pt x="33" y="26"/>
                    <a:pt x="23" y="74"/>
                  </a:cubicBezTo>
                  <a:cubicBezTo>
                    <a:pt x="0" y="134"/>
                    <a:pt x="34" y="193"/>
                    <a:pt x="94" y="205"/>
                  </a:cubicBezTo>
                  <a:cubicBezTo>
                    <a:pt x="104" y="207"/>
                    <a:pt x="114" y="208"/>
                    <a:pt x="124" y="208"/>
                  </a:cubicBezTo>
                  <a:cubicBezTo>
                    <a:pt x="172" y="208"/>
                    <a:pt x="216" y="184"/>
                    <a:pt x="225" y="134"/>
                  </a:cubicBezTo>
                  <a:cubicBezTo>
                    <a:pt x="236" y="74"/>
                    <a:pt x="214" y="17"/>
                    <a:pt x="154" y="3"/>
                  </a:cubicBezTo>
                  <a:cubicBezTo>
                    <a:pt x="145" y="1"/>
                    <a:pt x="135" y="0"/>
                    <a:pt x="126" y="0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4"/>
            <p:cNvSpPr/>
            <p:nvPr/>
          </p:nvSpPr>
          <p:spPr>
            <a:xfrm>
              <a:off x="7721435" y="4107881"/>
              <a:ext cx="25696" cy="23361"/>
            </a:xfrm>
            <a:custGeom>
              <a:avLst/>
              <a:gdLst/>
              <a:ahLst/>
              <a:cxnLst/>
              <a:rect l="l" t="t" r="r" b="b"/>
              <a:pathLst>
                <a:path w="121" h="110" extrusionOk="0">
                  <a:moveTo>
                    <a:pt x="72" y="1"/>
                  </a:moveTo>
                  <a:cubicBezTo>
                    <a:pt x="38" y="1"/>
                    <a:pt x="12" y="12"/>
                    <a:pt x="1" y="35"/>
                  </a:cubicBezTo>
                  <a:cubicBezTo>
                    <a:pt x="1" y="72"/>
                    <a:pt x="12" y="95"/>
                    <a:pt x="38" y="106"/>
                  </a:cubicBezTo>
                  <a:cubicBezTo>
                    <a:pt x="44" y="108"/>
                    <a:pt x="50" y="109"/>
                    <a:pt x="56" y="109"/>
                  </a:cubicBezTo>
                  <a:cubicBezTo>
                    <a:pt x="80" y="109"/>
                    <a:pt x="97" y="91"/>
                    <a:pt x="109" y="72"/>
                  </a:cubicBezTo>
                  <a:cubicBezTo>
                    <a:pt x="120" y="35"/>
                    <a:pt x="95" y="12"/>
                    <a:pt x="72" y="1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4"/>
            <p:cNvSpPr/>
            <p:nvPr/>
          </p:nvSpPr>
          <p:spPr>
            <a:xfrm>
              <a:off x="7759662" y="4172655"/>
              <a:ext cx="55215" cy="49057"/>
            </a:xfrm>
            <a:custGeom>
              <a:avLst/>
              <a:gdLst/>
              <a:ahLst/>
              <a:cxnLst/>
              <a:rect l="l" t="t" r="r" b="b"/>
              <a:pathLst>
                <a:path w="260" h="231" extrusionOk="0">
                  <a:moveTo>
                    <a:pt x="142" y="1"/>
                  </a:moveTo>
                  <a:cubicBezTo>
                    <a:pt x="88" y="1"/>
                    <a:pt x="33" y="34"/>
                    <a:pt x="23" y="86"/>
                  </a:cubicBezTo>
                  <a:cubicBezTo>
                    <a:pt x="0" y="145"/>
                    <a:pt x="34" y="216"/>
                    <a:pt x="94" y="228"/>
                  </a:cubicBezTo>
                  <a:cubicBezTo>
                    <a:pt x="103" y="229"/>
                    <a:pt x="112" y="230"/>
                    <a:pt x="121" y="230"/>
                  </a:cubicBezTo>
                  <a:cubicBezTo>
                    <a:pt x="180" y="230"/>
                    <a:pt x="226" y="197"/>
                    <a:pt x="236" y="145"/>
                  </a:cubicBezTo>
                  <a:cubicBezTo>
                    <a:pt x="259" y="86"/>
                    <a:pt x="225" y="26"/>
                    <a:pt x="165" y="3"/>
                  </a:cubicBezTo>
                  <a:cubicBezTo>
                    <a:pt x="158" y="2"/>
                    <a:pt x="150" y="1"/>
                    <a:pt x="142" y="1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4"/>
            <p:cNvSpPr/>
            <p:nvPr/>
          </p:nvSpPr>
          <p:spPr>
            <a:xfrm>
              <a:off x="7952918" y="4191131"/>
              <a:ext cx="98750" cy="87709"/>
            </a:xfrm>
            <a:custGeom>
              <a:avLst/>
              <a:gdLst/>
              <a:ahLst/>
              <a:cxnLst/>
              <a:rect l="l" t="t" r="r" b="b"/>
              <a:pathLst>
                <a:path w="465" h="413" extrusionOk="0">
                  <a:moveTo>
                    <a:pt x="229" y="0"/>
                  </a:moveTo>
                  <a:cubicBezTo>
                    <a:pt x="169" y="0"/>
                    <a:pt x="111" y="24"/>
                    <a:pt x="72" y="70"/>
                  </a:cubicBezTo>
                  <a:cubicBezTo>
                    <a:pt x="1" y="164"/>
                    <a:pt x="15" y="295"/>
                    <a:pt x="97" y="366"/>
                  </a:cubicBezTo>
                  <a:cubicBezTo>
                    <a:pt x="139" y="397"/>
                    <a:pt x="186" y="413"/>
                    <a:pt x="232" y="413"/>
                  </a:cubicBezTo>
                  <a:cubicBezTo>
                    <a:pt x="290" y="413"/>
                    <a:pt x="347" y="389"/>
                    <a:pt x="393" y="343"/>
                  </a:cubicBezTo>
                  <a:cubicBezTo>
                    <a:pt x="464" y="249"/>
                    <a:pt x="453" y="129"/>
                    <a:pt x="370" y="47"/>
                  </a:cubicBezTo>
                  <a:cubicBezTo>
                    <a:pt x="327" y="15"/>
                    <a:pt x="278" y="0"/>
                    <a:pt x="2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4"/>
            <p:cNvSpPr/>
            <p:nvPr/>
          </p:nvSpPr>
          <p:spPr>
            <a:xfrm>
              <a:off x="7928071" y="4164160"/>
              <a:ext cx="85583" cy="75179"/>
            </a:xfrm>
            <a:custGeom>
              <a:avLst/>
              <a:gdLst/>
              <a:ahLst/>
              <a:cxnLst/>
              <a:rect l="l" t="t" r="r" b="b"/>
              <a:pathLst>
                <a:path w="403" h="354" extrusionOk="0">
                  <a:moveTo>
                    <a:pt x="203" y="1"/>
                  </a:moveTo>
                  <a:cubicBezTo>
                    <a:pt x="153" y="1"/>
                    <a:pt x="104" y="21"/>
                    <a:pt x="72" y="66"/>
                  </a:cubicBezTo>
                  <a:cubicBezTo>
                    <a:pt x="1" y="137"/>
                    <a:pt x="12" y="245"/>
                    <a:pt x="95" y="316"/>
                  </a:cubicBezTo>
                  <a:cubicBezTo>
                    <a:pt x="125" y="342"/>
                    <a:pt x="162" y="354"/>
                    <a:pt x="200" y="354"/>
                  </a:cubicBezTo>
                  <a:cubicBezTo>
                    <a:pt x="251" y="354"/>
                    <a:pt x="304" y="332"/>
                    <a:pt x="345" y="291"/>
                  </a:cubicBezTo>
                  <a:cubicBezTo>
                    <a:pt x="402" y="220"/>
                    <a:pt x="391" y="103"/>
                    <a:pt x="320" y="43"/>
                  </a:cubicBezTo>
                  <a:cubicBezTo>
                    <a:pt x="287" y="16"/>
                    <a:pt x="245" y="1"/>
                    <a:pt x="2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4"/>
            <p:cNvSpPr/>
            <p:nvPr/>
          </p:nvSpPr>
          <p:spPr>
            <a:xfrm>
              <a:off x="7910657" y="4153541"/>
              <a:ext cx="52667" cy="47783"/>
            </a:xfrm>
            <a:custGeom>
              <a:avLst/>
              <a:gdLst/>
              <a:ahLst/>
              <a:cxnLst/>
              <a:rect l="l" t="t" r="r" b="b"/>
              <a:pathLst>
                <a:path w="248" h="225" extrusionOk="0">
                  <a:moveTo>
                    <a:pt x="137" y="1"/>
                  </a:moveTo>
                  <a:cubicBezTo>
                    <a:pt x="102" y="1"/>
                    <a:pt x="64" y="17"/>
                    <a:pt x="35" y="45"/>
                  </a:cubicBezTo>
                  <a:cubicBezTo>
                    <a:pt x="0" y="93"/>
                    <a:pt x="12" y="153"/>
                    <a:pt x="57" y="198"/>
                  </a:cubicBezTo>
                  <a:cubicBezTo>
                    <a:pt x="80" y="216"/>
                    <a:pt x="105" y="225"/>
                    <a:pt x="130" y="225"/>
                  </a:cubicBezTo>
                  <a:cubicBezTo>
                    <a:pt x="159" y="225"/>
                    <a:pt x="188" y="213"/>
                    <a:pt x="214" y="187"/>
                  </a:cubicBezTo>
                  <a:cubicBezTo>
                    <a:pt x="248" y="141"/>
                    <a:pt x="248" y="70"/>
                    <a:pt x="200" y="22"/>
                  </a:cubicBezTo>
                  <a:cubicBezTo>
                    <a:pt x="182" y="8"/>
                    <a:pt x="160" y="1"/>
                    <a:pt x="1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4"/>
            <p:cNvSpPr/>
            <p:nvPr/>
          </p:nvSpPr>
          <p:spPr>
            <a:xfrm>
              <a:off x="7986260" y="4325351"/>
              <a:ext cx="113191" cy="101300"/>
            </a:xfrm>
            <a:custGeom>
              <a:avLst/>
              <a:gdLst/>
              <a:ahLst/>
              <a:cxnLst/>
              <a:rect l="l" t="t" r="r" b="b"/>
              <a:pathLst>
                <a:path w="533" h="477" extrusionOk="0">
                  <a:moveTo>
                    <a:pt x="265" y="1"/>
                  </a:moveTo>
                  <a:cubicBezTo>
                    <a:pt x="197" y="1"/>
                    <a:pt x="129" y="30"/>
                    <a:pt x="83" y="89"/>
                  </a:cubicBezTo>
                  <a:cubicBezTo>
                    <a:pt x="0" y="186"/>
                    <a:pt x="11" y="340"/>
                    <a:pt x="117" y="422"/>
                  </a:cubicBezTo>
                  <a:cubicBezTo>
                    <a:pt x="159" y="458"/>
                    <a:pt x="212" y="476"/>
                    <a:pt x="265" y="476"/>
                  </a:cubicBezTo>
                  <a:cubicBezTo>
                    <a:pt x="334" y="476"/>
                    <a:pt x="403" y="446"/>
                    <a:pt x="450" y="385"/>
                  </a:cubicBezTo>
                  <a:cubicBezTo>
                    <a:pt x="532" y="291"/>
                    <a:pt x="521" y="138"/>
                    <a:pt x="413" y="55"/>
                  </a:cubicBezTo>
                  <a:cubicBezTo>
                    <a:pt x="371" y="19"/>
                    <a:pt x="319" y="1"/>
                    <a:pt x="2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4"/>
            <p:cNvSpPr/>
            <p:nvPr/>
          </p:nvSpPr>
          <p:spPr>
            <a:xfrm>
              <a:off x="8013444" y="4305813"/>
              <a:ext cx="73266" cy="65835"/>
            </a:xfrm>
            <a:custGeom>
              <a:avLst/>
              <a:gdLst/>
              <a:ahLst/>
              <a:cxnLst/>
              <a:rect l="l" t="t" r="r" b="b"/>
              <a:pathLst>
                <a:path w="345" h="310" extrusionOk="0">
                  <a:moveTo>
                    <a:pt x="179" y="0"/>
                  </a:moveTo>
                  <a:cubicBezTo>
                    <a:pt x="136" y="0"/>
                    <a:pt x="93" y="19"/>
                    <a:pt x="60" y="50"/>
                  </a:cubicBezTo>
                  <a:cubicBezTo>
                    <a:pt x="0" y="121"/>
                    <a:pt x="14" y="218"/>
                    <a:pt x="71" y="278"/>
                  </a:cubicBezTo>
                  <a:cubicBezTo>
                    <a:pt x="103" y="298"/>
                    <a:pt x="139" y="309"/>
                    <a:pt x="176" y="309"/>
                  </a:cubicBezTo>
                  <a:cubicBezTo>
                    <a:pt x="221" y="309"/>
                    <a:pt x="266" y="292"/>
                    <a:pt x="299" y="252"/>
                  </a:cubicBezTo>
                  <a:cubicBezTo>
                    <a:pt x="344" y="193"/>
                    <a:pt x="344" y="87"/>
                    <a:pt x="273" y="39"/>
                  </a:cubicBezTo>
                  <a:cubicBezTo>
                    <a:pt x="247" y="12"/>
                    <a:pt x="213" y="0"/>
                    <a:pt x="1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_1">
    <p:bg>
      <p:bgPr>
        <a:solidFill>
          <a:schemeClr val="lt1"/>
        </a:solidFill>
        <a:effectLst/>
      </p:bgPr>
    </p:bg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35"/>
          <p:cNvSpPr/>
          <p:nvPr/>
        </p:nvSpPr>
        <p:spPr>
          <a:xfrm flipH="1">
            <a:off x="-30241" y="-498050"/>
            <a:ext cx="6338099" cy="5641559"/>
          </a:xfrm>
          <a:custGeom>
            <a:avLst/>
            <a:gdLst/>
            <a:ahLst/>
            <a:cxnLst/>
            <a:rect l="l" t="t" r="r" b="b"/>
            <a:pathLst>
              <a:path w="19997" h="14466" extrusionOk="0">
                <a:moveTo>
                  <a:pt x="14847" y="1"/>
                </a:moveTo>
                <a:cubicBezTo>
                  <a:pt x="14591" y="1"/>
                  <a:pt x="14336" y="10"/>
                  <a:pt x="14082" y="28"/>
                </a:cubicBezTo>
                <a:cubicBezTo>
                  <a:pt x="12848" y="122"/>
                  <a:pt x="10904" y="787"/>
                  <a:pt x="11283" y="2352"/>
                </a:cubicBezTo>
                <a:cubicBezTo>
                  <a:pt x="11473" y="3109"/>
                  <a:pt x="12279" y="4486"/>
                  <a:pt x="11189" y="4580"/>
                </a:cubicBezTo>
                <a:cubicBezTo>
                  <a:pt x="9434" y="4722"/>
                  <a:pt x="7621" y="4415"/>
                  <a:pt x="6674" y="6122"/>
                </a:cubicBezTo>
                <a:cubicBezTo>
                  <a:pt x="6293" y="6878"/>
                  <a:pt x="6686" y="7851"/>
                  <a:pt x="6828" y="8656"/>
                </a:cubicBezTo>
                <a:cubicBezTo>
                  <a:pt x="7158" y="10744"/>
                  <a:pt x="4410" y="10602"/>
                  <a:pt x="2890" y="10932"/>
                </a:cubicBezTo>
                <a:cubicBezTo>
                  <a:pt x="1565" y="11217"/>
                  <a:pt x="0" y="11976"/>
                  <a:pt x="188" y="13493"/>
                </a:cubicBezTo>
                <a:cubicBezTo>
                  <a:pt x="284" y="14252"/>
                  <a:pt x="936" y="14466"/>
                  <a:pt x="1374" y="14466"/>
                </a:cubicBezTo>
                <a:lnTo>
                  <a:pt x="19997" y="14466"/>
                </a:lnTo>
                <a:lnTo>
                  <a:pt x="19997" y="1237"/>
                </a:lnTo>
                <a:cubicBezTo>
                  <a:pt x="18433" y="429"/>
                  <a:pt x="16623" y="1"/>
                  <a:pt x="14847" y="1"/>
                </a:cubicBezTo>
                <a:close/>
              </a:path>
            </a:pathLst>
          </a:custGeom>
          <a:solidFill>
            <a:srgbClr val="EAE3FF">
              <a:alpha val="125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54" name="Google Shape;954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0225" y="-1"/>
            <a:ext cx="9174224" cy="51434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5" name="Google Shape;955;p35"/>
          <p:cNvGrpSpPr/>
          <p:nvPr/>
        </p:nvGrpSpPr>
        <p:grpSpPr>
          <a:xfrm>
            <a:off x="3170029" y="1886014"/>
            <a:ext cx="928744" cy="1201632"/>
            <a:chOff x="-1208897" y="1478910"/>
            <a:chExt cx="240452" cy="311102"/>
          </a:xfrm>
        </p:grpSpPr>
        <p:sp>
          <p:nvSpPr>
            <p:cNvPr id="956" name="Google Shape;956;p35"/>
            <p:cNvSpPr/>
            <p:nvPr/>
          </p:nvSpPr>
          <p:spPr>
            <a:xfrm>
              <a:off x="-1105371" y="1495348"/>
              <a:ext cx="29029" cy="14689"/>
            </a:xfrm>
            <a:custGeom>
              <a:avLst/>
              <a:gdLst/>
              <a:ahLst/>
              <a:cxnLst/>
              <a:rect l="l" t="t" r="r" b="b"/>
              <a:pathLst>
                <a:path w="166" h="84" extrusionOk="0">
                  <a:moveTo>
                    <a:pt x="35" y="1"/>
                  </a:moveTo>
                  <a:cubicBezTo>
                    <a:pt x="12" y="1"/>
                    <a:pt x="1" y="23"/>
                    <a:pt x="1" y="49"/>
                  </a:cubicBezTo>
                  <a:cubicBezTo>
                    <a:pt x="1" y="60"/>
                    <a:pt x="12" y="83"/>
                    <a:pt x="35" y="83"/>
                  </a:cubicBezTo>
                  <a:lnTo>
                    <a:pt x="131" y="83"/>
                  </a:lnTo>
                  <a:cubicBezTo>
                    <a:pt x="143" y="83"/>
                    <a:pt x="166" y="60"/>
                    <a:pt x="166" y="49"/>
                  </a:cubicBezTo>
                  <a:cubicBezTo>
                    <a:pt x="166" y="23"/>
                    <a:pt x="143" y="1"/>
                    <a:pt x="131" y="1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5"/>
            <p:cNvSpPr/>
            <p:nvPr/>
          </p:nvSpPr>
          <p:spPr>
            <a:xfrm>
              <a:off x="-1092955" y="1503742"/>
              <a:ext cx="4197" cy="55959"/>
            </a:xfrm>
            <a:custGeom>
              <a:avLst/>
              <a:gdLst/>
              <a:ahLst/>
              <a:cxnLst/>
              <a:rect l="l" t="t" r="r" b="b"/>
              <a:pathLst>
                <a:path w="24" h="320" extrusionOk="0">
                  <a:moveTo>
                    <a:pt x="12" y="1"/>
                  </a:moveTo>
                  <a:cubicBezTo>
                    <a:pt x="1" y="1"/>
                    <a:pt x="1" y="12"/>
                    <a:pt x="1" y="24"/>
                  </a:cubicBezTo>
                  <a:lnTo>
                    <a:pt x="1" y="308"/>
                  </a:lnTo>
                  <a:cubicBezTo>
                    <a:pt x="1" y="308"/>
                    <a:pt x="1" y="320"/>
                    <a:pt x="12" y="320"/>
                  </a:cubicBezTo>
                  <a:cubicBezTo>
                    <a:pt x="23" y="320"/>
                    <a:pt x="23" y="308"/>
                    <a:pt x="23" y="308"/>
                  </a:cubicBezTo>
                  <a:lnTo>
                    <a:pt x="23" y="24"/>
                  </a:lnTo>
                  <a:cubicBezTo>
                    <a:pt x="23" y="12"/>
                    <a:pt x="23" y="1"/>
                    <a:pt x="12" y="1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5"/>
            <p:cNvSpPr/>
            <p:nvPr/>
          </p:nvSpPr>
          <p:spPr>
            <a:xfrm>
              <a:off x="-1177944" y="1478910"/>
              <a:ext cx="174173" cy="80791"/>
            </a:xfrm>
            <a:custGeom>
              <a:avLst/>
              <a:gdLst/>
              <a:ahLst/>
              <a:cxnLst/>
              <a:rect l="l" t="t" r="r" b="b"/>
              <a:pathLst>
                <a:path w="996" h="462" extrusionOk="0">
                  <a:moveTo>
                    <a:pt x="498" y="1"/>
                  </a:moveTo>
                  <a:cubicBezTo>
                    <a:pt x="214" y="1"/>
                    <a:pt x="0" y="177"/>
                    <a:pt x="0" y="390"/>
                  </a:cubicBezTo>
                  <a:lnTo>
                    <a:pt x="0" y="462"/>
                  </a:lnTo>
                  <a:lnTo>
                    <a:pt x="49" y="462"/>
                  </a:lnTo>
                  <a:cubicBezTo>
                    <a:pt x="49" y="439"/>
                    <a:pt x="37" y="416"/>
                    <a:pt x="37" y="390"/>
                  </a:cubicBezTo>
                  <a:cubicBezTo>
                    <a:pt x="37" y="203"/>
                    <a:pt x="251" y="46"/>
                    <a:pt x="498" y="46"/>
                  </a:cubicBezTo>
                  <a:cubicBezTo>
                    <a:pt x="748" y="46"/>
                    <a:pt x="948" y="203"/>
                    <a:pt x="948" y="390"/>
                  </a:cubicBezTo>
                  <a:lnTo>
                    <a:pt x="948" y="462"/>
                  </a:lnTo>
                  <a:lnTo>
                    <a:pt x="985" y="462"/>
                  </a:lnTo>
                  <a:cubicBezTo>
                    <a:pt x="996" y="439"/>
                    <a:pt x="996" y="416"/>
                    <a:pt x="996" y="390"/>
                  </a:cubicBezTo>
                  <a:cubicBezTo>
                    <a:pt x="996" y="177"/>
                    <a:pt x="771" y="1"/>
                    <a:pt x="498" y="1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5"/>
            <p:cNvSpPr/>
            <p:nvPr/>
          </p:nvSpPr>
          <p:spPr>
            <a:xfrm>
              <a:off x="-1208897" y="1515808"/>
              <a:ext cx="91283" cy="79217"/>
            </a:xfrm>
            <a:custGeom>
              <a:avLst/>
              <a:gdLst/>
              <a:ahLst/>
              <a:cxnLst/>
              <a:rect l="l" t="t" r="r" b="b"/>
              <a:pathLst>
                <a:path w="522" h="453" extrusionOk="0">
                  <a:moveTo>
                    <a:pt x="283" y="0"/>
                  </a:moveTo>
                  <a:cubicBezTo>
                    <a:pt x="233" y="0"/>
                    <a:pt x="185" y="16"/>
                    <a:pt x="143" y="49"/>
                  </a:cubicBezTo>
                  <a:cubicBezTo>
                    <a:pt x="24" y="134"/>
                    <a:pt x="1" y="288"/>
                    <a:pt x="83" y="393"/>
                  </a:cubicBezTo>
                  <a:lnTo>
                    <a:pt x="117" y="453"/>
                  </a:lnTo>
                  <a:lnTo>
                    <a:pt x="521" y="168"/>
                  </a:lnTo>
                  <a:lnTo>
                    <a:pt x="484" y="108"/>
                  </a:lnTo>
                  <a:cubicBezTo>
                    <a:pt x="434" y="38"/>
                    <a:pt x="358" y="0"/>
                    <a:pt x="2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5"/>
            <p:cNvSpPr/>
            <p:nvPr/>
          </p:nvSpPr>
          <p:spPr>
            <a:xfrm>
              <a:off x="-1045214" y="1746119"/>
              <a:ext cx="45467" cy="43893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6" y="0"/>
                  </a:moveTo>
                  <a:lnTo>
                    <a:pt x="1" y="60"/>
                  </a:lnTo>
                  <a:lnTo>
                    <a:pt x="154" y="239"/>
                  </a:lnTo>
                  <a:cubicBezTo>
                    <a:pt x="154" y="251"/>
                    <a:pt x="166" y="251"/>
                    <a:pt x="177" y="251"/>
                  </a:cubicBezTo>
                  <a:lnTo>
                    <a:pt x="237" y="251"/>
                  </a:lnTo>
                  <a:cubicBezTo>
                    <a:pt x="248" y="251"/>
                    <a:pt x="260" y="225"/>
                    <a:pt x="260" y="214"/>
                  </a:cubicBezTo>
                  <a:lnTo>
                    <a:pt x="1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5"/>
            <p:cNvSpPr/>
            <p:nvPr/>
          </p:nvSpPr>
          <p:spPr>
            <a:xfrm>
              <a:off x="-1181966" y="1746119"/>
              <a:ext cx="45467" cy="43893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94" y="0"/>
                  </a:moveTo>
                  <a:lnTo>
                    <a:pt x="12" y="214"/>
                  </a:lnTo>
                  <a:cubicBezTo>
                    <a:pt x="0" y="225"/>
                    <a:pt x="23" y="251"/>
                    <a:pt x="35" y="251"/>
                  </a:cubicBezTo>
                  <a:lnTo>
                    <a:pt x="94" y="251"/>
                  </a:lnTo>
                  <a:cubicBezTo>
                    <a:pt x="106" y="251"/>
                    <a:pt x="106" y="251"/>
                    <a:pt x="117" y="239"/>
                  </a:cubicBezTo>
                  <a:lnTo>
                    <a:pt x="259" y="60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5"/>
            <p:cNvSpPr/>
            <p:nvPr/>
          </p:nvSpPr>
          <p:spPr>
            <a:xfrm>
              <a:off x="-1204875" y="1547111"/>
              <a:ext cx="229957" cy="230481"/>
            </a:xfrm>
            <a:custGeom>
              <a:avLst/>
              <a:gdLst/>
              <a:ahLst/>
              <a:cxnLst/>
              <a:rect l="l" t="t" r="r" b="b"/>
              <a:pathLst>
                <a:path w="1315" h="1318" extrusionOk="0">
                  <a:moveTo>
                    <a:pt x="652" y="0"/>
                  </a:moveTo>
                  <a:cubicBezTo>
                    <a:pt x="296" y="0"/>
                    <a:pt x="1" y="296"/>
                    <a:pt x="1" y="666"/>
                  </a:cubicBezTo>
                  <a:cubicBezTo>
                    <a:pt x="1" y="1033"/>
                    <a:pt x="296" y="1318"/>
                    <a:pt x="652" y="1318"/>
                  </a:cubicBezTo>
                  <a:cubicBezTo>
                    <a:pt x="1019" y="1318"/>
                    <a:pt x="1315" y="1033"/>
                    <a:pt x="1315" y="666"/>
                  </a:cubicBezTo>
                  <a:cubicBezTo>
                    <a:pt x="1315" y="296"/>
                    <a:pt x="1019" y="0"/>
                    <a:pt x="652" y="0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5"/>
            <p:cNvSpPr/>
            <p:nvPr/>
          </p:nvSpPr>
          <p:spPr>
            <a:xfrm>
              <a:off x="-1181966" y="1570020"/>
              <a:ext cx="184665" cy="184665"/>
            </a:xfrm>
            <a:custGeom>
              <a:avLst/>
              <a:gdLst/>
              <a:ahLst/>
              <a:cxnLst/>
              <a:rect l="l" t="t" r="r" b="b"/>
              <a:pathLst>
                <a:path w="1056" h="1056" extrusionOk="0">
                  <a:moveTo>
                    <a:pt x="521" y="0"/>
                  </a:moveTo>
                  <a:cubicBezTo>
                    <a:pt x="237" y="0"/>
                    <a:pt x="0" y="236"/>
                    <a:pt x="0" y="535"/>
                  </a:cubicBezTo>
                  <a:cubicBezTo>
                    <a:pt x="0" y="820"/>
                    <a:pt x="237" y="1056"/>
                    <a:pt x="521" y="1056"/>
                  </a:cubicBezTo>
                  <a:cubicBezTo>
                    <a:pt x="817" y="1056"/>
                    <a:pt x="1056" y="820"/>
                    <a:pt x="1056" y="535"/>
                  </a:cubicBezTo>
                  <a:cubicBezTo>
                    <a:pt x="1056" y="236"/>
                    <a:pt x="817" y="0"/>
                    <a:pt x="521" y="0"/>
                  </a:cubicBezTo>
                  <a:close/>
                </a:path>
              </a:pathLst>
            </a:custGeom>
            <a:solidFill>
              <a:srgbClr val="F4B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5"/>
            <p:cNvSpPr/>
            <p:nvPr/>
          </p:nvSpPr>
          <p:spPr>
            <a:xfrm>
              <a:off x="-1181966" y="1570020"/>
              <a:ext cx="167877" cy="151439"/>
            </a:xfrm>
            <a:custGeom>
              <a:avLst/>
              <a:gdLst/>
              <a:ahLst/>
              <a:cxnLst/>
              <a:rect l="l" t="t" r="r" b="b"/>
              <a:pathLst>
                <a:path w="960" h="866" extrusionOk="0">
                  <a:moveTo>
                    <a:pt x="521" y="0"/>
                  </a:moveTo>
                  <a:cubicBezTo>
                    <a:pt x="237" y="0"/>
                    <a:pt x="0" y="236"/>
                    <a:pt x="0" y="535"/>
                  </a:cubicBezTo>
                  <a:cubicBezTo>
                    <a:pt x="0" y="663"/>
                    <a:pt x="46" y="771"/>
                    <a:pt x="117" y="865"/>
                  </a:cubicBezTo>
                  <a:cubicBezTo>
                    <a:pt x="60" y="783"/>
                    <a:pt x="35" y="689"/>
                    <a:pt x="35" y="581"/>
                  </a:cubicBezTo>
                  <a:cubicBezTo>
                    <a:pt x="35" y="285"/>
                    <a:pt x="259" y="49"/>
                    <a:pt x="558" y="49"/>
                  </a:cubicBezTo>
                  <a:cubicBezTo>
                    <a:pt x="723" y="49"/>
                    <a:pt x="865" y="120"/>
                    <a:pt x="959" y="236"/>
                  </a:cubicBezTo>
                  <a:cubicBezTo>
                    <a:pt x="877" y="94"/>
                    <a:pt x="712" y="0"/>
                    <a:pt x="5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5"/>
            <p:cNvSpPr/>
            <p:nvPr/>
          </p:nvSpPr>
          <p:spPr>
            <a:xfrm>
              <a:off x="-1062002" y="1515808"/>
              <a:ext cx="93557" cy="79217"/>
            </a:xfrm>
            <a:custGeom>
              <a:avLst/>
              <a:gdLst/>
              <a:ahLst/>
              <a:cxnLst/>
              <a:rect l="l" t="t" r="r" b="b"/>
              <a:pathLst>
                <a:path w="535" h="453" extrusionOk="0">
                  <a:moveTo>
                    <a:pt x="248" y="0"/>
                  </a:moveTo>
                  <a:cubicBezTo>
                    <a:pt x="169" y="0"/>
                    <a:pt x="92" y="38"/>
                    <a:pt x="48" y="108"/>
                  </a:cubicBezTo>
                  <a:lnTo>
                    <a:pt x="0" y="168"/>
                  </a:lnTo>
                  <a:lnTo>
                    <a:pt x="415" y="453"/>
                  </a:lnTo>
                  <a:lnTo>
                    <a:pt x="452" y="393"/>
                  </a:lnTo>
                  <a:cubicBezTo>
                    <a:pt x="535" y="288"/>
                    <a:pt x="512" y="134"/>
                    <a:pt x="393" y="49"/>
                  </a:cubicBezTo>
                  <a:cubicBezTo>
                    <a:pt x="350" y="16"/>
                    <a:pt x="299" y="0"/>
                    <a:pt x="2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5"/>
            <p:cNvSpPr/>
            <p:nvPr/>
          </p:nvSpPr>
          <p:spPr>
            <a:xfrm>
              <a:off x="-1094878" y="1578414"/>
              <a:ext cx="66276" cy="107721"/>
            </a:xfrm>
            <a:custGeom>
              <a:avLst/>
              <a:gdLst/>
              <a:ahLst/>
              <a:cxnLst/>
              <a:rect l="l" t="t" r="r" b="b"/>
              <a:pathLst>
                <a:path w="379" h="616" extrusionOk="0">
                  <a:moveTo>
                    <a:pt x="23" y="1"/>
                  </a:moveTo>
                  <a:cubicBezTo>
                    <a:pt x="12" y="1"/>
                    <a:pt x="0" y="12"/>
                    <a:pt x="0" y="23"/>
                  </a:cubicBezTo>
                  <a:lnTo>
                    <a:pt x="0" y="498"/>
                  </a:lnTo>
                  <a:lnTo>
                    <a:pt x="345" y="615"/>
                  </a:lnTo>
                  <a:lnTo>
                    <a:pt x="356" y="615"/>
                  </a:lnTo>
                  <a:lnTo>
                    <a:pt x="367" y="604"/>
                  </a:lnTo>
                  <a:cubicBezTo>
                    <a:pt x="379" y="592"/>
                    <a:pt x="367" y="581"/>
                    <a:pt x="356" y="570"/>
                  </a:cubicBezTo>
                  <a:lnTo>
                    <a:pt x="46" y="462"/>
                  </a:lnTo>
                  <a:lnTo>
                    <a:pt x="46" y="23"/>
                  </a:lnTo>
                  <a:cubicBezTo>
                    <a:pt x="46" y="12"/>
                    <a:pt x="34" y="1"/>
                    <a:pt x="23" y="1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5"/>
            <p:cNvSpPr/>
            <p:nvPr/>
          </p:nvSpPr>
          <p:spPr>
            <a:xfrm>
              <a:off x="-1099425" y="1653085"/>
              <a:ext cx="19061" cy="18536"/>
            </a:xfrm>
            <a:custGeom>
              <a:avLst/>
              <a:gdLst/>
              <a:ahLst/>
              <a:cxnLst/>
              <a:rect l="l" t="t" r="r" b="b"/>
              <a:pathLst>
                <a:path w="109" h="106" extrusionOk="0">
                  <a:moveTo>
                    <a:pt x="49" y="0"/>
                  </a:moveTo>
                  <a:cubicBezTo>
                    <a:pt x="26" y="0"/>
                    <a:pt x="1" y="23"/>
                    <a:pt x="1" y="46"/>
                  </a:cubicBezTo>
                  <a:cubicBezTo>
                    <a:pt x="1" y="83"/>
                    <a:pt x="26" y="106"/>
                    <a:pt x="49" y="106"/>
                  </a:cubicBezTo>
                  <a:cubicBezTo>
                    <a:pt x="86" y="106"/>
                    <a:pt x="109" y="83"/>
                    <a:pt x="109" y="46"/>
                  </a:cubicBezTo>
                  <a:cubicBezTo>
                    <a:pt x="109" y="23"/>
                    <a:pt x="86" y="0"/>
                    <a:pt x="49" y="0"/>
                  </a:cubicBezTo>
                  <a:close/>
                </a:path>
              </a:pathLst>
            </a:custGeom>
            <a:solidFill>
              <a:srgbClr val="001A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8" name="Google Shape;968;p35"/>
          <p:cNvGrpSpPr/>
          <p:nvPr/>
        </p:nvGrpSpPr>
        <p:grpSpPr>
          <a:xfrm>
            <a:off x="713107" y="2085716"/>
            <a:ext cx="3889792" cy="2409785"/>
            <a:chOff x="-3323314" y="2281596"/>
            <a:chExt cx="3200158" cy="1982546"/>
          </a:xfrm>
        </p:grpSpPr>
        <p:sp>
          <p:nvSpPr>
            <p:cNvPr id="969" name="Google Shape;969;p35"/>
            <p:cNvSpPr/>
            <p:nvPr/>
          </p:nvSpPr>
          <p:spPr>
            <a:xfrm>
              <a:off x="-2250106" y="3220502"/>
              <a:ext cx="70823" cy="412523"/>
            </a:xfrm>
            <a:custGeom>
              <a:avLst/>
              <a:gdLst/>
              <a:ahLst/>
              <a:cxnLst/>
              <a:rect l="l" t="t" r="r" b="b"/>
              <a:pathLst>
                <a:path w="405" h="2359" extrusionOk="0">
                  <a:moveTo>
                    <a:pt x="1" y="0"/>
                  </a:moveTo>
                  <a:lnTo>
                    <a:pt x="1" y="2359"/>
                  </a:lnTo>
                  <a:lnTo>
                    <a:pt x="405" y="2359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5"/>
            <p:cNvSpPr/>
            <p:nvPr/>
          </p:nvSpPr>
          <p:spPr>
            <a:xfrm>
              <a:off x="-2047076" y="3220502"/>
              <a:ext cx="68725" cy="412523"/>
            </a:xfrm>
            <a:custGeom>
              <a:avLst/>
              <a:gdLst/>
              <a:ahLst/>
              <a:cxnLst/>
              <a:rect l="l" t="t" r="r" b="b"/>
              <a:pathLst>
                <a:path w="393" h="2359" extrusionOk="0">
                  <a:moveTo>
                    <a:pt x="0" y="0"/>
                  </a:moveTo>
                  <a:lnTo>
                    <a:pt x="0" y="2359"/>
                  </a:lnTo>
                  <a:lnTo>
                    <a:pt x="393" y="2359"/>
                  </a:lnTo>
                  <a:lnTo>
                    <a:pt x="393" y="0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5"/>
            <p:cNvSpPr/>
            <p:nvPr/>
          </p:nvSpPr>
          <p:spPr>
            <a:xfrm>
              <a:off x="-1843696" y="3220502"/>
              <a:ext cx="68375" cy="412523"/>
            </a:xfrm>
            <a:custGeom>
              <a:avLst/>
              <a:gdLst/>
              <a:ahLst/>
              <a:cxnLst/>
              <a:rect l="l" t="t" r="r" b="b"/>
              <a:pathLst>
                <a:path w="391" h="2359" extrusionOk="0">
                  <a:moveTo>
                    <a:pt x="1" y="0"/>
                  </a:moveTo>
                  <a:lnTo>
                    <a:pt x="1" y="2359"/>
                  </a:lnTo>
                  <a:lnTo>
                    <a:pt x="391" y="2359"/>
                  </a:lnTo>
                  <a:lnTo>
                    <a:pt x="391" y="0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5"/>
            <p:cNvSpPr/>
            <p:nvPr/>
          </p:nvSpPr>
          <p:spPr>
            <a:xfrm>
              <a:off x="-1640666" y="3220502"/>
              <a:ext cx="68375" cy="412523"/>
            </a:xfrm>
            <a:custGeom>
              <a:avLst/>
              <a:gdLst/>
              <a:ahLst/>
              <a:cxnLst/>
              <a:rect l="l" t="t" r="r" b="b"/>
              <a:pathLst>
                <a:path w="391" h="2359" extrusionOk="0">
                  <a:moveTo>
                    <a:pt x="1" y="0"/>
                  </a:moveTo>
                  <a:lnTo>
                    <a:pt x="1" y="2359"/>
                  </a:lnTo>
                  <a:lnTo>
                    <a:pt x="390" y="2359"/>
                  </a:lnTo>
                  <a:lnTo>
                    <a:pt x="390" y="0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5"/>
            <p:cNvSpPr/>
            <p:nvPr/>
          </p:nvSpPr>
          <p:spPr>
            <a:xfrm>
              <a:off x="-3323314" y="3486487"/>
              <a:ext cx="3200158" cy="777656"/>
            </a:xfrm>
            <a:custGeom>
              <a:avLst/>
              <a:gdLst/>
              <a:ahLst/>
              <a:cxnLst/>
              <a:rect l="l" t="t" r="r" b="b"/>
              <a:pathLst>
                <a:path w="18300" h="4447" extrusionOk="0">
                  <a:moveTo>
                    <a:pt x="15348" y="1"/>
                  </a:moveTo>
                  <a:cubicBezTo>
                    <a:pt x="15219" y="1"/>
                    <a:pt x="15076" y="11"/>
                    <a:pt x="14920" y="33"/>
                  </a:cubicBezTo>
                  <a:cubicBezTo>
                    <a:pt x="13580" y="220"/>
                    <a:pt x="13010" y="652"/>
                    <a:pt x="12245" y="652"/>
                  </a:cubicBezTo>
                  <a:cubicBezTo>
                    <a:pt x="12198" y="652"/>
                    <a:pt x="12150" y="651"/>
                    <a:pt x="12100" y="647"/>
                  </a:cubicBezTo>
                  <a:cubicBezTo>
                    <a:pt x="11408" y="590"/>
                    <a:pt x="10770" y="283"/>
                    <a:pt x="9965" y="283"/>
                  </a:cubicBezTo>
                  <a:cubicBezTo>
                    <a:pt x="9778" y="283"/>
                    <a:pt x="9581" y="300"/>
                    <a:pt x="9372" y="340"/>
                  </a:cubicBezTo>
                  <a:cubicBezTo>
                    <a:pt x="8564" y="503"/>
                    <a:pt x="7492" y="793"/>
                    <a:pt x="6544" y="793"/>
                  </a:cubicBezTo>
                  <a:cubicBezTo>
                    <a:pt x="6187" y="793"/>
                    <a:pt x="5847" y="752"/>
                    <a:pt x="5546" y="647"/>
                  </a:cubicBezTo>
                  <a:cubicBezTo>
                    <a:pt x="4765" y="369"/>
                    <a:pt x="4174" y="131"/>
                    <a:pt x="3584" y="131"/>
                  </a:cubicBezTo>
                  <a:cubicBezTo>
                    <a:pt x="3348" y="131"/>
                    <a:pt x="3113" y="169"/>
                    <a:pt x="2866" y="258"/>
                  </a:cubicBezTo>
                  <a:cubicBezTo>
                    <a:pt x="1990" y="553"/>
                    <a:pt x="1620" y="755"/>
                    <a:pt x="1005" y="1370"/>
                  </a:cubicBezTo>
                  <a:cubicBezTo>
                    <a:pt x="399" y="1999"/>
                    <a:pt x="175" y="2664"/>
                    <a:pt x="81" y="2889"/>
                  </a:cubicBezTo>
                  <a:cubicBezTo>
                    <a:pt x="1" y="3117"/>
                    <a:pt x="696" y="4256"/>
                    <a:pt x="2339" y="4256"/>
                  </a:cubicBezTo>
                  <a:cubicBezTo>
                    <a:pt x="2395" y="4256"/>
                    <a:pt x="2452" y="4254"/>
                    <a:pt x="2510" y="4252"/>
                  </a:cubicBezTo>
                  <a:cubicBezTo>
                    <a:pt x="4002" y="4182"/>
                    <a:pt x="5298" y="3512"/>
                    <a:pt x="6507" y="3512"/>
                  </a:cubicBezTo>
                  <a:cubicBezTo>
                    <a:pt x="6730" y="3512"/>
                    <a:pt x="6950" y="3535"/>
                    <a:pt x="7167" y="3589"/>
                  </a:cubicBezTo>
                  <a:cubicBezTo>
                    <a:pt x="8230" y="3850"/>
                    <a:pt x="8666" y="4447"/>
                    <a:pt x="9488" y="4447"/>
                  </a:cubicBezTo>
                  <a:cubicBezTo>
                    <a:pt x="9740" y="4447"/>
                    <a:pt x="10028" y="4391"/>
                    <a:pt x="10382" y="4252"/>
                  </a:cubicBezTo>
                  <a:cubicBezTo>
                    <a:pt x="11523" y="3812"/>
                    <a:pt x="11683" y="3290"/>
                    <a:pt x="12638" y="3290"/>
                  </a:cubicBezTo>
                  <a:cubicBezTo>
                    <a:pt x="12942" y="3290"/>
                    <a:pt x="13328" y="3343"/>
                    <a:pt x="13853" y="3469"/>
                  </a:cubicBezTo>
                  <a:cubicBezTo>
                    <a:pt x="14771" y="3690"/>
                    <a:pt x="15657" y="3777"/>
                    <a:pt x="16385" y="3777"/>
                  </a:cubicBezTo>
                  <a:cubicBezTo>
                    <a:pt x="17377" y="3777"/>
                    <a:pt x="18075" y="3615"/>
                    <a:pt x="18157" y="3410"/>
                  </a:cubicBezTo>
                  <a:cubicBezTo>
                    <a:pt x="18299" y="3065"/>
                    <a:pt x="16997" y="1085"/>
                    <a:pt x="16593" y="647"/>
                  </a:cubicBezTo>
                  <a:cubicBezTo>
                    <a:pt x="16593" y="647"/>
                    <a:pt x="16394" y="1"/>
                    <a:pt x="153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5"/>
            <p:cNvSpPr/>
            <p:nvPr/>
          </p:nvSpPr>
          <p:spPr>
            <a:xfrm>
              <a:off x="-3103846" y="3486487"/>
              <a:ext cx="2735873" cy="492964"/>
            </a:xfrm>
            <a:custGeom>
              <a:avLst/>
              <a:gdLst/>
              <a:ahLst/>
              <a:cxnLst/>
              <a:rect l="l" t="t" r="r" b="b"/>
              <a:pathLst>
                <a:path w="15645" h="2819" extrusionOk="0">
                  <a:moveTo>
                    <a:pt x="14089" y="1"/>
                  </a:moveTo>
                  <a:cubicBezTo>
                    <a:pt x="13961" y="1"/>
                    <a:pt x="13820" y="11"/>
                    <a:pt x="13665" y="33"/>
                  </a:cubicBezTo>
                  <a:cubicBezTo>
                    <a:pt x="12325" y="220"/>
                    <a:pt x="11755" y="652"/>
                    <a:pt x="10990" y="652"/>
                  </a:cubicBezTo>
                  <a:cubicBezTo>
                    <a:pt x="10943" y="652"/>
                    <a:pt x="10895" y="651"/>
                    <a:pt x="10845" y="647"/>
                  </a:cubicBezTo>
                  <a:cubicBezTo>
                    <a:pt x="10153" y="590"/>
                    <a:pt x="9515" y="283"/>
                    <a:pt x="8710" y="283"/>
                  </a:cubicBezTo>
                  <a:cubicBezTo>
                    <a:pt x="8523" y="283"/>
                    <a:pt x="8326" y="300"/>
                    <a:pt x="8117" y="340"/>
                  </a:cubicBezTo>
                  <a:cubicBezTo>
                    <a:pt x="7309" y="503"/>
                    <a:pt x="6237" y="793"/>
                    <a:pt x="5289" y="793"/>
                  </a:cubicBezTo>
                  <a:cubicBezTo>
                    <a:pt x="4932" y="793"/>
                    <a:pt x="4592" y="752"/>
                    <a:pt x="4291" y="647"/>
                  </a:cubicBezTo>
                  <a:cubicBezTo>
                    <a:pt x="3510" y="369"/>
                    <a:pt x="2919" y="131"/>
                    <a:pt x="2329" y="131"/>
                  </a:cubicBezTo>
                  <a:cubicBezTo>
                    <a:pt x="2093" y="131"/>
                    <a:pt x="1858" y="169"/>
                    <a:pt x="1611" y="258"/>
                  </a:cubicBezTo>
                  <a:cubicBezTo>
                    <a:pt x="1005" y="460"/>
                    <a:pt x="638" y="625"/>
                    <a:pt x="271" y="909"/>
                  </a:cubicBezTo>
                  <a:cubicBezTo>
                    <a:pt x="166" y="1122"/>
                    <a:pt x="117" y="1287"/>
                    <a:pt x="80" y="1384"/>
                  </a:cubicBezTo>
                  <a:cubicBezTo>
                    <a:pt x="1" y="1590"/>
                    <a:pt x="604" y="2643"/>
                    <a:pt x="2001" y="2643"/>
                  </a:cubicBezTo>
                  <a:cubicBezTo>
                    <a:pt x="2052" y="2643"/>
                    <a:pt x="2104" y="2642"/>
                    <a:pt x="2157" y="2639"/>
                  </a:cubicBezTo>
                  <a:cubicBezTo>
                    <a:pt x="3435" y="2569"/>
                    <a:pt x="4545" y="1952"/>
                    <a:pt x="5573" y="1952"/>
                  </a:cubicBezTo>
                  <a:cubicBezTo>
                    <a:pt x="5764" y="1952"/>
                    <a:pt x="5953" y="1974"/>
                    <a:pt x="6140" y="2024"/>
                  </a:cubicBezTo>
                  <a:cubicBezTo>
                    <a:pt x="7055" y="2268"/>
                    <a:pt x="7429" y="2819"/>
                    <a:pt x="8134" y="2819"/>
                  </a:cubicBezTo>
                  <a:cubicBezTo>
                    <a:pt x="8350" y="2819"/>
                    <a:pt x="8597" y="2767"/>
                    <a:pt x="8900" y="2639"/>
                  </a:cubicBezTo>
                  <a:cubicBezTo>
                    <a:pt x="9883" y="2235"/>
                    <a:pt x="10016" y="1754"/>
                    <a:pt x="10838" y="1754"/>
                  </a:cubicBezTo>
                  <a:cubicBezTo>
                    <a:pt x="11098" y="1754"/>
                    <a:pt x="11428" y="1802"/>
                    <a:pt x="11875" y="1916"/>
                  </a:cubicBezTo>
                  <a:cubicBezTo>
                    <a:pt x="12663" y="2122"/>
                    <a:pt x="13423" y="2203"/>
                    <a:pt x="14047" y="2203"/>
                  </a:cubicBezTo>
                  <a:cubicBezTo>
                    <a:pt x="14897" y="2203"/>
                    <a:pt x="15493" y="2053"/>
                    <a:pt x="15562" y="1868"/>
                  </a:cubicBezTo>
                  <a:cubicBezTo>
                    <a:pt x="15645" y="1654"/>
                    <a:pt x="15195" y="790"/>
                    <a:pt x="14769" y="115"/>
                  </a:cubicBezTo>
                  <a:cubicBezTo>
                    <a:pt x="14596" y="49"/>
                    <a:pt x="14374" y="1"/>
                    <a:pt x="14089" y="1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5"/>
            <p:cNvSpPr/>
            <p:nvPr/>
          </p:nvSpPr>
          <p:spPr>
            <a:xfrm>
              <a:off x="-2623289" y="3590188"/>
              <a:ext cx="1464728" cy="347995"/>
            </a:xfrm>
            <a:custGeom>
              <a:avLst/>
              <a:gdLst/>
              <a:ahLst/>
              <a:cxnLst/>
              <a:rect l="l" t="t" r="r" b="b"/>
              <a:pathLst>
                <a:path w="8376" h="1990" extrusionOk="0">
                  <a:moveTo>
                    <a:pt x="754" y="1"/>
                  </a:moveTo>
                  <a:cubicBezTo>
                    <a:pt x="493" y="1"/>
                    <a:pt x="251" y="27"/>
                    <a:pt x="177" y="114"/>
                  </a:cubicBezTo>
                  <a:cubicBezTo>
                    <a:pt x="1" y="327"/>
                    <a:pt x="1068" y="945"/>
                    <a:pt x="2026" y="1076"/>
                  </a:cubicBezTo>
                  <a:cubicBezTo>
                    <a:pt x="1530" y="1318"/>
                    <a:pt x="1295" y="1942"/>
                    <a:pt x="2741" y="1942"/>
                  </a:cubicBezTo>
                  <a:cubicBezTo>
                    <a:pt x="2910" y="1942"/>
                    <a:pt x="3103" y="1934"/>
                    <a:pt x="3321" y="1915"/>
                  </a:cubicBezTo>
                  <a:cubicBezTo>
                    <a:pt x="3913" y="1843"/>
                    <a:pt x="4133" y="1687"/>
                    <a:pt x="4490" y="1687"/>
                  </a:cubicBezTo>
                  <a:cubicBezTo>
                    <a:pt x="4655" y="1687"/>
                    <a:pt x="4849" y="1720"/>
                    <a:pt x="5122" y="1810"/>
                  </a:cubicBezTo>
                  <a:cubicBezTo>
                    <a:pt x="5485" y="1931"/>
                    <a:pt x="5945" y="1990"/>
                    <a:pt x="6352" y="1990"/>
                  </a:cubicBezTo>
                  <a:cubicBezTo>
                    <a:pt x="6900" y="1990"/>
                    <a:pt x="7351" y="1883"/>
                    <a:pt x="7338" y="1679"/>
                  </a:cubicBezTo>
                  <a:cubicBezTo>
                    <a:pt x="7304" y="1323"/>
                    <a:pt x="6829" y="1133"/>
                    <a:pt x="6567" y="1110"/>
                  </a:cubicBezTo>
                  <a:cubicBezTo>
                    <a:pt x="7349" y="1076"/>
                    <a:pt x="8262" y="694"/>
                    <a:pt x="8322" y="399"/>
                  </a:cubicBezTo>
                  <a:cubicBezTo>
                    <a:pt x="8375" y="136"/>
                    <a:pt x="8184" y="50"/>
                    <a:pt x="7643" y="50"/>
                  </a:cubicBezTo>
                  <a:cubicBezTo>
                    <a:pt x="7574" y="50"/>
                    <a:pt x="7500" y="52"/>
                    <a:pt x="7420" y="54"/>
                  </a:cubicBezTo>
                  <a:cubicBezTo>
                    <a:pt x="7183" y="63"/>
                    <a:pt x="6451" y="66"/>
                    <a:pt x="5580" y="66"/>
                  </a:cubicBezTo>
                  <a:cubicBezTo>
                    <a:pt x="3839" y="66"/>
                    <a:pt x="1543" y="54"/>
                    <a:pt x="1543" y="54"/>
                  </a:cubicBezTo>
                  <a:cubicBezTo>
                    <a:pt x="1543" y="54"/>
                    <a:pt x="1130" y="1"/>
                    <a:pt x="7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5"/>
            <p:cNvSpPr/>
            <p:nvPr/>
          </p:nvSpPr>
          <p:spPr>
            <a:xfrm>
              <a:off x="-2409767" y="3430002"/>
              <a:ext cx="1109038" cy="296058"/>
            </a:xfrm>
            <a:custGeom>
              <a:avLst/>
              <a:gdLst/>
              <a:ahLst/>
              <a:cxnLst/>
              <a:rect l="l" t="t" r="r" b="b"/>
              <a:pathLst>
                <a:path w="6342" h="1693" extrusionOk="0">
                  <a:moveTo>
                    <a:pt x="5562" y="1"/>
                  </a:moveTo>
                  <a:cubicBezTo>
                    <a:pt x="5156" y="1"/>
                    <a:pt x="4670" y="20"/>
                    <a:pt x="4305" y="94"/>
                  </a:cubicBezTo>
                  <a:cubicBezTo>
                    <a:pt x="3910" y="174"/>
                    <a:pt x="3280" y="193"/>
                    <a:pt x="2764" y="193"/>
                  </a:cubicBezTo>
                  <a:cubicBezTo>
                    <a:pt x="2287" y="193"/>
                    <a:pt x="1909" y="177"/>
                    <a:pt x="1909" y="177"/>
                  </a:cubicBezTo>
                  <a:cubicBezTo>
                    <a:pt x="1909" y="177"/>
                    <a:pt x="1071" y="2"/>
                    <a:pt x="375" y="2"/>
                  </a:cubicBezTo>
                  <a:cubicBezTo>
                    <a:pt x="243" y="2"/>
                    <a:pt x="116" y="8"/>
                    <a:pt x="0" y="23"/>
                  </a:cubicBezTo>
                  <a:cubicBezTo>
                    <a:pt x="877" y="1266"/>
                    <a:pt x="3141" y="1693"/>
                    <a:pt x="3141" y="1693"/>
                  </a:cubicBezTo>
                  <a:cubicBezTo>
                    <a:pt x="3141" y="1693"/>
                    <a:pt x="5869" y="484"/>
                    <a:pt x="6069" y="356"/>
                  </a:cubicBezTo>
                  <a:cubicBezTo>
                    <a:pt x="6069" y="259"/>
                    <a:pt x="6342" y="23"/>
                    <a:pt x="6342" y="23"/>
                  </a:cubicBezTo>
                  <a:cubicBezTo>
                    <a:pt x="6342" y="23"/>
                    <a:pt x="5998" y="1"/>
                    <a:pt x="5562" y="1"/>
                  </a:cubicBezTo>
                  <a:close/>
                </a:path>
              </a:pathLst>
            </a:custGeom>
            <a:solidFill>
              <a:srgbClr val="9A6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5"/>
            <p:cNvSpPr/>
            <p:nvPr/>
          </p:nvSpPr>
          <p:spPr>
            <a:xfrm>
              <a:off x="-2063514" y="3429652"/>
              <a:ext cx="974212" cy="418818"/>
            </a:xfrm>
            <a:custGeom>
              <a:avLst/>
              <a:gdLst/>
              <a:ahLst/>
              <a:cxnLst/>
              <a:rect l="l" t="t" r="r" b="b"/>
              <a:pathLst>
                <a:path w="5571" h="2395" extrusionOk="0">
                  <a:moveTo>
                    <a:pt x="4149" y="0"/>
                  </a:moveTo>
                  <a:cubicBezTo>
                    <a:pt x="2803" y="0"/>
                    <a:pt x="0" y="1979"/>
                    <a:pt x="0" y="1979"/>
                  </a:cubicBezTo>
                  <a:lnTo>
                    <a:pt x="225" y="2395"/>
                  </a:lnTo>
                  <a:cubicBezTo>
                    <a:pt x="225" y="2395"/>
                    <a:pt x="2845" y="1908"/>
                    <a:pt x="3841" y="1496"/>
                  </a:cubicBezTo>
                  <a:cubicBezTo>
                    <a:pt x="4458" y="1245"/>
                    <a:pt x="5571" y="216"/>
                    <a:pt x="4327" y="14"/>
                  </a:cubicBezTo>
                  <a:cubicBezTo>
                    <a:pt x="4272" y="5"/>
                    <a:pt x="4212" y="0"/>
                    <a:pt x="4149" y="0"/>
                  </a:cubicBezTo>
                  <a:close/>
                </a:path>
              </a:pathLst>
            </a:custGeom>
            <a:solidFill>
              <a:srgbClr val="9A6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5"/>
            <p:cNvSpPr/>
            <p:nvPr/>
          </p:nvSpPr>
          <p:spPr>
            <a:xfrm>
              <a:off x="-2063514" y="3429652"/>
              <a:ext cx="856348" cy="418818"/>
            </a:xfrm>
            <a:custGeom>
              <a:avLst/>
              <a:gdLst/>
              <a:ahLst/>
              <a:cxnLst/>
              <a:rect l="l" t="t" r="r" b="b"/>
              <a:pathLst>
                <a:path w="4897" h="2395" extrusionOk="0">
                  <a:moveTo>
                    <a:pt x="4149" y="0"/>
                  </a:moveTo>
                  <a:cubicBezTo>
                    <a:pt x="2803" y="0"/>
                    <a:pt x="0" y="1979"/>
                    <a:pt x="0" y="1979"/>
                  </a:cubicBezTo>
                  <a:lnTo>
                    <a:pt x="225" y="2395"/>
                  </a:lnTo>
                  <a:lnTo>
                    <a:pt x="262" y="2395"/>
                  </a:lnTo>
                  <a:lnTo>
                    <a:pt x="214" y="2312"/>
                  </a:lnTo>
                  <a:cubicBezTo>
                    <a:pt x="214" y="2312"/>
                    <a:pt x="3018" y="319"/>
                    <a:pt x="4364" y="319"/>
                  </a:cubicBezTo>
                  <a:cubicBezTo>
                    <a:pt x="4426" y="319"/>
                    <a:pt x="4485" y="323"/>
                    <a:pt x="4541" y="332"/>
                  </a:cubicBezTo>
                  <a:cubicBezTo>
                    <a:pt x="4683" y="358"/>
                    <a:pt x="4800" y="403"/>
                    <a:pt x="4896" y="440"/>
                  </a:cubicBezTo>
                  <a:cubicBezTo>
                    <a:pt x="4896" y="250"/>
                    <a:pt x="4754" y="85"/>
                    <a:pt x="4327" y="14"/>
                  </a:cubicBezTo>
                  <a:cubicBezTo>
                    <a:pt x="4272" y="5"/>
                    <a:pt x="4212" y="0"/>
                    <a:pt x="41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5"/>
            <p:cNvSpPr/>
            <p:nvPr/>
          </p:nvSpPr>
          <p:spPr>
            <a:xfrm>
              <a:off x="-2306241" y="3734810"/>
              <a:ext cx="369155" cy="159483"/>
            </a:xfrm>
            <a:custGeom>
              <a:avLst/>
              <a:gdLst/>
              <a:ahLst/>
              <a:cxnLst/>
              <a:rect l="l" t="t" r="r" b="b"/>
              <a:pathLst>
                <a:path w="2111" h="912" extrusionOk="0">
                  <a:moveTo>
                    <a:pt x="275" y="0"/>
                  </a:moveTo>
                  <a:cubicBezTo>
                    <a:pt x="183" y="0"/>
                    <a:pt x="119" y="34"/>
                    <a:pt x="85" y="129"/>
                  </a:cubicBezTo>
                  <a:cubicBezTo>
                    <a:pt x="0" y="365"/>
                    <a:pt x="262" y="650"/>
                    <a:pt x="512" y="758"/>
                  </a:cubicBezTo>
                  <a:cubicBezTo>
                    <a:pt x="706" y="835"/>
                    <a:pt x="1147" y="912"/>
                    <a:pt x="1431" y="912"/>
                  </a:cubicBezTo>
                  <a:cubicBezTo>
                    <a:pt x="1493" y="912"/>
                    <a:pt x="1548" y="908"/>
                    <a:pt x="1590" y="900"/>
                  </a:cubicBezTo>
                  <a:cubicBezTo>
                    <a:pt x="1827" y="840"/>
                    <a:pt x="1684" y="687"/>
                    <a:pt x="2111" y="556"/>
                  </a:cubicBezTo>
                  <a:cubicBezTo>
                    <a:pt x="1721" y="377"/>
                    <a:pt x="1696" y="294"/>
                    <a:pt x="1707" y="47"/>
                  </a:cubicBezTo>
                  <a:lnTo>
                    <a:pt x="1707" y="47"/>
                  </a:lnTo>
                  <a:cubicBezTo>
                    <a:pt x="1707" y="47"/>
                    <a:pt x="1471" y="157"/>
                    <a:pt x="1138" y="157"/>
                  </a:cubicBezTo>
                  <a:cubicBezTo>
                    <a:pt x="1049" y="157"/>
                    <a:pt x="953" y="149"/>
                    <a:pt x="854" y="129"/>
                  </a:cubicBezTo>
                  <a:cubicBezTo>
                    <a:pt x="608" y="73"/>
                    <a:pt x="411" y="0"/>
                    <a:pt x="275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5"/>
            <p:cNvSpPr/>
            <p:nvPr/>
          </p:nvSpPr>
          <p:spPr>
            <a:xfrm>
              <a:off x="-2283507" y="3734460"/>
              <a:ext cx="56484" cy="101601"/>
            </a:xfrm>
            <a:custGeom>
              <a:avLst/>
              <a:gdLst/>
              <a:ahLst/>
              <a:cxnLst/>
              <a:rect l="l" t="t" r="r" b="b"/>
              <a:pathLst>
                <a:path w="323" h="581" extrusionOk="0">
                  <a:moveTo>
                    <a:pt x="143" y="0"/>
                  </a:moveTo>
                  <a:cubicBezTo>
                    <a:pt x="203" y="165"/>
                    <a:pt x="132" y="322"/>
                    <a:pt x="1" y="438"/>
                  </a:cubicBezTo>
                  <a:cubicBezTo>
                    <a:pt x="38" y="487"/>
                    <a:pt x="72" y="535"/>
                    <a:pt x="120" y="581"/>
                  </a:cubicBezTo>
                  <a:cubicBezTo>
                    <a:pt x="274" y="450"/>
                    <a:pt x="322" y="225"/>
                    <a:pt x="285" y="12"/>
                  </a:cubicBezTo>
                  <a:cubicBezTo>
                    <a:pt x="240" y="12"/>
                    <a:pt x="192" y="0"/>
                    <a:pt x="143" y="0"/>
                  </a:cubicBezTo>
                  <a:close/>
                </a:path>
              </a:pathLst>
            </a:custGeom>
            <a:solidFill>
              <a:srgbClr val="F4B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5"/>
            <p:cNvSpPr/>
            <p:nvPr/>
          </p:nvSpPr>
          <p:spPr>
            <a:xfrm>
              <a:off x="-2237690" y="3742854"/>
              <a:ext cx="68375" cy="132553"/>
            </a:xfrm>
            <a:custGeom>
              <a:avLst/>
              <a:gdLst/>
              <a:ahLst/>
              <a:cxnLst/>
              <a:rect l="l" t="t" r="r" b="b"/>
              <a:pathLst>
                <a:path w="391" h="758" extrusionOk="0">
                  <a:moveTo>
                    <a:pt x="154" y="1"/>
                  </a:moveTo>
                  <a:cubicBezTo>
                    <a:pt x="214" y="225"/>
                    <a:pt x="154" y="473"/>
                    <a:pt x="1" y="652"/>
                  </a:cubicBezTo>
                  <a:cubicBezTo>
                    <a:pt x="35" y="675"/>
                    <a:pt x="72" y="700"/>
                    <a:pt x="120" y="712"/>
                  </a:cubicBezTo>
                  <a:cubicBezTo>
                    <a:pt x="154" y="723"/>
                    <a:pt x="203" y="746"/>
                    <a:pt x="262" y="757"/>
                  </a:cubicBezTo>
                  <a:cubicBezTo>
                    <a:pt x="390" y="544"/>
                    <a:pt x="356" y="260"/>
                    <a:pt x="274" y="35"/>
                  </a:cubicBezTo>
                  <a:cubicBezTo>
                    <a:pt x="225" y="23"/>
                    <a:pt x="191" y="12"/>
                    <a:pt x="154" y="1"/>
                  </a:cubicBezTo>
                  <a:close/>
                </a:path>
              </a:pathLst>
            </a:custGeom>
            <a:solidFill>
              <a:srgbClr val="F4B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5"/>
            <p:cNvSpPr/>
            <p:nvPr/>
          </p:nvSpPr>
          <p:spPr>
            <a:xfrm>
              <a:off x="-2167040" y="3753346"/>
              <a:ext cx="76769" cy="139023"/>
            </a:xfrm>
            <a:custGeom>
              <a:avLst/>
              <a:gdLst/>
              <a:ahLst/>
              <a:cxnLst/>
              <a:rect l="l" t="t" r="r" b="b"/>
              <a:pathLst>
                <a:path w="439" h="795" extrusionOk="0">
                  <a:moveTo>
                    <a:pt x="1" y="0"/>
                  </a:moveTo>
                  <a:lnTo>
                    <a:pt x="1" y="0"/>
                  </a:lnTo>
                  <a:cubicBezTo>
                    <a:pt x="154" y="214"/>
                    <a:pt x="188" y="510"/>
                    <a:pt x="95" y="757"/>
                  </a:cubicBezTo>
                  <a:cubicBezTo>
                    <a:pt x="188" y="768"/>
                    <a:pt x="271" y="783"/>
                    <a:pt x="356" y="794"/>
                  </a:cubicBezTo>
                  <a:cubicBezTo>
                    <a:pt x="439" y="544"/>
                    <a:pt x="402" y="248"/>
                    <a:pt x="248" y="46"/>
                  </a:cubicBezTo>
                  <a:cubicBezTo>
                    <a:pt x="188" y="35"/>
                    <a:pt x="129" y="35"/>
                    <a:pt x="58" y="23"/>
                  </a:cubicBezTo>
                  <a:cubicBezTo>
                    <a:pt x="35" y="12"/>
                    <a:pt x="23" y="12"/>
                    <a:pt x="1" y="0"/>
                  </a:cubicBezTo>
                  <a:close/>
                </a:path>
              </a:pathLst>
            </a:custGeom>
            <a:solidFill>
              <a:srgbClr val="F4B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5"/>
            <p:cNvSpPr/>
            <p:nvPr/>
          </p:nvSpPr>
          <p:spPr>
            <a:xfrm>
              <a:off x="-2098839" y="3759292"/>
              <a:ext cx="58407" cy="135001"/>
            </a:xfrm>
            <a:custGeom>
              <a:avLst/>
              <a:gdLst/>
              <a:ahLst/>
              <a:cxnLst/>
              <a:rect l="l" t="t" r="r" b="b"/>
              <a:pathLst>
                <a:path w="334" h="772" extrusionOk="0">
                  <a:moveTo>
                    <a:pt x="131" y="1"/>
                  </a:moveTo>
                  <a:cubicBezTo>
                    <a:pt x="94" y="12"/>
                    <a:pt x="49" y="12"/>
                    <a:pt x="0" y="12"/>
                  </a:cubicBezTo>
                  <a:cubicBezTo>
                    <a:pt x="120" y="251"/>
                    <a:pt x="143" y="510"/>
                    <a:pt x="94" y="771"/>
                  </a:cubicBezTo>
                  <a:lnTo>
                    <a:pt x="308" y="771"/>
                  </a:lnTo>
                  <a:cubicBezTo>
                    <a:pt x="333" y="498"/>
                    <a:pt x="308" y="214"/>
                    <a:pt x="131" y="1"/>
                  </a:cubicBezTo>
                  <a:close/>
                </a:path>
              </a:pathLst>
            </a:custGeom>
            <a:solidFill>
              <a:srgbClr val="F4B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5"/>
            <p:cNvSpPr/>
            <p:nvPr/>
          </p:nvSpPr>
          <p:spPr>
            <a:xfrm>
              <a:off x="-2049175" y="3748800"/>
              <a:ext cx="81315" cy="116640"/>
            </a:xfrm>
            <a:custGeom>
              <a:avLst/>
              <a:gdLst/>
              <a:ahLst/>
              <a:cxnLst/>
              <a:rect l="l" t="t" r="r" b="b"/>
              <a:pathLst>
                <a:path w="465" h="667" extrusionOk="0">
                  <a:moveTo>
                    <a:pt x="132" y="1"/>
                  </a:moveTo>
                  <a:cubicBezTo>
                    <a:pt x="95" y="12"/>
                    <a:pt x="49" y="26"/>
                    <a:pt x="1" y="38"/>
                  </a:cubicBezTo>
                  <a:cubicBezTo>
                    <a:pt x="95" y="251"/>
                    <a:pt x="166" y="499"/>
                    <a:pt x="308" y="666"/>
                  </a:cubicBezTo>
                  <a:cubicBezTo>
                    <a:pt x="345" y="629"/>
                    <a:pt x="393" y="581"/>
                    <a:pt x="465" y="547"/>
                  </a:cubicBezTo>
                  <a:cubicBezTo>
                    <a:pt x="297" y="405"/>
                    <a:pt x="166" y="214"/>
                    <a:pt x="132" y="1"/>
                  </a:cubicBezTo>
                  <a:close/>
                </a:path>
              </a:pathLst>
            </a:custGeom>
            <a:solidFill>
              <a:srgbClr val="F4B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5"/>
            <p:cNvSpPr/>
            <p:nvPr/>
          </p:nvSpPr>
          <p:spPr>
            <a:xfrm>
              <a:off x="-2642176" y="3429652"/>
              <a:ext cx="974737" cy="418818"/>
            </a:xfrm>
            <a:custGeom>
              <a:avLst/>
              <a:gdLst/>
              <a:ahLst/>
              <a:cxnLst/>
              <a:rect l="l" t="t" r="r" b="b"/>
              <a:pathLst>
                <a:path w="5574" h="2395" extrusionOk="0">
                  <a:moveTo>
                    <a:pt x="1425" y="0"/>
                  </a:moveTo>
                  <a:cubicBezTo>
                    <a:pt x="1362" y="0"/>
                    <a:pt x="1303" y="5"/>
                    <a:pt x="1247" y="14"/>
                  </a:cubicBezTo>
                  <a:cubicBezTo>
                    <a:pt x="1" y="216"/>
                    <a:pt x="1116" y="1245"/>
                    <a:pt x="1733" y="1496"/>
                  </a:cubicBezTo>
                  <a:cubicBezTo>
                    <a:pt x="2729" y="1908"/>
                    <a:pt x="5349" y="2395"/>
                    <a:pt x="5349" y="2395"/>
                  </a:cubicBezTo>
                  <a:lnTo>
                    <a:pt x="5574" y="1979"/>
                  </a:lnTo>
                  <a:cubicBezTo>
                    <a:pt x="5574" y="1979"/>
                    <a:pt x="2771" y="0"/>
                    <a:pt x="14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5"/>
            <p:cNvSpPr/>
            <p:nvPr/>
          </p:nvSpPr>
          <p:spPr>
            <a:xfrm>
              <a:off x="-2532179" y="3429652"/>
              <a:ext cx="864742" cy="371078"/>
            </a:xfrm>
            <a:custGeom>
              <a:avLst/>
              <a:gdLst/>
              <a:ahLst/>
              <a:cxnLst/>
              <a:rect l="l" t="t" r="r" b="b"/>
              <a:pathLst>
                <a:path w="4945" h="2122" extrusionOk="0">
                  <a:moveTo>
                    <a:pt x="796" y="0"/>
                  </a:moveTo>
                  <a:cubicBezTo>
                    <a:pt x="733" y="0"/>
                    <a:pt x="674" y="5"/>
                    <a:pt x="618" y="14"/>
                  </a:cubicBezTo>
                  <a:cubicBezTo>
                    <a:pt x="120" y="96"/>
                    <a:pt x="1" y="309"/>
                    <a:pt x="72" y="557"/>
                  </a:cubicBezTo>
                  <a:cubicBezTo>
                    <a:pt x="120" y="440"/>
                    <a:pt x="285" y="332"/>
                    <a:pt x="641" y="287"/>
                  </a:cubicBezTo>
                  <a:cubicBezTo>
                    <a:pt x="700" y="277"/>
                    <a:pt x="762" y="272"/>
                    <a:pt x="829" y="272"/>
                  </a:cubicBezTo>
                  <a:cubicBezTo>
                    <a:pt x="2057" y="272"/>
                    <a:pt x="4469" y="1865"/>
                    <a:pt x="4874" y="2122"/>
                  </a:cubicBezTo>
                  <a:lnTo>
                    <a:pt x="4945" y="1979"/>
                  </a:lnTo>
                  <a:cubicBezTo>
                    <a:pt x="4945" y="1979"/>
                    <a:pt x="2142" y="0"/>
                    <a:pt x="796" y="0"/>
                  </a:cubicBezTo>
                  <a:close/>
                </a:path>
              </a:pathLst>
            </a:custGeom>
            <a:solidFill>
              <a:srgbClr val="9A6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5"/>
            <p:cNvSpPr/>
            <p:nvPr/>
          </p:nvSpPr>
          <p:spPr>
            <a:xfrm>
              <a:off x="-1785988" y="3732012"/>
              <a:ext cx="369330" cy="162456"/>
            </a:xfrm>
            <a:custGeom>
              <a:avLst/>
              <a:gdLst/>
              <a:ahLst/>
              <a:cxnLst/>
              <a:rect l="l" t="t" r="r" b="b"/>
              <a:pathLst>
                <a:path w="2112" h="929" extrusionOk="0">
                  <a:moveTo>
                    <a:pt x="1800" y="0"/>
                  </a:moveTo>
                  <a:cubicBezTo>
                    <a:pt x="1665" y="0"/>
                    <a:pt x="1482" y="61"/>
                    <a:pt x="1258" y="134"/>
                  </a:cubicBezTo>
                  <a:cubicBezTo>
                    <a:pt x="1160" y="161"/>
                    <a:pt x="1060" y="172"/>
                    <a:pt x="964" y="172"/>
                  </a:cubicBezTo>
                  <a:cubicBezTo>
                    <a:pt x="655" y="172"/>
                    <a:pt x="394" y="63"/>
                    <a:pt x="393" y="63"/>
                  </a:cubicBezTo>
                  <a:lnTo>
                    <a:pt x="393" y="63"/>
                  </a:lnTo>
                  <a:cubicBezTo>
                    <a:pt x="416" y="310"/>
                    <a:pt x="263" y="535"/>
                    <a:pt x="1" y="583"/>
                  </a:cubicBezTo>
                  <a:cubicBezTo>
                    <a:pt x="416" y="714"/>
                    <a:pt x="285" y="856"/>
                    <a:pt x="524" y="916"/>
                  </a:cubicBezTo>
                  <a:cubicBezTo>
                    <a:pt x="568" y="925"/>
                    <a:pt x="624" y="929"/>
                    <a:pt x="689" y="929"/>
                  </a:cubicBezTo>
                  <a:cubicBezTo>
                    <a:pt x="960" y="929"/>
                    <a:pt x="1375" y="859"/>
                    <a:pt x="1566" y="774"/>
                  </a:cubicBezTo>
                  <a:cubicBezTo>
                    <a:pt x="1805" y="677"/>
                    <a:pt x="2112" y="381"/>
                    <a:pt x="2029" y="145"/>
                  </a:cubicBezTo>
                  <a:cubicBezTo>
                    <a:pt x="1986" y="40"/>
                    <a:pt x="1908" y="0"/>
                    <a:pt x="1800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5"/>
            <p:cNvSpPr/>
            <p:nvPr/>
          </p:nvSpPr>
          <p:spPr>
            <a:xfrm>
              <a:off x="-1543086" y="3736383"/>
              <a:ext cx="66276" cy="124509"/>
            </a:xfrm>
            <a:custGeom>
              <a:avLst/>
              <a:gdLst/>
              <a:ahLst/>
              <a:cxnLst/>
              <a:rect l="l" t="t" r="r" b="b"/>
              <a:pathLst>
                <a:path w="379" h="712" extrusionOk="0">
                  <a:moveTo>
                    <a:pt x="214" y="1"/>
                  </a:moveTo>
                  <a:lnTo>
                    <a:pt x="214" y="1"/>
                  </a:lnTo>
                  <a:cubicBezTo>
                    <a:pt x="165" y="12"/>
                    <a:pt x="105" y="38"/>
                    <a:pt x="34" y="49"/>
                  </a:cubicBezTo>
                  <a:cubicBezTo>
                    <a:pt x="0" y="285"/>
                    <a:pt x="71" y="570"/>
                    <a:pt x="259" y="712"/>
                  </a:cubicBezTo>
                  <a:cubicBezTo>
                    <a:pt x="296" y="689"/>
                    <a:pt x="344" y="666"/>
                    <a:pt x="379" y="641"/>
                  </a:cubicBezTo>
                  <a:cubicBezTo>
                    <a:pt x="330" y="618"/>
                    <a:pt x="307" y="581"/>
                    <a:pt x="285" y="535"/>
                  </a:cubicBezTo>
                  <a:cubicBezTo>
                    <a:pt x="214" y="368"/>
                    <a:pt x="131" y="180"/>
                    <a:pt x="214" y="1"/>
                  </a:cubicBezTo>
                  <a:close/>
                </a:path>
              </a:pathLst>
            </a:custGeom>
            <a:solidFill>
              <a:srgbClr val="F4B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5"/>
            <p:cNvSpPr/>
            <p:nvPr/>
          </p:nvSpPr>
          <p:spPr>
            <a:xfrm>
              <a:off x="-1607265" y="3753346"/>
              <a:ext cx="72222" cy="130455"/>
            </a:xfrm>
            <a:custGeom>
              <a:avLst/>
              <a:gdLst/>
              <a:ahLst/>
              <a:cxnLst/>
              <a:rect l="l" t="t" r="r" b="b"/>
              <a:pathLst>
                <a:path w="413" h="746" extrusionOk="0">
                  <a:moveTo>
                    <a:pt x="248" y="0"/>
                  </a:moveTo>
                  <a:cubicBezTo>
                    <a:pt x="236" y="0"/>
                    <a:pt x="236" y="0"/>
                    <a:pt x="236" y="12"/>
                  </a:cubicBezTo>
                  <a:cubicBezTo>
                    <a:pt x="177" y="23"/>
                    <a:pt x="128" y="35"/>
                    <a:pt x="83" y="35"/>
                  </a:cubicBezTo>
                  <a:cubicBezTo>
                    <a:pt x="0" y="271"/>
                    <a:pt x="71" y="544"/>
                    <a:pt x="214" y="746"/>
                  </a:cubicBezTo>
                  <a:cubicBezTo>
                    <a:pt x="285" y="734"/>
                    <a:pt x="356" y="712"/>
                    <a:pt x="413" y="697"/>
                  </a:cubicBezTo>
                  <a:cubicBezTo>
                    <a:pt x="248" y="521"/>
                    <a:pt x="177" y="237"/>
                    <a:pt x="248" y="0"/>
                  </a:cubicBezTo>
                  <a:close/>
                </a:path>
              </a:pathLst>
            </a:custGeom>
            <a:solidFill>
              <a:srgbClr val="F4B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5"/>
            <p:cNvSpPr/>
            <p:nvPr/>
          </p:nvSpPr>
          <p:spPr>
            <a:xfrm>
              <a:off x="-1756609" y="3746876"/>
              <a:ext cx="72397" cy="114017"/>
            </a:xfrm>
            <a:custGeom>
              <a:avLst/>
              <a:gdLst/>
              <a:ahLst/>
              <a:cxnLst/>
              <a:rect l="l" t="t" r="r" b="b"/>
              <a:pathLst>
                <a:path w="414" h="652" extrusionOk="0">
                  <a:moveTo>
                    <a:pt x="308" y="0"/>
                  </a:moveTo>
                  <a:lnTo>
                    <a:pt x="308" y="0"/>
                  </a:lnTo>
                  <a:cubicBezTo>
                    <a:pt x="342" y="237"/>
                    <a:pt x="200" y="450"/>
                    <a:pt x="1" y="558"/>
                  </a:cubicBezTo>
                  <a:cubicBezTo>
                    <a:pt x="58" y="592"/>
                    <a:pt x="95" y="618"/>
                    <a:pt x="129" y="652"/>
                  </a:cubicBezTo>
                  <a:cubicBezTo>
                    <a:pt x="342" y="547"/>
                    <a:pt x="413" y="274"/>
                    <a:pt x="413" y="37"/>
                  </a:cubicBezTo>
                  <a:cubicBezTo>
                    <a:pt x="368" y="23"/>
                    <a:pt x="331" y="12"/>
                    <a:pt x="308" y="0"/>
                  </a:cubicBezTo>
                  <a:close/>
                </a:path>
              </a:pathLst>
            </a:custGeom>
            <a:solidFill>
              <a:srgbClr val="F4B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5"/>
            <p:cNvSpPr/>
            <p:nvPr/>
          </p:nvSpPr>
          <p:spPr>
            <a:xfrm>
              <a:off x="-1700823" y="3757368"/>
              <a:ext cx="64353" cy="136925"/>
            </a:xfrm>
            <a:custGeom>
              <a:avLst/>
              <a:gdLst/>
              <a:ahLst/>
              <a:cxnLst/>
              <a:rect l="l" t="t" r="r" b="b"/>
              <a:pathLst>
                <a:path w="368" h="783" extrusionOk="0">
                  <a:moveTo>
                    <a:pt x="236" y="0"/>
                  </a:moveTo>
                  <a:cubicBezTo>
                    <a:pt x="214" y="34"/>
                    <a:pt x="191" y="60"/>
                    <a:pt x="191" y="94"/>
                  </a:cubicBezTo>
                  <a:cubicBezTo>
                    <a:pt x="165" y="307"/>
                    <a:pt x="165" y="603"/>
                    <a:pt x="0" y="760"/>
                  </a:cubicBezTo>
                  <a:cubicBezTo>
                    <a:pt x="12" y="760"/>
                    <a:pt x="23" y="760"/>
                    <a:pt x="37" y="771"/>
                  </a:cubicBezTo>
                  <a:cubicBezTo>
                    <a:pt x="94" y="782"/>
                    <a:pt x="191" y="782"/>
                    <a:pt x="296" y="782"/>
                  </a:cubicBezTo>
                  <a:cubicBezTo>
                    <a:pt x="367" y="532"/>
                    <a:pt x="251" y="262"/>
                    <a:pt x="345" y="23"/>
                  </a:cubicBezTo>
                  <a:cubicBezTo>
                    <a:pt x="308" y="12"/>
                    <a:pt x="273" y="12"/>
                    <a:pt x="236" y="0"/>
                  </a:cubicBezTo>
                  <a:close/>
                </a:path>
              </a:pathLst>
            </a:custGeom>
            <a:solidFill>
              <a:srgbClr val="F4B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5"/>
            <p:cNvSpPr/>
            <p:nvPr/>
          </p:nvSpPr>
          <p:spPr>
            <a:xfrm>
              <a:off x="-1649060" y="3761216"/>
              <a:ext cx="49839" cy="131154"/>
            </a:xfrm>
            <a:custGeom>
              <a:avLst/>
              <a:gdLst/>
              <a:ahLst/>
              <a:cxnLst/>
              <a:rect l="l" t="t" r="r" b="b"/>
              <a:pathLst>
                <a:path w="285" h="750" extrusionOk="0">
                  <a:moveTo>
                    <a:pt x="142" y="1"/>
                  </a:moveTo>
                  <a:cubicBezTo>
                    <a:pt x="0" y="214"/>
                    <a:pt x="60" y="510"/>
                    <a:pt x="168" y="749"/>
                  </a:cubicBezTo>
                  <a:cubicBezTo>
                    <a:pt x="214" y="738"/>
                    <a:pt x="251" y="738"/>
                    <a:pt x="285" y="738"/>
                  </a:cubicBezTo>
                  <a:cubicBezTo>
                    <a:pt x="179" y="499"/>
                    <a:pt x="120" y="226"/>
                    <a:pt x="225" y="1"/>
                  </a:cubicBezTo>
                  <a:close/>
                </a:path>
              </a:pathLst>
            </a:custGeom>
            <a:solidFill>
              <a:srgbClr val="F4B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5"/>
            <p:cNvSpPr/>
            <p:nvPr/>
          </p:nvSpPr>
          <p:spPr>
            <a:xfrm>
              <a:off x="-1495345" y="3732361"/>
              <a:ext cx="55784" cy="91283"/>
            </a:xfrm>
            <a:custGeom>
              <a:avLst/>
              <a:gdLst/>
              <a:ahLst/>
              <a:cxnLst/>
              <a:rect l="l" t="t" r="r" b="b"/>
              <a:pathLst>
                <a:path w="319" h="522" extrusionOk="0">
                  <a:moveTo>
                    <a:pt x="83" y="1"/>
                  </a:moveTo>
                  <a:cubicBezTo>
                    <a:pt x="0" y="203"/>
                    <a:pt x="106" y="379"/>
                    <a:pt x="236" y="522"/>
                  </a:cubicBezTo>
                  <a:cubicBezTo>
                    <a:pt x="271" y="499"/>
                    <a:pt x="296" y="462"/>
                    <a:pt x="319" y="428"/>
                  </a:cubicBezTo>
                  <a:cubicBezTo>
                    <a:pt x="199" y="308"/>
                    <a:pt x="177" y="155"/>
                    <a:pt x="188" y="1"/>
                  </a:cubicBezTo>
                  <a:close/>
                </a:path>
              </a:pathLst>
            </a:custGeom>
            <a:solidFill>
              <a:srgbClr val="F4B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5"/>
            <p:cNvSpPr/>
            <p:nvPr/>
          </p:nvSpPr>
          <p:spPr>
            <a:xfrm>
              <a:off x="-2075930" y="2281596"/>
              <a:ext cx="375275" cy="352542"/>
            </a:xfrm>
            <a:custGeom>
              <a:avLst/>
              <a:gdLst/>
              <a:ahLst/>
              <a:cxnLst/>
              <a:rect l="l" t="t" r="r" b="b"/>
              <a:pathLst>
                <a:path w="2146" h="2016" extrusionOk="0">
                  <a:moveTo>
                    <a:pt x="980" y="1"/>
                  </a:moveTo>
                  <a:cubicBezTo>
                    <a:pt x="947" y="1"/>
                    <a:pt x="912" y="4"/>
                    <a:pt x="877" y="10"/>
                  </a:cubicBezTo>
                  <a:cubicBezTo>
                    <a:pt x="1056" y="47"/>
                    <a:pt x="1127" y="152"/>
                    <a:pt x="1127" y="152"/>
                  </a:cubicBezTo>
                  <a:cubicBezTo>
                    <a:pt x="1127" y="152"/>
                    <a:pt x="956" y="67"/>
                    <a:pt x="763" y="67"/>
                  </a:cubicBezTo>
                  <a:cubicBezTo>
                    <a:pt x="687" y="67"/>
                    <a:pt x="607" y="81"/>
                    <a:pt x="532" y="118"/>
                  </a:cubicBezTo>
                  <a:cubicBezTo>
                    <a:pt x="711" y="129"/>
                    <a:pt x="760" y="178"/>
                    <a:pt x="760" y="178"/>
                  </a:cubicBezTo>
                  <a:cubicBezTo>
                    <a:pt x="760" y="178"/>
                    <a:pt x="745" y="177"/>
                    <a:pt x="719" y="177"/>
                  </a:cubicBezTo>
                  <a:cubicBezTo>
                    <a:pt x="614" y="177"/>
                    <a:pt x="331" y="193"/>
                    <a:pt x="225" y="365"/>
                  </a:cubicBezTo>
                  <a:cubicBezTo>
                    <a:pt x="344" y="343"/>
                    <a:pt x="416" y="343"/>
                    <a:pt x="416" y="343"/>
                  </a:cubicBezTo>
                  <a:lnTo>
                    <a:pt x="416" y="343"/>
                  </a:lnTo>
                  <a:cubicBezTo>
                    <a:pt x="416" y="343"/>
                    <a:pt x="71" y="402"/>
                    <a:pt x="0" y="721"/>
                  </a:cubicBezTo>
                  <a:cubicBezTo>
                    <a:pt x="106" y="638"/>
                    <a:pt x="236" y="579"/>
                    <a:pt x="236" y="579"/>
                  </a:cubicBezTo>
                  <a:lnTo>
                    <a:pt x="236" y="579"/>
                  </a:lnTo>
                  <a:cubicBezTo>
                    <a:pt x="236" y="579"/>
                    <a:pt x="49" y="758"/>
                    <a:pt x="60" y="983"/>
                  </a:cubicBezTo>
                  <a:cubicBezTo>
                    <a:pt x="232" y="752"/>
                    <a:pt x="599" y="533"/>
                    <a:pt x="1024" y="533"/>
                  </a:cubicBezTo>
                  <a:cubicBezTo>
                    <a:pt x="1034" y="533"/>
                    <a:pt x="1045" y="533"/>
                    <a:pt x="1056" y="533"/>
                  </a:cubicBezTo>
                  <a:cubicBezTo>
                    <a:pt x="1502" y="544"/>
                    <a:pt x="1612" y="1279"/>
                    <a:pt x="1647" y="1279"/>
                  </a:cubicBezTo>
                  <a:cubicBezTo>
                    <a:pt x="1647" y="1279"/>
                    <a:pt x="1647" y="1279"/>
                    <a:pt x="1647" y="1279"/>
                  </a:cubicBezTo>
                  <a:cubicBezTo>
                    <a:pt x="1648" y="1278"/>
                    <a:pt x="1648" y="1278"/>
                    <a:pt x="1648" y="1278"/>
                  </a:cubicBezTo>
                  <a:cubicBezTo>
                    <a:pt x="1670" y="1278"/>
                    <a:pt x="1625" y="2015"/>
                    <a:pt x="1625" y="2015"/>
                  </a:cubicBezTo>
                  <a:cubicBezTo>
                    <a:pt x="1625" y="2015"/>
                    <a:pt x="2145" y="1290"/>
                    <a:pt x="2097" y="818"/>
                  </a:cubicBezTo>
                  <a:cubicBezTo>
                    <a:pt x="2065" y="490"/>
                    <a:pt x="1949" y="442"/>
                    <a:pt x="1884" y="442"/>
                  </a:cubicBezTo>
                  <a:cubicBezTo>
                    <a:pt x="1857" y="442"/>
                    <a:pt x="1838" y="451"/>
                    <a:pt x="1838" y="451"/>
                  </a:cubicBezTo>
                  <a:cubicBezTo>
                    <a:pt x="1838" y="451"/>
                    <a:pt x="1670" y="47"/>
                    <a:pt x="1280" y="10"/>
                  </a:cubicBezTo>
                  <a:lnTo>
                    <a:pt x="1280" y="10"/>
                  </a:lnTo>
                  <a:cubicBezTo>
                    <a:pt x="1411" y="106"/>
                    <a:pt x="1423" y="189"/>
                    <a:pt x="1423" y="189"/>
                  </a:cubicBezTo>
                  <a:cubicBezTo>
                    <a:pt x="1423" y="189"/>
                    <a:pt x="1253" y="1"/>
                    <a:pt x="980" y="1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5"/>
            <p:cNvSpPr/>
            <p:nvPr/>
          </p:nvSpPr>
          <p:spPr>
            <a:xfrm>
              <a:off x="-2285431" y="2762328"/>
              <a:ext cx="267904" cy="630938"/>
            </a:xfrm>
            <a:custGeom>
              <a:avLst/>
              <a:gdLst/>
              <a:ahLst/>
              <a:cxnLst/>
              <a:rect l="l" t="t" r="r" b="b"/>
              <a:pathLst>
                <a:path w="1532" h="3608" extrusionOk="0">
                  <a:moveTo>
                    <a:pt x="1531" y="0"/>
                  </a:moveTo>
                  <a:cubicBezTo>
                    <a:pt x="1531" y="0"/>
                    <a:pt x="1221" y="83"/>
                    <a:pt x="1008" y="367"/>
                  </a:cubicBezTo>
                  <a:cubicBezTo>
                    <a:pt x="843" y="592"/>
                    <a:pt x="678" y="925"/>
                    <a:pt x="535" y="1258"/>
                  </a:cubicBezTo>
                  <a:cubicBezTo>
                    <a:pt x="308" y="1838"/>
                    <a:pt x="1" y="3070"/>
                    <a:pt x="120" y="3403"/>
                  </a:cubicBezTo>
                  <a:cubicBezTo>
                    <a:pt x="172" y="3539"/>
                    <a:pt x="275" y="3608"/>
                    <a:pt x="388" y="3608"/>
                  </a:cubicBezTo>
                  <a:cubicBezTo>
                    <a:pt x="560" y="3608"/>
                    <a:pt x="755" y="3447"/>
                    <a:pt x="820" y="3118"/>
                  </a:cubicBezTo>
                  <a:cubicBezTo>
                    <a:pt x="937" y="2561"/>
                    <a:pt x="1531" y="0"/>
                    <a:pt x="1531" y="0"/>
                  </a:cubicBezTo>
                  <a:close/>
                </a:path>
              </a:pathLst>
            </a:custGeom>
            <a:solidFill>
              <a:srgbClr val="FF71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5"/>
            <p:cNvSpPr/>
            <p:nvPr/>
          </p:nvSpPr>
          <p:spPr>
            <a:xfrm>
              <a:off x="-2181905" y="2732600"/>
              <a:ext cx="634436" cy="797591"/>
            </a:xfrm>
            <a:custGeom>
              <a:avLst/>
              <a:gdLst/>
              <a:ahLst/>
              <a:cxnLst/>
              <a:rect l="l" t="t" r="r" b="b"/>
              <a:pathLst>
                <a:path w="3628" h="4561" extrusionOk="0">
                  <a:moveTo>
                    <a:pt x="1858" y="0"/>
                  </a:moveTo>
                  <a:cubicBezTo>
                    <a:pt x="1730" y="0"/>
                    <a:pt x="1593" y="4"/>
                    <a:pt x="1471" y="17"/>
                  </a:cubicBezTo>
                  <a:cubicBezTo>
                    <a:pt x="1352" y="28"/>
                    <a:pt x="1022" y="99"/>
                    <a:pt x="868" y="219"/>
                  </a:cubicBezTo>
                  <a:cubicBezTo>
                    <a:pt x="749" y="290"/>
                    <a:pt x="640" y="361"/>
                    <a:pt x="584" y="478"/>
                  </a:cubicBezTo>
                  <a:cubicBezTo>
                    <a:pt x="475" y="668"/>
                    <a:pt x="310" y="987"/>
                    <a:pt x="191" y="1297"/>
                  </a:cubicBezTo>
                  <a:cubicBezTo>
                    <a:pt x="0" y="1783"/>
                    <a:pt x="26" y="2020"/>
                    <a:pt x="168" y="2293"/>
                  </a:cubicBezTo>
                  <a:cubicBezTo>
                    <a:pt x="299" y="2577"/>
                    <a:pt x="427" y="3109"/>
                    <a:pt x="191" y="4093"/>
                  </a:cubicBezTo>
                  <a:cubicBezTo>
                    <a:pt x="268" y="4269"/>
                    <a:pt x="844" y="4560"/>
                    <a:pt x="1663" y="4560"/>
                  </a:cubicBezTo>
                  <a:cubicBezTo>
                    <a:pt x="2227" y="4560"/>
                    <a:pt x="2906" y="4422"/>
                    <a:pt x="3616" y="4011"/>
                  </a:cubicBezTo>
                  <a:cubicBezTo>
                    <a:pt x="3628" y="3880"/>
                    <a:pt x="3096" y="3761"/>
                    <a:pt x="3130" y="3169"/>
                  </a:cubicBezTo>
                  <a:cubicBezTo>
                    <a:pt x="3178" y="2552"/>
                    <a:pt x="3261" y="1499"/>
                    <a:pt x="3320" y="372"/>
                  </a:cubicBezTo>
                  <a:cubicBezTo>
                    <a:pt x="2763" y="99"/>
                    <a:pt x="2336" y="17"/>
                    <a:pt x="2336" y="17"/>
                  </a:cubicBezTo>
                  <a:cubicBezTo>
                    <a:pt x="2336" y="17"/>
                    <a:pt x="2115" y="0"/>
                    <a:pt x="1858" y="0"/>
                  </a:cubicBezTo>
                  <a:close/>
                </a:path>
              </a:pathLst>
            </a:custGeom>
            <a:solidFill>
              <a:srgbClr val="FF71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5"/>
            <p:cNvSpPr/>
            <p:nvPr/>
          </p:nvSpPr>
          <p:spPr>
            <a:xfrm>
              <a:off x="-2140110" y="3288703"/>
              <a:ext cx="584772" cy="241498"/>
            </a:xfrm>
            <a:custGeom>
              <a:avLst/>
              <a:gdLst/>
              <a:ahLst/>
              <a:cxnLst/>
              <a:rect l="l" t="t" r="r" b="b"/>
              <a:pathLst>
                <a:path w="3344" h="1381" extrusionOk="0">
                  <a:moveTo>
                    <a:pt x="2891" y="0"/>
                  </a:moveTo>
                  <a:lnTo>
                    <a:pt x="2891" y="0"/>
                  </a:lnTo>
                  <a:cubicBezTo>
                    <a:pt x="2322" y="30"/>
                    <a:pt x="1745" y="68"/>
                    <a:pt x="1167" y="68"/>
                  </a:cubicBezTo>
                  <a:cubicBezTo>
                    <a:pt x="806" y="68"/>
                    <a:pt x="443" y="53"/>
                    <a:pt x="83" y="12"/>
                  </a:cubicBezTo>
                  <a:cubicBezTo>
                    <a:pt x="83" y="225"/>
                    <a:pt x="60" y="464"/>
                    <a:pt x="0" y="748"/>
                  </a:cubicBezTo>
                  <a:cubicBezTo>
                    <a:pt x="94" y="723"/>
                    <a:pt x="188" y="689"/>
                    <a:pt x="248" y="606"/>
                  </a:cubicBezTo>
                  <a:cubicBezTo>
                    <a:pt x="273" y="925"/>
                    <a:pt x="438" y="1138"/>
                    <a:pt x="652" y="1292"/>
                  </a:cubicBezTo>
                  <a:cubicBezTo>
                    <a:pt x="868" y="1345"/>
                    <a:pt x="1125" y="1381"/>
                    <a:pt x="1413" y="1381"/>
                  </a:cubicBezTo>
                  <a:cubicBezTo>
                    <a:pt x="1835" y="1381"/>
                    <a:pt x="2323" y="1304"/>
                    <a:pt x="2845" y="1093"/>
                  </a:cubicBezTo>
                  <a:cubicBezTo>
                    <a:pt x="2999" y="973"/>
                    <a:pt x="3175" y="865"/>
                    <a:pt x="3343" y="760"/>
                  </a:cubicBezTo>
                  <a:cubicBezTo>
                    <a:pt x="3224" y="652"/>
                    <a:pt x="2868" y="475"/>
                    <a:pt x="2891" y="0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5"/>
            <p:cNvSpPr/>
            <p:nvPr/>
          </p:nvSpPr>
          <p:spPr>
            <a:xfrm>
              <a:off x="-1998985" y="2559298"/>
              <a:ext cx="275423" cy="279795"/>
            </a:xfrm>
            <a:custGeom>
              <a:avLst/>
              <a:gdLst/>
              <a:ahLst/>
              <a:cxnLst/>
              <a:rect l="l" t="t" r="r" b="b"/>
              <a:pathLst>
                <a:path w="1575" h="1600" extrusionOk="0">
                  <a:moveTo>
                    <a:pt x="1173" y="1"/>
                  </a:moveTo>
                  <a:lnTo>
                    <a:pt x="402" y="854"/>
                  </a:lnTo>
                  <a:cubicBezTo>
                    <a:pt x="402" y="854"/>
                    <a:pt x="425" y="1008"/>
                    <a:pt x="331" y="1053"/>
                  </a:cubicBezTo>
                  <a:cubicBezTo>
                    <a:pt x="260" y="1090"/>
                    <a:pt x="249" y="1079"/>
                    <a:pt x="141" y="1124"/>
                  </a:cubicBezTo>
                  <a:cubicBezTo>
                    <a:pt x="0" y="1183"/>
                    <a:pt x="159" y="1600"/>
                    <a:pt x="735" y="1600"/>
                  </a:cubicBezTo>
                  <a:cubicBezTo>
                    <a:pt x="742" y="1600"/>
                    <a:pt x="750" y="1600"/>
                    <a:pt x="758" y="1599"/>
                  </a:cubicBezTo>
                  <a:cubicBezTo>
                    <a:pt x="1327" y="1588"/>
                    <a:pt x="1574" y="1161"/>
                    <a:pt x="1492" y="1124"/>
                  </a:cubicBezTo>
                  <a:cubicBezTo>
                    <a:pt x="1338" y="1053"/>
                    <a:pt x="1267" y="959"/>
                    <a:pt x="1256" y="865"/>
                  </a:cubicBezTo>
                  <a:cubicBezTo>
                    <a:pt x="1244" y="757"/>
                    <a:pt x="1173" y="1"/>
                    <a:pt x="1173" y="1"/>
                  </a:cubicBezTo>
                  <a:close/>
                </a:path>
              </a:pathLst>
            </a:custGeom>
            <a:solidFill>
              <a:srgbClr val="F7B8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5"/>
            <p:cNvSpPr/>
            <p:nvPr/>
          </p:nvSpPr>
          <p:spPr>
            <a:xfrm>
              <a:off x="-1933232" y="2559298"/>
              <a:ext cx="147417" cy="189386"/>
            </a:xfrm>
            <a:custGeom>
              <a:avLst/>
              <a:gdLst/>
              <a:ahLst/>
              <a:cxnLst/>
              <a:rect l="l" t="t" r="r" b="b"/>
              <a:pathLst>
                <a:path w="843" h="1083" extrusionOk="0">
                  <a:moveTo>
                    <a:pt x="797" y="1"/>
                  </a:moveTo>
                  <a:lnTo>
                    <a:pt x="26" y="854"/>
                  </a:lnTo>
                  <a:cubicBezTo>
                    <a:pt x="26" y="854"/>
                    <a:pt x="38" y="948"/>
                    <a:pt x="1" y="1019"/>
                  </a:cubicBezTo>
                  <a:cubicBezTo>
                    <a:pt x="89" y="1057"/>
                    <a:pt x="174" y="1083"/>
                    <a:pt x="262" y="1083"/>
                  </a:cubicBezTo>
                  <a:cubicBezTo>
                    <a:pt x="364" y="1083"/>
                    <a:pt x="469" y="1048"/>
                    <a:pt x="584" y="959"/>
                  </a:cubicBezTo>
                  <a:cubicBezTo>
                    <a:pt x="701" y="840"/>
                    <a:pt x="783" y="663"/>
                    <a:pt x="843" y="498"/>
                  </a:cubicBezTo>
                  <a:cubicBezTo>
                    <a:pt x="820" y="260"/>
                    <a:pt x="797" y="1"/>
                    <a:pt x="797" y="1"/>
                  </a:cubicBezTo>
                  <a:close/>
                </a:path>
              </a:pathLst>
            </a:custGeom>
            <a:solidFill>
              <a:srgbClr val="EA94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5"/>
            <p:cNvSpPr/>
            <p:nvPr/>
          </p:nvSpPr>
          <p:spPr>
            <a:xfrm>
              <a:off x="-2034660" y="2367460"/>
              <a:ext cx="288189" cy="345547"/>
            </a:xfrm>
            <a:custGeom>
              <a:avLst/>
              <a:gdLst/>
              <a:ahLst/>
              <a:cxnLst/>
              <a:rect l="l" t="t" r="r" b="b"/>
              <a:pathLst>
                <a:path w="1648" h="1976" extrusionOk="0">
                  <a:moveTo>
                    <a:pt x="710" y="1"/>
                  </a:moveTo>
                  <a:cubicBezTo>
                    <a:pt x="532" y="1"/>
                    <a:pt x="416" y="88"/>
                    <a:pt x="416" y="88"/>
                  </a:cubicBezTo>
                  <a:cubicBezTo>
                    <a:pt x="416" y="88"/>
                    <a:pt x="0" y="386"/>
                    <a:pt x="97" y="1061"/>
                  </a:cubicBezTo>
                  <a:cubicBezTo>
                    <a:pt x="191" y="1738"/>
                    <a:pt x="427" y="1937"/>
                    <a:pt x="618" y="1974"/>
                  </a:cubicBezTo>
                  <a:cubicBezTo>
                    <a:pt x="629" y="1975"/>
                    <a:pt x="641" y="1976"/>
                    <a:pt x="655" y="1976"/>
                  </a:cubicBezTo>
                  <a:cubicBezTo>
                    <a:pt x="869" y="1976"/>
                    <a:pt x="1345" y="1798"/>
                    <a:pt x="1411" y="1251"/>
                  </a:cubicBezTo>
                  <a:cubicBezTo>
                    <a:pt x="1591" y="1169"/>
                    <a:pt x="1648" y="967"/>
                    <a:pt x="1636" y="825"/>
                  </a:cubicBezTo>
                  <a:cubicBezTo>
                    <a:pt x="1636" y="749"/>
                    <a:pt x="1573" y="706"/>
                    <a:pt x="1510" y="706"/>
                  </a:cubicBezTo>
                  <a:cubicBezTo>
                    <a:pt x="1455" y="706"/>
                    <a:pt x="1399" y="740"/>
                    <a:pt x="1389" y="813"/>
                  </a:cubicBezTo>
                  <a:cubicBezTo>
                    <a:pt x="1329" y="634"/>
                    <a:pt x="1318" y="256"/>
                    <a:pt x="996" y="76"/>
                  </a:cubicBezTo>
                  <a:cubicBezTo>
                    <a:pt x="891" y="20"/>
                    <a:pt x="793" y="1"/>
                    <a:pt x="710" y="1"/>
                  </a:cubicBezTo>
                  <a:close/>
                </a:path>
              </a:pathLst>
            </a:custGeom>
            <a:solidFill>
              <a:srgbClr val="F7B8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5"/>
            <p:cNvSpPr/>
            <p:nvPr/>
          </p:nvSpPr>
          <p:spPr>
            <a:xfrm>
              <a:off x="-2235591" y="2862182"/>
              <a:ext cx="810532" cy="737785"/>
            </a:xfrm>
            <a:custGeom>
              <a:avLst/>
              <a:gdLst/>
              <a:ahLst/>
              <a:cxnLst/>
              <a:rect l="l" t="t" r="r" b="b"/>
              <a:pathLst>
                <a:path w="4635" h="4219" extrusionOk="0">
                  <a:moveTo>
                    <a:pt x="2300" y="1"/>
                  </a:moveTo>
                  <a:cubicBezTo>
                    <a:pt x="2179" y="1"/>
                    <a:pt x="2031" y="111"/>
                    <a:pt x="1872" y="388"/>
                  </a:cubicBezTo>
                  <a:cubicBezTo>
                    <a:pt x="1542" y="971"/>
                    <a:pt x="592" y="1185"/>
                    <a:pt x="592" y="1185"/>
                  </a:cubicBezTo>
                  <a:cubicBezTo>
                    <a:pt x="378" y="1219"/>
                    <a:pt x="0" y="1623"/>
                    <a:pt x="296" y="1882"/>
                  </a:cubicBezTo>
                  <a:cubicBezTo>
                    <a:pt x="606" y="2143"/>
                    <a:pt x="1115" y="3116"/>
                    <a:pt x="1329" y="3506"/>
                  </a:cubicBezTo>
                  <a:cubicBezTo>
                    <a:pt x="1471" y="3766"/>
                    <a:pt x="1638" y="4218"/>
                    <a:pt x="1867" y="4218"/>
                  </a:cubicBezTo>
                  <a:cubicBezTo>
                    <a:pt x="1921" y="4218"/>
                    <a:pt x="1979" y="4193"/>
                    <a:pt x="2040" y="4135"/>
                  </a:cubicBezTo>
                  <a:cubicBezTo>
                    <a:pt x="2370" y="3816"/>
                    <a:pt x="3556" y="2963"/>
                    <a:pt x="3852" y="2963"/>
                  </a:cubicBezTo>
                  <a:cubicBezTo>
                    <a:pt x="4148" y="2963"/>
                    <a:pt x="4634" y="2013"/>
                    <a:pt x="4043" y="1705"/>
                  </a:cubicBezTo>
                  <a:cubicBezTo>
                    <a:pt x="3462" y="1384"/>
                    <a:pt x="2654" y="661"/>
                    <a:pt x="2572" y="317"/>
                  </a:cubicBezTo>
                  <a:cubicBezTo>
                    <a:pt x="2529" y="131"/>
                    <a:pt x="2431" y="1"/>
                    <a:pt x="2300" y="1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5"/>
            <p:cNvSpPr/>
            <p:nvPr/>
          </p:nvSpPr>
          <p:spPr>
            <a:xfrm>
              <a:off x="-2235591" y="2862182"/>
              <a:ext cx="817002" cy="737785"/>
            </a:xfrm>
            <a:custGeom>
              <a:avLst/>
              <a:gdLst/>
              <a:ahLst/>
              <a:cxnLst/>
              <a:rect l="l" t="t" r="r" b="b"/>
              <a:pathLst>
                <a:path w="4672" h="4219" extrusionOk="0">
                  <a:moveTo>
                    <a:pt x="2300" y="1"/>
                  </a:moveTo>
                  <a:cubicBezTo>
                    <a:pt x="2179" y="1"/>
                    <a:pt x="2031" y="111"/>
                    <a:pt x="1872" y="388"/>
                  </a:cubicBezTo>
                  <a:cubicBezTo>
                    <a:pt x="1542" y="971"/>
                    <a:pt x="629" y="1444"/>
                    <a:pt x="629" y="1444"/>
                  </a:cubicBezTo>
                  <a:cubicBezTo>
                    <a:pt x="427" y="1481"/>
                    <a:pt x="0" y="1623"/>
                    <a:pt x="296" y="1882"/>
                  </a:cubicBezTo>
                  <a:cubicBezTo>
                    <a:pt x="606" y="2143"/>
                    <a:pt x="1115" y="3116"/>
                    <a:pt x="1329" y="3506"/>
                  </a:cubicBezTo>
                  <a:cubicBezTo>
                    <a:pt x="1471" y="3766"/>
                    <a:pt x="1638" y="4218"/>
                    <a:pt x="1867" y="4218"/>
                  </a:cubicBezTo>
                  <a:cubicBezTo>
                    <a:pt x="1921" y="4218"/>
                    <a:pt x="1979" y="4193"/>
                    <a:pt x="2040" y="4135"/>
                  </a:cubicBezTo>
                  <a:cubicBezTo>
                    <a:pt x="2370" y="3816"/>
                    <a:pt x="3556" y="2963"/>
                    <a:pt x="3852" y="2963"/>
                  </a:cubicBezTo>
                  <a:cubicBezTo>
                    <a:pt x="4148" y="2963"/>
                    <a:pt x="4671" y="2618"/>
                    <a:pt x="4077" y="2308"/>
                  </a:cubicBezTo>
                  <a:cubicBezTo>
                    <a:pt x="3485" y="2001"/>
                    <a:pt x="2654" y="661"/>
                    <a:pt x="2572" y="317"/>
                  </a:cubicBezTo>
                  <a:cubicBezTo>
                    <a:pt x="2529" y="131"/>
                    <a:pt x="2431" y="1"/>
                    <a:pt x="2300" y="1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5"/>
            <p:cNvSpPr/>
            <p:nvPr/>
          </p:nvSpPr>
          <p:spPr>
            <a:xfrm>
              <a:off x="-2198343" y="2930034"/>
              <a:ext cx="740408" cy="669060"/>
            </a:xfrm>
            <a:custGeom>
              <a:avLst/>
              <a:gdLst/>
              <a:ahLst/>
              <a:cxnLst/>
              <a:rect l="l" t="t" r="r" b="b"/>
              <a:pathLst>
                <a:path w="4234" h="3826" extrusionOk="0">
                  <a:moveTo>
                    <a:pt x="2090" y="1"/>
                  </a:moveTo>
                  <a:cubicBezTo>
                    <a:pt x="1980" y="1"/>
                    <a:pt x="1843" y="101"/>
                    <a:pt x="1696" y="356"/>
                  </a:cubicBezTo>
                  <a:cubicBezTo>
                    <a:pt x="1400" y="891"/>
                    <a:pt x="569" y="1317"/>
                    <a:pt x="569" y="1317"/>
                  </a:cubicBezTo>
                  <a:cubicBezTo>
                    <a:pt x="379" y="1351"/>
                    <a:pt x="0" y="1482"/>
                    <a:pt x="274" y="1707"/>
                  </a:cubicBezTo>
                  <a:cubicBezTo>
                    <a:pt x="547" y="1946"/>
                    <a:pt x="1008" y="2834"/>
                    <a:pt x="1210" y="3189"/>
                  </a:cubicBezTo>
                  <a:cubicBezTo>
                    <a:pt x="1333" y="3419"/>
                    <a:pt x="1481" y="3825"/>
                    <a:pt x="1689" y="3825"/>
                  </a:cubicBezTo>
                  <a:cubicBezTo>
                    <a:pt x="1739" y="3825"/>
                    <a:pt x="1792" y="3802"/>
                    <a:pt x="1850" y="3747"/>
                  </a:cubicBezTo>
                  <a:cubicBezTo>
                    <a:pt x="2145" y="3462"/>
                    <a:pt x="3224" y="2691"/>
                    <a:pt x="3485" y="2691"/>
                  </a:cubicBezTo>
                  <a:cubicBezTo>
                    <a:pt x="3759" y="2691"/>
                    <a:pt x="4234" y="2384"/>
                    <a:pt x="3699" y="2100"/>
                  </a:cubicBezTo>
                  <a:cubicBezTo>
                    <a:pt x="3167" y="1815"/>
                    <a:pt x="2407" y="606"/>
                    <a:pt x="2336" y="285"/>
                  </a:cubicBezTo>
                  <a:cubicBezTo>
                    <a:pt x="2299" y="119"/>
                    <a:pt x="2210" y="1"/>
                    <a:pt x="2090" y="1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5"/>
            <p:cNvSpPr/>
            <p:nvPr/>
          </p:nvSpPr>
          <p:spPr>
            <a:xfrm>
              <a:off x="-2090445" y="3347636"/>
              <a:ext cx="151439" cy="116814"/>
            </a:xfrm>
            <a:custGeom>
              <a:avLst/>
              <a:gdLst/>
              <a:ahLst/>
              <a:cxnLst/>
              <a:rect l="l" t="t" r="r" b="b"/>
              <a:pathLst>
                <a:path w="866" h="668" extrusionOk="0">
                  <a:moveTo>
                    <a:pt x="260" y="0"/>
                  </a:moveTo>
                  <a:cubicBezTo>
                    <a:pt x="191" y="0"/>
                    <a:pt x="128" y="12"/>
                    <a:pt x="83" y="44"/>
                  </a:cubicBezTo>
                  <a:cubicBezTo>
                    <a:pt x="1" y="90"/>
                    <a:pt x="95" y="161"/>
                    <a:pt x="106" y="161"/>
                  </a:cubicBezTo>
                  <a:cubicBezTo>
                    <a:pt x="35" y="258"/>
                    <a:pt x="117" y="315"/>
                    <a:pt x="154" y="315"/>
                  </a:cubicBezTo>
                  <a:cubicBezTo>
                    <a:pt x="106" y="386"/>
                    <a:pt x="166" y="457"/>
                    <a:pt x="237" y="471"/>
                  </a:cubicBezTo>
                  <a:cubicBezTo>
                    <a:pt x="203" y="554"/>
                    <a:pt x="260" y="576"/>
                    <a:pt x="308" y="588"/>
                  </a:cubicBezTo>
                  <a:cubicBezTo>
                    <a:pt x="317" y="634"/>
                    <a:pt x="355" y="667"/>
                    <a:pt x="411" y="667"/>
                  </a:cubicBezTo>
                  <a:cubicBezTo>
                    <a:pt x="426" y="667"/>
                    <a:pt x="444" y="665"/>
                    <a:pt x="462" y="659"/>
                  </a:cubicBezTo>
                  <a:cubicBezTo>
                    <a:pt x="450" y="565"/>
                    <a:pt x="544" y="599"/>
                    <a:pt x="641" y="565"/>
                  </a:cubicBezTo>
                  <a:cubicBezTo>
                    <a:pt x="735" y="528"/>
                    <a:pt x="866" y="363"/>
                    <a:pt x="866" y="363"/>
                  </a:cubicBezTo>
                  <a:lnTo>
                    <a:pt x="701" y="56"/>
                  </a:lnTo>
                  <a:cubicBezTo>
                    <a:pt x="701" y="56"/>
                    <a:pt x="570" y="56"/>
                    <a:pt x="439" y="19"/>
                  </a:cubicBezTo>
                  <a:cubicBezTo>
                    <a:pt x="379" y="8"/>
                    <a:pt x="317" y="0"/>
                    <a:pt x="260" y="0"/>
                  </a:cubicBezTo>
                  <a:close/>
                </a:path>
              </a:pathLst>
            </a:custGeom>
            <a:solidFill>
              <a:srgbClr val="F7B8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5"/>
            <p:cNvSpPr/>
            <p:nvPr/>
          </p:nvSpPr>
          <p:spPr>
            <a:xfrm>
              <a:off x="-1978525" y="2796429"/>
              <a:ext cx="516222" cy="643704"/>
            </a:xfrm>
            <a:custGeom>
              <a:avLst/>
              <a:gdLst/>
              <a:ahLst/>
              <a:cxnLst/>
              <a:rect l="l" t="t" r="r" b="b"/>
              <a:pathLst>
                <a:path w="2952" h="3681" extrusionOk="0">
                  <a:moveTo>
                    <a:pt x="2123" y="0"/>
                  </a:moveTo>
                  <a:cubicBezTo>
                    <a:pt x="2077" y="0"/>
                    <a:pt x="2053" y="53"/>
                    <a:pt x="2004" y="209"/>
                  </a:cubicBezTo>
                  <a:cubicBezTo>
                    <a:pt x="1955" y="386"/>
                    <a:pt x="1910" y="719"/>
                    <a:pt x="1910" y="741"/>
                  </a:cubicBezTo>
                  <a:cubicBezTo>
                    <a:pt x="1884" y="835"/>
                    <a:pt x="1861" y="1037"/>
                    <a:pt x="1896" y="1262"/>
                  </a:cubicBezTo>
                  <a:cubicBezTo>
                    <a:pt x="1933" y="1475"/>
                    <a:pt x="2038" y="2130"/>
                    <a:pt x="1884" y="2414"/>
                  </a:cubicBezTo>
                  <a:cubicBezTo>
                    <a:pt x="1731" y="2699"/>
                    <a:pt x="1" y="3125"/>
                    <a:pt x="1" y="3125"/>
                  </a:cubicBezTo>
                  <a:lnTo>
                    <a:pt x="143" y="3680"/>
                  </a:lnTo>
                  <a:cubicBezTo>
                    <a:pt x="143" y="3680"/>
                    <a:pt x="2786" y="3623"/>
                    <a:pt x="2869" y="2354"/>
                  </a:cubicBezTo>
                  <a:cubicBezTo>
                    <a:pt x="2951" y="1086"/>
                    <a:pt x="2228" y="30"/>
                    <a:pt x="2157" y="7"/>
                  </a:cubicBezTo>
                  <a:cubicBezTo>
                    <a:pt x="2144" y="3"/>
                    <a:pt x="2133" y="0"/>
                    <a:pt x="2123" y="0"/>
                  </a:cubicBezTo>
                  <a:close/>
                </a:path>
              </a:pathLst>
            </a:custGeom>
            <a:solidFill>
              <a:srgbClr val="FF71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5"/>
            <p:cNvSpPr/>
            <p:nvPr/>
          </p:nvSpPr>
          <p:spPr>
            <a:xfrm>
              <a:off x="-1978525" y="3012750"/>
              <a:ext cx="219289" cy="251116"/>
            </a:xfrm>
            <a:custGeom>
              <a:avLst/>
              <a:gdLst/>
              <a:ahLst/>
              <a:cxnLst/>
              <a:rect l="l" t="t" r="r" b="b"/>
              <a:pathLst>
                <a:path w="1254" h="1436" extrusionOk="0">
                  <a:moveTo>
                    <a:pt x="919" y="1"/>
                  </a:moveTo>
                  <a:cubicBezTo>
                    <a:pt x="913" y="1"/>
                    <a:pt x="907" y="1"/>
                    <a:pt x="900" y="2"/>
                  </a:cubicBezTo>
                  <a:cubicBezTo>
                    <a:pt x="686" y="62"/>
                    <a:pt x="356" y="418"/>
                    <a:pt x="356" y="418"/>
                  </a:cubicBezTo>
                  <a:cubicBezTo>
                    <a:pt x="356" y="418"/>
                    <a:pt x="331" y="369"/>
                    <a:pt x="379" y="287"/>
                  </a:cubicBezTo>
                  <a:cubicBezTo>
                    <a:pt x="416" y="193"/>
                    <a:pt x="462" y="144"/>
                    <a:pt x="428" y="110"/>
                  </a:cubicBezTo>
                  <a:cubicBezTo>
                    <a:pt x="419" y="99"/>
                    <a:pt x="411" y="94"/>
                    <a:pt x="402" y="94"/>
                  </a:cubicBezTo>
                  <a:cubicBezTo>
                    <a:pt x="373" y="94"/>
                    <a:pt x="340" y="147"/>
                    <a:pt x="285" y="193"/>
                  </a:cubicBezTo>
                  <a:cubicBezTo>
                    <a:pt x="214" y="253"/>
                    <a:pt x="189" y="335"/>
                    <a:pt x="177" y="466"/>
                  </a:cubicBezTo>
                  <a:cubicBezTo>
                    <a:pt x="154" y="594"/>
                    <a:pt x="143" y="725"/>
                    <a:pt x="61" y="796"/>
                  </a:cubicBezTo>
                  <a:cubicBezTo>
                    <a:pt x="46" y="822"/>
                    <a:pt x="24" y="833"/>
                    <a:pt x="1" y="856"/>
                  </a:cubicBezTo>
                  <a:lnTo>
                    <a:pt x="1" y="1436"/>
                  </a:lnTo>
                  <a:cubicBezTo>
                    <a:pt x="72" y="1365"/>
                    <a:pt x="143" y="1305"/>
                    <a:pt x="214" y="1234"/>
                  </a:cubicBezTo>
                  <a:cubicBezTo>
                    <a:pt x="308" y="1092"/>
                    <a:pt x="581" y="938"/>
                    <a:pt x="746" y="833"/>
                  </a:cubicBezTo>
                  <a:cubicBezTo>
                    <a:pt x="900" y="736"/>
                    <a:pt x="1031" y="608"/>
                    <a:pt x="1139" y="560"/>
                  </a:cubicBezTo>
                  <a:cubicBezTo>
                    <a:pt x="1236" y="515"/>
                    <a:pt x="1253" y="450"/>
                    <a:pt x="1219" y="450"/>
                  </a:cubicBezTo>
                  <a:cubicBezTo>
                    <a:pt x="1216" y="450"/>
                    <a:pt x="1213" y="451"/>
                    <a:pt x="1210" y="452"/>
                  </a:cubicBezTo>
                  <a:cubicBezTo>
                    <a:pt x="1150" y="466"/>
                    <a:pt x="829" y="594"/>
                    <a:pt x="829" y="594"/>
                  </a:cubicBezTo>
                  <a:cubicBezTo>
                    <a:pt x="829" y="594"/>
                    <a:pt x="1068" y="358"/>
                    <a:pt x="1150" y="309"/>
                  </a:cubicBezTo>
                  <a:cubicBezTo>
                    <a:pt x="1215" y="268"/>
                    <a:pt x="1240" y="214"/>
                    <a:pt x="1180" y="214"/>
                  </a:cubicBezTo>
                  <a:cubicBezTo>
                    <a:pt x="1175" y="214"/>
                    <a:pt x="1169" y="215"/>
                    <a:pt x="1162" y="216"/>
                  </a:cubicBezTo>
                  <a:cubicBezTo>
                    <a:pt x="1079" y="227"/>
                    <a:pt x="712" y="489"/>
                    <a:pt x="712" y="489"/>
                  </a:cubicBezTo>
                  <a:cubicBezTo>
                    <a:pt x="712" y="489"/>
                    <a:pt x="1056" y="216"/>
                    <a:pt x="1113" y="156"/>
                  </a:cubicBezTo>
                  <a:cubicBezTo>
                    <a:pt x="1178" y="101"/>
                    <a:pt x="1196" y="49"/>
                    <a:pt x="1133" y="49"/>
                  </a:cubicBezTo>
                  <a:cubicBezTo>
                    <a:pt x="1127" y="49"/>
                    <a:pt x="1121" y="50"/>
                    <a:pt x="1113" y="51"/>
                  </a:cubicBezTo>
                  <a:cubicBezTo>
                    <a:pt x="1042" y="62"/>
                    <a:pt x="795" y="227"/>
                    <a:pt x="593" y="358"/>
                  </a:cubicBezTo>
                  <a:cubicBezTo>
                    <a:pt x="593" y="358"/>
                    <a:pt x="843" y="156"/>
                    <a:pt x="900" y="96"/>
                  </a:cubicBezTo>
                  <a:cubicBezTo>
                    <a:pt x="955" y="54"/>
                    <a:pt x="981" y="1"/>
                    <a:pt x="919" y="1"/>
                  </a:cubicBezTo>
                  <a:close/>
                </a:path>
              </a:pathLst>
            </a:custGeom>
            <a:solidFill>
              <a:srgbClr val="F7B8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5"/>
            <p:cNvSpPr/>
            <p:nvPr/>
          </p:nvSpPr>
          <p:spPr>
            <a:xfrm>
              <a:off x="-2268992" y="3147928"/>
              <a:ext cx="348345" cy="265980"/>
            </a:xfrm>
            <a:custGeom>
              <a:avLst/>
              <a:gdLst/>
              <a:ahLst/>
              <a:cxnLst/>
              <a:rect l="l" t="t" r="r" b="b"/>
              <a:pathLst>
                <a:path w="1992" h="1521" extrusionOk="0">
                  <a:moveTo>
                    <a:pt x="1722" y="0"/>
                  </a:moveTo>
                  <a:cubicBezTo>
                    <a:pt x="1067" y="509"/>
                    <a:pt x="251" y="700"/>
                    <a:pt x="251" y="700"/>
                  </a:cubicBezTo>
                  <a:cubicBezTo>
                    <a:pt x="97" y="782"/>
                    <a:pt x="0" y="984"/>
                    <a:pt x="0" y="1115"/>
                  </a:cubicBezTo>
                  <a:cubicBezTo>
                    <a:pt x="0" y="1218"/>
                    <a:pt x="62" y="1521"/>
                    <a:pt x="421" y="1521"/>
                  </a:cubicBezTo>
                  <a:cubicBezTo>
                    <a:pt x="511" y="1521"/>
                    <a:pt x="619" y="1502"/>
                    <a:pt x="749" y="1457"/>
                  </a:cubicBezTo>
                  <a:cubicBezTo>
                    <a:pt x="1389" y="1232"/>
                    <a:pt x="1992" y="379"/>
                    <a:pt x="1992" y="379"/>
                  </a:cubicBezTo>
                  <a:cubicBezTo>
                    <a:pt x="1992" y="379"/>
                    <a:pt x="1898" y="225"/>
                    <a:pt x="1722" y="0"/>
                  </a:cubicBezTo>
                  <a:close/>
                </a:path>
              </a:pathLst>
            </a:custGeom>
            <a:solidFill>
              <a:srgbClr val="FF71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5"/>
            <p:cNvSpPr/>
            <p:nvPr/>
          </p:nvSpPr>
          <p:spPr>
            <a:xfrm>
              <a:off x="-1971005" y="2548806"/>
              <a:ext cx="52986" cy="64528"/>
            </a:xfrm>
            <a:custGeom>
              <a:avLst/>
              <a:gdLst/>
              <a:ahLst/>
              <a:cxnLst/>
              <a:rect l="l" t="t" r="r" b="b"/>
              <a:pathLst>
                <a:path w="303" h="369" extrusionOk="0">
                  <a:moveTo>
                    <a:pt x="146" y="1"/>
                  </a:moveTo>
                  <a:cubicBezTo>
                    <a:pt x="146" y="1"/>
                    <a:pt x="111" y="203"/>
                    <a:pt x="40" y="285"/>
                  </a:cubicBezTo>
                  <a:cubicBezTo>
                    <a:pt x="1" y="340"/>
                    <a:pt x="90" y="368"/>
                    <a:pt x="180" y="368"/>
                  </a:cubicBezTo>
                  <a:cubicBezTo>
                    <a:pt x="226" y="368"/>
                    <a:pt x="273" y="361"/>
                    <a:pt x="302" y="345"/>
                  </a:cubicBezTo>
                  <a:cubicBezTo>
                    <a:pt x="205" y="331"/>
                    <a:pt x="160" y="308"/>
                    <a:pt x="146" y="260"/>
                  </a:cubicBezTo>
                  <a:lnTo>
                    <a:pt x="146" y="1"/>
                  </a:lnTo>
                  <a:close/>
                </a:path>
              </a:pathLst>
            </a:custGeom>
            <a:solidFill>
              <a:srgbClr val="EA94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5"/>
            <p:cNvSpPr/>
            <p:nvPr/>
          </p:nvSpPr>
          <p:spPr>
            <a:xfrm>
              <a:off x="-1943200" y="2633970"/>
              <a:ext cx="59981" cy="20460"/>
            </a:xfrm>
            <a:custGeom>
              <a:avLst/>
              <a:gdLst/>
              <a:ahLst/>
              <a:cxnLst/>
              <a:rect l="l" t="t" r="r" b="b"/>
              <a:pathLst>
                <a:path w="343" h="117" extrusionOk="0">
                  <a:moveTo>
                    <a:pt x="166" y="0"/>
                  </a:moveTo>
                  <a:cubicBezTo>
                    <a:pt x="58" y="12"/>
                    <a:pt x="1" y="117"/>
                    <a:pt x="1" y="117"/>
                  </a:cubicBezTo>
                  <a:cubicBezTo>
                    <a:pt x="1" y="117"/>
                    <a:pt x="72" y="83"/>
                    <a:pt x="154" y="57"/>
                  </a:cubicBezTo>
                  <a:cubicBezTo>
                    <a:pt x="166" y="55"/>
                    <a:pt x="177" y="53"/>
                    <a:pt x="188" y="53"/>
                  </a:cubicBezTo>
                  <a:cubicBezTo>
                    <a:pt x="270" y="53"/>
                    <a:pt x="342" y="117"/>
                    <a:pt x="342" y="117"/>
                  </a:cubicBezTo>
                  <a:cubicBezTo>
                    <a:pt x="342" y="117"/>
                    <a:pt x="285" y="0"/>
                    <a:pt x="166" y="0"/>
                  </a:cubicBezTo>
                  <a:close/>
                </a:path>
              </a:pathLst>
            </a:custGeom>
            <a:solidFill>
              <a:srgbClr val="EA94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5"/>
            <p:cNvSpPr/>
            <p:nvPr/>
          </p:nvSpPr>
          <p:spPr>
            <a:xfrm>
              <a:off x="-1910324" y="2482178"/>
              <a:ext cx="66801" cy="31477"/>
            </a:xfrm>
            <a:custGeom>
              <a:avLst/>
              <a:gdLst/>
              <a:ahLst/>
              <a:cxnLst/>
              <a:rect l="l" t="t" r="r" b="b"/>
              <a:pathLst>
                <a:path w="382" h="180" extrusionOk="0">
                  <a:moveTo>
                    <a:pt x="56" y="1"/>
                  </a:moveTo>
                  <a:cubicBezTo>
                    <a:pt x="52" y="1"/>
                    <a:pt x="49" y="1"/>
                    <a:pt x="49" y="1"/>
                  </a:cubicBezTo>
                  <a:cubicBezTo>
                    <a:pt x="1" y="1"/>
                    <a:pt x="1" y="72"/>
                    <a:pt x="49" y="86"/>
                  </a:cubicBezTo>
                  <a:cubicBezTo>
                    <a:pt x="83" y="109"/>
                    <a:pt x="251" y="97"/>
                    <a:pt x="382" y="180"/>
                  </a:cubicBezTo>
                  <a:cubicBezTo>
                    <a:pt x="285" y="10"/>
                    <a:pt x="96" y="1"/>
                    <a:pt x="56" y="1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5"/>
            <p:cNvSpPr/>
            <p:nvPr/>
          </p:nvSpPr>
          <p:spPr>
            <a:xfrm>
              <a:off x="-2009828" y="2484627"/>
              <a:ext cx="56484" cy="29029"/>
            </a:xfrm>
            <a:custGeom>
              <a:avLst/>
              <a:gdLst/>
              <a:ahLst/>
              <a:cxnLst/>
              <a:rect l="l" t="t" r="r" b="b"/>
              <a:pathLst>
                <a:path w="323" h="166" extrusionOk="0">
                  <a:moveTo>
                    <a:pt x="274" y="1"/>
                  </a:moveTo>
                  <a:cubicBezTo>
                    <a:pt x="274" y="1"/>
                    <a:pt x="83" y="1"/>
                    <a:pt x="1" y="166"/>
                  </a:cubicBezTo>
                  <a:cubicBezTo>
                    <a:pt x="97" y="95"/>
                    <a:pt x="240" y="95"/>
                    <a:pt x="274" y="83"/>
                  </a:cubicBezTo>
                  <a:cubicBezTo>
                    <a:pt x="322" y="72"/>
                    <a:pt x="322" y="1"/>
                    <a:pt x="274" y="1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5"/>
            <p:cNvSpPr/>
            <p:nvPr/>
          </p:nvSpPr>
          <p:spPr>
            <a:xfrm>
              <a:off x="-1897908" y="2522050"/>
              <a:ext cx="19061" cy="25007"/>
            </a:xfrm>
            <a:custGeom>
              <a:avLst/>
              <a:gdLst/>
              <a:ahLst/>
              <a:cxnLst/>
              <a:rect l="l" t="t" r="r" b="b"/>
              <a:pathLst>
                <a:path w="109" h="143" extrusionOk="0">
                  <a:moveTo>
                    <a:pt x="60" y="0"/>
                  </a:moveTo>
                  <a:cubicBezTo>
                    <a:pt x="26" y="0"/>
                    <a:pt x="1" y="23"/>
                    <a:pt x="1" y="71"/>
                  </a:cubicBezTo>
                  <a:cubicBezTo>
                    <a:pt x="1" y="106"/>
                    <a:pt x="26" y="143"/>
                    <a:pt x="60" y="143"/>
                  </a:cubicBezTo>
                  <a:cubicBezTo>
                    <a:pt x="83" y="143"/>
                    <a:pt x="109" y="106"/>
                    <a:pt x="109" y="71"/>
                  </a:cubicBezTo>
                  <a:cubicBezTo>
                    <a:pt x="109" y="23"/>
                    <a:pt x="83" y="0"/>
                    <a:pt x="60" y="0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35"/>
            <p:cNvSpPr/>
            <p:nvPr/>
          </p:nvSpPr>
          <p:spPr>
            <a:xfrm>
              <a:off x="-1893361" y="2527996"/>
              <a:ext cx="6121" cy="8569"/>
            </a:xfrm>
            <a:custGeom>
              <a:avLst/>
              <a:gdLst/>
              <a:ahLst/>
              <a:cxnLst/>
              <a:rect l="l" t="t" r="r" b="b"/>
              <a:pathLst>
                <a:path w="35" h="49" extrusionOk="0">
                  <a:moveTo>
                    <a:pt x="12" y="0"/>
                  </a:moveTo>
                  <a:cubicBezTo>
                    <a:pt x="12" y="0"/>
                    <a:pt x="0" y="12"/>
                    <a:pt x="0" y="23"/>
                  </a:cubicBezTo>
                  <a:cubicBezTo>
                    <a:pt x="0" y="37"/>
                    <a:pt x="12" y="49"/>
                    <a:pt x="12" y="49"/>
                  </a:cubicBezTo>
                  <a:cubicBezTo>
                    <a:pt x="23" y="49"/>
                    <a:pt x="34" y="37"/>
                    <a:pt x="34" y="23"/>
                  </a:cubicBezTo>
                  <a:cubicBezTo>
                    <a:pt x="34" y="12"/>
                    <a:pt x="23" y="0"/>
                    <a:pt x="1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35"/>
            <p:cNvSpPr/>
            <p:nvPr/>
          </p:nvSpPr>
          <p:spPr>
            <a:xfrm>
              <a:off x="-1988843" y="2527996"/>
              <a:ext cx="18536" cy="25007"/>
            </a:xfrm>
            <a:custGeom>
              <a:avLst/>
              <a:gdLst/>
              <a:ahLst/>
              <a:cxnLst/>
              <a:rect l="l" t="t" r="r" b="b"/>
              <a:pathLst>
                <a:path w="106" h="143" extrusionOk="0">
                  <a:moveTo>
                    <a:pt x="60" y="0"/>
                  </a:moveTo>
                  <a:cubicBezTo>
                    <a:pt x="23" y="0"/>
                    <a:pt x="0" y="23"/>
                    <a:pt x="0" y="72"/>
                  </a:cubicBezTo>
                  <a:cubicBezTo>
                    <a:pt x="0" y="109"/>
                    <a:pt x="23" y="143"/>
                    <a:pt x="60" y="143"/>
                  </a:cubicBezTo>
                  <a:cubicBezTo>
                    <a:pt x="83" y="143"/>
                    <a:pt x="105" y="109"/>
                    <a:pt x="105" y="72"/>
                  </a:cubicBezTo>
                  <a:cubicBezTo>
                    <a:pt x="105" y="23"/>
                    <a:pt x="83" y="0"/>
                    <a:pt x="60" y="0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35"/>
            <p:cNvSpPr/>
            <p:nvPr/>
          </p:nvSpPr>
          <p:spPr>
            <a:xfrm>
              <a:off x="-1984995" y="2534466"/>
              <a:ext cx="6645" cy="8044"/>
            </a:xfrm>
            <a:custGeom>
              <a:avLst/>
              <a:gdLst/>
              <a:ahLst/>
              <a:cxnLst/>
              <a:rect l="l" t="t" r="r" b="b"/>
              <a:pathLst>
                <a:path w="38" h="46" extrusionOk="0">
                  <a:moveTo>
                    <a:pt x="12" y="0"/>
                  </a:moveTo>
                  <a:cubicBezTo>
                    <a:pt x="1" y="0"/>
                    <a:pt x="1" y="12"/>
                    <a:pt x="1" y="23"/>
                  </a:cubicBezTo>
                  <a:cubicBezTo>
                    <a:pt x="1" y="35"/>
                    <a:pt x="1" y="46"/>
                    <a:pt x="12" y="46"/>
                  </a:cubicBezTo>
                  <a:cubicBezTo>
                    <a:pt x="26" y="46"/>
                    <a:pt x="38" y="35"/>
                    <a:pt x="38" y="23"/>
                  </a:cubicBezTo>
                  <a:cubicBezTo>
                    <a:pt x="38" y="12"/>
                    <a:pt x="26" y="0"/>
                    <a:pt x="1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5"/>
            <p:cNvSpPr/>
            <p:nvPr/>
          </p:nvSpPr>
          <p:spPr>
            <a:xfrm>
              <a:off x="-2030113" y="2340180"/>
              <a:ext cx="277697" cy="235902"/>
            </a:xfrm>
            <a:custGeom>
              <a:avLst/>
              <a:gdLst/>
              <a:ahLst/>
              <a:cxnLst/>
              <a:rect l="l" t="t" r="r" b="b"/>
              <a:pathLst>
                <a:path w="1588" h="1349" extrusionOk="0">
                  <a:moveTo>
                    <a:pt x="685" y="0"/>
                  </a:moveTo>
                  <a:cubicBezTo>
                    <a:pt x="646" y="0"/>
                    <a:pt x="607" y="3"/>
                    <a:pt x="569" y="8"/>
                  </a:cubicBezTo>
                  <a:cubicBezTo>
                    <a:pt x="213" y="67"/>
                    <a:pt x="0" y="434"/>
                    <a:pt x="11" y="577"/>
                  </a:cubicBezTo>
                  <a:lnTo>
                    <a:pt x="23" y="707"/>
                  </a:lnTo>
                  <a:lnTo>
                    <a:pt x="176" y="554"/>
                  </a:lnTo>
                  <a:cubicBezTo>
                    <a:pt x="176" y="554"/>
                    <a:pt x="293" y="577"/>
                    <a:pt x="429" y="577"/>
                  </a:cubicBezTo>
                  <a:cubicBezTo>
                    <a:pt x="510" y="577"/>
                    <a:pt x="599" y="569"/>
                    <a:pt x="674" y="542"/>
                  </a:cubicBezTo>
                  <a:cubicBezTo>
                    <a:pt x="765" y="512"/>
                    <a:pt x="860" y="501"/>
                    <a:pt x="942" y="501"/>
                  </a:cubicBezTo>
                  <a:cubicBezTo>
                    <a:pt x="1053" y="501"/>
                    <a:pt x="1140" y="521"/>
                    <a:pt x="1161" y="542"/>
                  </a:cubicBezTo>
                  <a:cubicBezTo>
                    <a:pt x="1183" y="577"/>
                    <a:pt x="1161" y="742"/>
                    <a:pt x="1161" y="827"/>
                  </a:cubicBezTo>
                  <a:cubicBezTo>
                    <a:pt x="1149" y="921"/>
                    <a:pt x="1314" y="992"/>
                    <a:pt x="1280" y="1348"/>
                  </a:cubicBezTo>
                  <a:cubicBezTo>
                    <a:pt x="1282" y="1348"/>
                    <a:pt x="1284" y="1348"/>
                    <a:pt x="1286" y="1348"/>
                  </a:cubicBezTo>
                  <a:cubicBezTo>
                    <a:pt x="1319" y="1348"/>
                    <a:pt x="1363" y="1254"/>
                    <a:pt x="1363" y="1254"/>
                  </a:cubicBezTo>
                  <a:cubicBezTo>
                    <a:pt x="1363" y="1254"/>
                    <a:pt x="1374" y="898"/>
                    <a:pt x="1479" y="861"/>
                  </a:cubicBezTo>
                  <a:cubicBezTo>
                    <a:pt x="1587" y="827"/>
                    <a:pt x="1565" y="412"/>
                    <a:pt x="1479" y="292"/>
                  </a:cubicBezTo>
                  <a:cubicBezTo>
                    <a:pt x="1405" y="175"/>
                    <a:pt x="1027" y="0"/>
                    <a:pt x="685" y="0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7" name="Google Shape;1017;p35"/>
          <p:cNvGrpSpPr/>
          <p:nvPr/>
        </p:nvGrpSpPr>
        <p:grpSpPr>
          <a:xfrm rot="5400000">
            <a:off x="2127362" y="1008873"/>
            <a:ext cx="373340" cy="1406218"/>
            <a:chOff x="10945362" y="2723798"/>
            <a:chExt cx="373340" cy="1406218"/>
          </a:xfrm>
        </p:grpSpPr>
        <p:sp>
          <p:nvSpPr>
            <p:cNvPr id="1018" name="Google Shape;1018;p35"/>
            <p:cNvSpPr/>
            <p:nvPr/>
          </p:nvSpPr>
          <p:spPr>
            <a:xfrm>
              <a:off x="11084325" y="3702102"/>
              <a:ext cx="37878" cy="37878"/>
            </a:xfrm>
            <a:custGeom>
              <a:avLst/>
              <a:gdLst/>
              <a:ahLst/>
              <a:cxnLst/>
              <a:rect l="l" t="t" r="r" b="b"/>
              <a:pathLst>
                <a:path w="192" h="192" extrusionOk="0">
                  <a:moveTo>
                    <a:pt x="98" y="1"/>
                  </a:moveTo>
                  <a:cubicBezTo>
                    <a:pt x="38" y="1"/>
                    <a:pt x="1" y="35"/>
                    <a:pt x="1" y="95"/>
                  </a:cubicBezTo>
                  <a:cubicBezTo>
                    <a:pt x="1" y="143"/>
                    <a:pt x="38" y="192"/>
                    <a:pt x="98" y="192"/>
                  </a:cubicBezTo>
                  <a:cubicBezTo>
                    <a:pt x="143" y="192"/>
                    <a:pt x="191" y="143"/>
                    <a:pt x="191" y="95"/>
                  </a:cubicBezTo>
                  <a:cubicBezTo>
                    <a:pt x="191" y="35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5"/>
            <p:cNvSpPr/>
            <p:nvPr/>
          </p:nvSpPr>
          <p:spPr>
            <a:xfrm>
              <a:off x="10945362" y="3007911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17"/>
                    <a:pt x="35" y="143"/>
                    <a:pt x="72" y="143"/>
                  </a:cubicBezTo>
                  <a:cubicBezTo>
                    <a:pt x="106" y="143"/>
                    <a:pt x="143" y="117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5"/>
            <p:cNvSpPr/>
            <p:nvPr/>
          </p:nvSpPr>
          <p:spPr>
            <a:xfrm>
              <a:off x="11089455" y="3126813"/>
              <a:ext cx="28211" cy="28409"/>
            </a:xfrm>
            <a:custGeom>
              <a:avLst/>
              <a:gdLst/>
              <a:ahLst/>
              <a:cxnLst/>
              <a:rect l="l" t="t" r="r" b="b"/>
              <a:pathLst>
                <a:path w="143" h="144" extrusionOk="0">
                  <a:moveTo>
                    <a:pt x="72" y="1"/>
                  </a:moveTo>
                  <a:cubicBezTo>
                    <a:pt x="23" y="1"/>
                    <a:pt x="0" y="24"/>
                    <a:pt x="0" y="72"/>
                  </a:cubicBezTo>
                  <a:cubicBezTo>
                    <a:pt x="0" y="106"/>
                    <a:pt x="23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24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5"/>
            <p:cNvSpPr/>
            <p:nvPr/>
          </p:nvSpPr>
          <p:spPr>
            <a:xfrm>
              <a:off x="10952517" y="2809586"/>
              <a:ext cx="37878" cy="37878"/>
            </a:xfrm>
            <a:custGeom>
              <a:avLst/>
              <a:gdLst/>
              <a:ahLst/>
              <a:cxnLst/>
              <a:rect l="l" t="t" r="r" b="b"/>
              <a:pathLst>
                <a:path w="192" h="192" extrusionOk="0">
                  <a:moveTo>
                    <a:pt x="94" y="1"/>
                  </a:moveTo>
                  <a:cubicBezTo>
                    <a:pt x="49" y="1"/>
                    <a:pt x="1" y="35"/>
                    <a:pt x="1" y="95"/>
                  </a:cubicBezTo>
                  <a:cubicBezTo>
                    <a:pt x="1" y="143"/>
                    <a:pt x="49" y="191"/>
                    <a:pt x="94" y="191"/>
                  </a:cubicBezTo>
                  <a:cubicBezTo>
                    <a:pt x="154" y="191"/>
                    <a:pt x="191" y="143"/>
                    <a:pt x="191" y="95"/>
                  </a:cubicBezTo>
                  <a:cubicBezTo>
                    <a:pt x="191" y="35"/>
                    <a:pt x="154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5"/>
            <p:cNvSpPr/>
            <p:nvPr/>
          </p:nvSpPr>
          <p:spPr>
            <a:xfrm>
              <a:off x="11274116" y="3762866"/>
              <a:ext cx="40048" cy="40048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4" y="0"/>
                  </a:moveTo>
                  <a:cubicBezTo>
                    <a:pt x="46" y="0"/>
                    <a:pt x="0" y="37"/>
                    <a:pt x="0" y="97"/>
                  </a:cubicBezTo>
                  <a:cubicBezTo>
                    <a:pt x="0" y="154"/>
                    <a:pt x="46" y="202"/>
                    <a:pt x="94" y="202"/>
                  </a:cubicBezTo>
                  <a:cubicBezTo>
                    <a:pt x="154" y="202"/>
                    <a:pt x="202" y="154"/>
                    <a:pt x="202" y="97"/>
                  </a:cubicBezTo>
                  <a:cubicBezTo>
                    <a:pt x="202" y="37"/>
                    <a:pt x="154" y="0"/>
                    <a:pt x="94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5"/>
            <p:cNvSpPr/>
            <p:nvPr/>
          </p:nvSpPr>
          <p:spPr>
            <a:xfrm>
              <a:off x="11016458" y="4090559"/>
              <a:ext cx="40048" cy="39457"/>
            </a:xfrm>
            <a:custGeom>
              <a:avLst/>
              <a:gdLst/>
              <a:ahLst/>
              <a:cxnLst/>
              <a:rect l="l" t="t" r="r" b="b"/>
              <a:pathLst>
                <a:path w="203" h="200" extrusionOk="0">
                  <a:moveTo>
                    <a:pt x="109" y="1"/>
                  </a:moveTo>
                  <a:cubicBezTo>
                    <a:pt x="49" y="1"/>
                    <a:pt x="1" y="46"/>
                    <a:pt x="1" y="95"/>
                  </a:cubicBezTo>
                  <a:cubicBezTo>
                    <a:pt x="1" y="154"/>
                    <a:pt x="49" y="200"/>
                    <a:pt x="109" y="200"/>
                  </a:cubicBezTo>
                  <a:cubicBezTo>
                    <a:pt x="169" y="200"/>
                    <a:pt x="203" y="154"/>
                    <a:pt x="203" y="95"/>
                  </a:cubicBezTo>
                  <a:cubicBezTo>
                    <a:pt x="203" y="46"/>
                    <a:pt x="169" y="1"/>
                    <a:pt x="109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5"/>
            <p:cNvSpPr/>
            <p:nvPr/>
          </p:nvSpPr>
          <p:spPr>
            <a:xfrm>
              <a:off x="10990402" y="3324798"/>
              <a:ext cx="26041" cy="23279"/>
            </a:xfrm>
            <a:custGeom>
              <a:avLst/>
              <a:gdLst/>
              <a:ahLst/>
              <a:cxnLst/>
              <a:rect l="l" t="t" r="r" b="b"/>
              <a:pathLst>
                <a:path w="132" h="118" extrusionOk="0">
                  <a:moveTo>
                    <a:pt x="72" y="1"/>
                  </a:moveTo>
                  <a:cubicBezTo>
                    <a:pt x="38" y="1"/>
                    <a:pt x="1" y="24"/>
                    <a:pt x="1" y="58"/>
                  </a:cubicBezTo>
                  <a:cubicBezTo>
                    <a:pt x="1" y="95"/>
                    <a:pt x="38" y="118"/>
                    <a:pt x="72" y="118"/>
                  </a:cubicBezTo>
                  <a:cubicBezTo>
                    <a:pt x="109" y="118"/>
                    <a:pt x="132" y="95"/>
                    <a:pt x="132" y="58"/>
                  </a:cubicBezTo>
                  <a:cubicBezTo>
                    <a:pt x="132" y="24"/>
                    <a:pt x="109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5"/>
            <p:cNvSpPr/>
            <p:nvPr/>
          </p:nvSpPr>
          <p:spPr>
            <a:xfrm>
              <a:off x="11292661" y="3557293"/>
              <a:ext cx="26041" cy="25647"/>
            </a:xfrm>
            <a:custGeom>
              <a:avLst/>
              <a:gdLst/>
              <a:ahLst/>
              <a:cxnLst/>
              <a:rect l="l" t="t" r="r" b="b"/>
              <a:pathLst>
                <a:path w="132" h="130" extrusionOk="0">
                  <a:moveTo>
                    <a:pt x="60" y="1"/>
                  </a:moveTo>
                  <a:cubicBezTo>
                    <a:pt x="23" y="1"/>
                    <a:pt x="0" y="35"/>
                    <a:pt x="0" y="72"/>
                  </a:cubicBezTo>
                  <a:cubicBezTo>
                    <a:pt x="0" y="95"/>
                    <a:pt x="23" y="129"/>
                    <a:pt x="60" y="129"/>
                  </a:cubicBezTo>
                  <a:cubicBezTo>
                    <a:pt x="94" y="129"/>
                    <a:pt x="131" y="95"/>
                    <a:pt x="131" y="72"/>
                  </a:cubicBezTo>
                  <a:cubicBezTo>
                    <a:pt x="131" y="35"/>
                    <a:pt x="94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5"/>
            <p:cNvSpPr/>
            <p:nvPr/>
          </p:nvSpPr>
          <p:spPr>
            <a:xfrm>
              <a:off x="11168567" y="3905307"/>
              <a:ext cx="23871" cy="26041"/>
            </a:xfrm>
            <a:custGeom>
              <a:avLst/>
              <a:gdLst/>
              <a:ahLst/>
              <a:cxnLst/>
              <a:rect l="l" t="t" r="r" b="b"/>
              <a:pathLst>
                <a:path w="121" h="132" extrusionOk="0">
                  <a:moveTo>
                    <a:pt x="60" y="1"/>
                  </a:moveTo>
                  <a:cubicBezTo>
                    <a:pt x="26" y="1"/>
                    <a:pt x="1" y="38"/>
                    <a:pt x="1" y="72"/>
                  </a:cubicBezTo>
                  <a:cubicBezTo>
                    <a:pt x="1" y="98"/>
                    <a:pt x="26" y="132"/>
                    <a:pt x="60" y="132"/>
                  </a:cubicBezTo>
                  <a:cubicBezTo>
                    <a:pt x="97" y="132"/>
                    <a:pt x="120" y="98"/>
                    <a:pt x="120" y="72"/>
                  </a:cubicBezTo>
                  <a:cubicBezTo>
                    <a:pt x="120" y="38"/>
                    <a:pt x="97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5"/>
            <p:cNvSpPr/>
            <p:nvPr/>
          </p:nvSpPr>
          <p:spPr>
            <a:xfrm>
              <a:off x="11124177" y="3491794"/>
              <a:ext cx="26041" cy="25844"/>
            </a:xfrm>
            <a:custGeom>
              <a:avLst/>
              <a:gdLst/>
              <a:ahLst/>
              <a:cxnLst/>
              <a:rect l="l" t="t" r="r" b="b"/>
              <a:pathLst>
                <a:path w="132" h="131" extrusionOk="0">
                  <a:moveTo>
                    <a:pt x="72" y="0"/>
                  </a:moveTo>
                  <a:cubicBezTo>
                    <a:pt x="38" y="0"/>
                    <a:pt x="1" y="23"/>
                    <a:pt x="1" y="71"/>
                  </a:cubicBezTo>
                  <a:cubicBezTo>
                    <a:pt x="1" y="105"/>
                    <a:pt x="38" y="131"/>
                    <a:pt x="72" y="131"/>
                  </a:cubicBezTo>
                  <a:cubicBezTo>
                    <a:pt x="109" y="131"/>
                    <a:pt x="132" y="105"/>
                    <a:pt x="132" y="71"/>
                  </a:cubicBezTo>
                  <a:cubicBezTo>
                    <a:pt x="132" y="23"/>
                    <a:pt x="109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5"/>
            <p:cNvSpPr/>
            <p:nvPr/>
          </p:nvSpPr>
          <p:spPr>
            <a:xfrm>
              <a:off x="11090542" y="2723798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0"/>
                  </a:moveTo>
                  <a:cubicBezTo>
                    <a:pt x="26" y="0"/>
                    <a:pt x="1" y="37"/>
                    <a:pt x="1" y="72"/>
                  </a:cubicBezTo>
                  <a:cubicBezTo>
                    <a:pt x="1" y="109"/>
                    <a:pt x="26" y="131"/>
                    <a:pt x="61" y="131"/>
                  </a:cubicBezTo>
                  <a:cubicBezTo>
                    <a:pt x="98" y="131"/>
                    <a:pt x="132" y="109"/>
                    <a:pt x="132" y="72"/>
                  </a:cubicBezTo>
                  <a:cubicBezTo>
                    <a:pt x="132" y="37"/>
                    <a:pt x="98" y="0"/>
                    <a:pt x="61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5"/>
            <p:cNvSpPr/>
            <p:nvPr/>
          </p:nvSpPr>
          <p:spPr>
            <a:xfrm>
              <a:off x="11182766" y="2945755"/>
              <a:ext cx="23674" cy="26041"/>
            </a:xfrm>
            <a:custGeom>
              <a:avLst/>
              <a:gdLst/>
              <a:ahLst/>
              <a:cxnLst/>
              <a:rect l="l" t="t" r="r" b="b"/>
              <a:pathLst>
                <a:path w="120" h="132" extrusionOk="0">
                  <a:moveTo>
                    <a:pt x="60" y="0"/>
                  </a:moveTo>
                  <a:cubicBezTo>
                    <a:pt x="23" y="0"/>
                    <a:pt x="0" y="23"/>
                    <a:pt x="0" y="60"/>
                  </a:cubicBezTo>
                  <a:cubicBezTo>
                    <a:pt x="0" y="94"/>
                    <a:pt x="23" y="131"/>
                    <a:pt x="60" y="131"/>
                  </a:cubicBezTo>
                  <a:cubicBezTo>
                    <a:pt x="94" y="131"/>
                    <a:pt x="120" y="94"/>
                    <a:pt x="120" y="60"/>
                  </a:cubicBezTo>
                  <a:cubicBezTo>
                    <a:pt x="120" y="23"/>
                    <a:pt x="94" y="0"/>
                    <a:pt x="60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5"/>
            <p:cNvSpPr/>
            <p:nvPr/>
          </p:nvSpPr>
          <p:spPr>
            <a:xfrm>
              <a:off x="11233464" y="3196556"/>
              <a:ext cx="20912" cy="20912"/>
            </a:xfrm>
            <a:custGeom>
              <a:avLst/>
              <a:gdLst/>
              <a:ahLst/>
              <a:cxnLst/>
              <a:rect l="l" t="t" r="r" b="b"/>
              <a:pathLst>
                <a:path w="106" h="106" extrusionOk="0">
                  <a:moveTo>
                    <a:pt x="46" y="0"/>
                  </a:moveTo>
                  <a:cubicBezTo>
                    <a:pt x="23" y="0"/>
                    <a:pt x="0" y="23"/>
                    <a:pt x="0" y="48"/>
                  </a:cubicBezTo>
                  <a:cubicBezTo>
                    <a:pt x="0" y="83"/>
                    <a:pt x="23" y="105"/>
                    <a:pt x="46" y="105"/>
                  </a:cubicBezTo>
                  <a:cubicBezTo>
                    <a:pt x="83" y="105"/>
                    <a:pt x="105" y="83"/>
                    <a:pt x="105" y="48"/>
                  </a:cubicBezTo>
                  <a:cubicBezTo>
                    <a:pt x="105" y="23"/>
                    <a:pt x="83" y="0"/>
                    <a:pt x="46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1" name="Google Shape;1031;p35"/>
          <p:cNvGrpSpPr/>
          <p:nvPr/>
        </p:nvGrpSpPr>
        <p:grpSpPr>
          <a:xfrm>
            <a:off x="843476" y="2223257"/>
            <a:ext cx="767447" cy="627174"/>
            <a:chOff x="3004689" y="3409507"/>
            <a:chExt cx="767447" cy="627174"/>
          </a:xfrm>
        </p:grpSpPr>
        <p:sp>
          <p:nvSpPr>
            <p:cNvPr id="1032" name="Google Shape;1032;p35"/>
            <p:cNvSpPr/>
            <p:nvPr/>
          </p:nvSpPr>
          <p:spPr>
            <a:xfrm>
              <a:off x="3659683" y="3654932"/>
              <a:ext cx="37681" cy="37681"/>
            </a:xfrm>
            <a:custGeom>
              <a:avLst/>
              <a:gdLst/>
              <a:ahLst/>
              <a:cxnLst/>
              <a:rect l="l" t="t" r="r" b="b"/>
              <a:pathLst>
                <a:path w="191" h="191" extrusionOk="0">
                  <a:moveTo>
                    <a:pt x="94" y="0"/>
                  </a:moveTo>
                  <a:cubicBezTo>
                    <a:pt x="49" y="0"/>
                    <a:pt x="0" y="49"/>
                    <a:pt x="0" y="97"/>
                  </a:cubicBezTo>
                  <a:cubicBezTo>
                    <a:pt x="0" y="142"/>
                    <a:pt x="49" y="191"/>
                    <a:pt x="94" y="191"/>
                  </a:cubicBezTo>
                  <a:cubicBezTo>
                    <a:pt x="154" y="191"/>
                    <a:pt x="191" y="142"/>
                    <a:pt x="191" y="97"/>
                  </a:cubicBezTo>
                  <a:cubicBezTo>
                    <a:pt x="191" y="49"/>
                    <a:pt x="154" y="0"/>
                    <a:pt x="94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5"/>
            <p:cNvSpPr/>
            <p:nvPr/>
          </p:nvSpPr>
          <p:spPr>
            <a:xfrm>
              <a:off x="3290361" y="3682947"/>
              <a:ext cx="67471" cy="68062"/>
            </a:xfrm>
            <a:custGeom>
              <a:avLst/>
              <a:gdLst/>
              <a:ahLst/>
              <a:cxnLst/>
              <a:rect l="l" t="t" r="r" b="b"/>
              <a:pathLst>
                <a:path w="342" h="345" extrusionOk="0">
                  <a:moveTo>
                    <a:pt x="165" y="0"/>
                  </a:moveTo>
                  <a:cubicBezTo>
                    <a:pt x="71" y="0"/>
                    <a:pt x="0" y="72"/>
                    <a:pt x="0" y="168"/>
                  </a:cubicBezTo>
                  <a:cubicBezTo>
                    <a:pt x="0" y="262"/>
                    <a:pt x="71" y="345"/>
                    <a:pt x="165" y="345"/>
                  </a:cubicBezTo>
                  <a:cubicBezTo>
                    <a:pt x="259" y="345"/>
                    <a:pt x="342" y="262"/>
                    <a:pt x="342" y="168"/>
                  </a:cubicBezTo>
                  <a:cubicBezTo>
                    <a:pt x="342" y="72"/>
                    <a:pt x="259" y="0"/>
                    <a:pt x="165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35"/>
            <p:cNvSpPr/>
            <p:nvPr/>
          </p:nvSpPr>
          <p:spPr>
            <a:xfrm>
              <a:off x="3743727" y="4008470"/>
              <a:ext cx="28409" cy="28211"/>
            </a:xfrm>
            <a:custGeom>
              <a:avLst/>
              <a:gdLst/>
              <a:ahLst/>
              <a:cxnLst/>
              <a:rect l="l" t="t" r="r" b="b"/>
              <a:pathLst>
                <a:path w="144" h="143" extrusionOk="0">
                  <a:moveTo>
                    <a:pt x="72" y="0"/>
                  </a:moveTo>
                  <a:cubicBezTo>
                    <a:pt x="35" y="0"/>
                    <a:pt x="1" y="23"/>
                    <a:pt x="1" y="72"/>
                  </a:cubicBezTo>
                  <a:cubicBezTo>
                    <a:pt x="1" y="106"/>
                    <a:pt x="35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23"/>
                    <a:pt x="106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35"/>
            <p:cNvSpPr/>
            <p:nvPr/>
          </p:nvSpPr>
          <p:spPr>
            <a:xfrm>
              <a:off x="3545059" y="3872737"/>
              <a:ext cx="42416" cy="42218"/>
            </a:xfrm>
            <a:custGeom>
              <a:avLst/>
              <a:gdLst/>
              <a:ahLst/>
              <a:cxnLst/>
              <a:rect l="l" t="t" r="r" b="b"/>
              <a:pathLst>
                <a:path w="215" h="214" extrusionOk="0">
                  <a:moveTo>
                    <a:pt x="106" y="0"/>
                  </a:moveTo>
                  <a:cubicBezTo>
                    <a:pt x="46" y="0"/>
                    <a:pt x="1" y="48"/>
                    <a:pt x="1" y="105"/>
                  </a:cubicBezTo>
                  <a:cubicBezTo>
                    <a:pt x="1" y="165"/>
                    <a:pt x="46" y="213"/>
                    <a:pt x="106" y="213"/>
                  </a:cubicBezTo>
                  <a:cubicBezTo>
                    <a:pt x="166" y="213"/>
                    <a:pt x="214" y="165"/>
                    <a:pt x="214" y="105"/>
                  </a:cubicBezTo>
                  <a:cubicBezTo>
                    <a:pt x="214" y="48"/>
                    <a:pt x="166" y="0"/>
                    <a:pt x="106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35"/>
            <p:cNvSpPr/>
            <p:nvPr/>
          </p:nvSpPr>
          <p:spPr>
            <a:xfrm>
              <a:off x="3481730" y="3409507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71" y="1"/>
                  </a:moveTo>
                  <a:cubicBezTo>
                    <a:pt x="37" y="1"/>
                    <a:pt x="0" y="35"/>
                    <a:pt x="0" y="72"/>
                  </a:cubicBezTo>
                  <a:cubicBezTo>
                    <a:pt x="0" y="106"/>
                    <a:pt x="37" y="132"/>
                    <a:pt x="71" y="132"/>
                  </a:cubicBezTo>
                  <a:cubicBezTo>
                    <a:pt x="108" y="132"/>
                    <a:pt x="131" y="106"/>
                    <a:pt x="131" y="72"/>
                  </a:cubicBezTo>
                  <a:cubicBezTo>
                    <a:pt x="131" y="35"/>
                    <a:pt x="108" y="1"/>
                    <a:pt x="7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35"/>
            <p:cNvSpPr/>
            <p:nvPr/>
          </p:nvSpPr>
          <p:spPr>
            <a:xfrm>
              <a:off x="3215194" y="3442060"/>
              <a:ext cx="30382" cy="30579"/>
            </a:xfrm>
            <a:custGeom>
              <a:avLst/>
              <a:gdLst/>
              <a:ahLst/>
              <a:cxnLst/>
              <a:rect l="l" t="t" r="r" b="b"/>
              <a:pathLst>
                <a:path w="154" h="155" extrusionOk="0">
                  <a:moveTo>
                    <a:pt x="71" y="1"/>
                  </a:moveTo>
                  <a:cubicBezTo>
                    <a:pt x="37" y="1"/>
                    <a:pt x="0" y="38"/>
                    <a:pt x="0" y="72"/>
                  </a:cubicBezTo>
                  <a:cubicBezTo>
                    <a:pt x="0" y="120"/>
                    <a:pt x="37" y="155"/>
                    <a:pt x="71" y="155"/>
                  </a:cubicBezTo>
                  <a:cubicBezTo>
                    <a:pt x="120" y="155"/>
                    <a:pt x="154" y="120"/>
                    <a:pt x="154" y="72"/>
                  </a:cubicBezTo>
                  <a:cubicBezTo>
                    <a:pt x="154" y="38"/>
                    <a:pt x="120" y="1"/>
                    <a:pt x="7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35"/>
            <p:cNvSpPr/>
            <p:nvPr/>
          </p:nvSpPr>
          <p:spPr>
            <a:xfrm>
              <a:off x="3481730" y="3589827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71" y="0"/>
                  </a:moveTo>
                  <a:cubicBezTo>
                    <a:pt x="37" y="0"/>
                    <a:pt x="0" y="34"/>
                    <a:pt x="0" y="71"/>
                  </a:cubicBezTo>
                  <a:cubicBezTo>
                    <a:pt x="0" y="105"/>
                    <a:pt x="37" y="131"/>
                    <a:pt x="71" y="131"/>
                  </a:cubicBezTo>
                  <a:cubicBezTo>
                    <a:pt x="108" y="131"/>
                    <a:pt x="131" y="105"/>
                    <a:pt x="131" y="71"/>
                  </a:cubicBezTo>
                  <a:cubicBezTo>
                    <a:pt x="131" y="34"/>
                    <a:pt x="108" y="0"/>
                    <a:pt x="71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35"/>
            <p:cNvSpPr/>
            <p:nvPr/>
          </p:nvSpPr>
          <p:spPr>
            <a:xfrm>
              <a:off x="3004689" y="3654932"/>
              <a:ext cx="58593" cy="61355"/>
            </a:xfrm>
            <a:custGeom>
              <a:avLst/>
              <a:gdLst/>
              <a:ahLst/>
              <a:cxnLst/>
              <a:rect l="l" t="t" r="r" b="b"/>
              <a:pathLst>
                <a:path w="297" h="311" extrusionOk="0">
                  <a:moveTo>
                    <a:pt x="142" y="0"/>
                  </a:moveTo>
                  <a:cubicBezTo>
                    <a:pt x="60" y="0"/>
                    <a:pt x="0" y="71"/>
                    <a:pt x="0" y="157"/>
                  </a:cubicBezTo>
                  <a:cubicBezTo>
                    <a:pt x="0" y="239"/>
                    <a:pt x="60" y="310"/>
                    <a:pt x="142" y="310"/>
                  </a:cubicBezTo>
                  <a:cubicBezTo>
                    <a:pt x="225" y="310"/>
                    <a:pt x="296" y="239"/>
                    <a:pt x="296" y="157"/>
                  </a:cubicBezTo>
                  <a:cubicBezTo>
                    <a:pt x="296" y="71"/>
                    <a:pt x="225" y="0"/>
                    <a:pt x="14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5"/>
            <p:cNvSpPr/>
            <p:nvPr/>
          </p:nvSpPr>
          <p:spPr>
            <a:xfrm>
              <a:off x="3004689" y="3456264"/>
              <a:ext cx="35511" cy="35511"/>
            </a:xfrm>
            <a:custGeom>
              <a:avLst/>
              <a:gdLst/>
              <a:ahLst/>
              <a:cxnLst/>
              <a:rect l="l" t="t" r="r" b="b"/>
              <a:pathLst>
                <a:path w="180" h="180" extrusionOk="0">
                  <a:moveTo>
                    <a:pt x="83" y="0"/>
                  </a:moveTo>
                  <a:cubicBezTo>
                    <a:pt x="37" y="0"/>
                    <a:pt x="0" y="48"/>
                    <a:pt x="0" y="97"/>
                  </a:cubicBezTo>
                  <a:cubicBezTo>
                    <a:pt x="0" y="142"/>
                    <a:pt x="37" y="179"/>
                    <a:pt x="83" y="179"/>
                  </a:cubicBezTo>
                  <a:cubicBezTo>
                    <a:pt x="131" y="179"/>
                    <a:pt x="179" y="142"/>
                    <a:pt x="179" y="97"/>
                  </a:cubicBezTo>
                  <a:cubicBezTo>
                    <a:pt x="179" y="48"/>
                    <a:pt x="131" y="0"/>
                    <a:pt x="83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5"/>
            <p:cNvSpPr/>
            <p:nvPr/>
          </p:nvSpPr>
          <p:spPr>
            <a:xfrm>
              <a:off x="3119115" y="3893452"/>
              <a:ext cx="35511" cy="35511"/>
            </a:xfrm>
            <a:custGeom>
              <a:avLst/>
              <a:gdLst/>
              <a:ahLst/>
              <a:cxnLst/>
              <a:rect l="l" t="t" r="r" b="b"/>
              <a:pathLst>
                <a:path w="180" h="180" extrusionOk="0">
                  <a:moveTo>
                    <a:pt x="97" y="0"/>
                  </a:moveTo>
                  <a:cubicBezTo>
                    <a:pt x="49" y="0"/>
                    <a:pt x="1" y="37"/>
                    <a:pt x="1" y="86"/>
                  </a:cubicBezTo>
                  <a:cubicBezTo>
                    <a:pt x="1" y="143"/>
                    <a:pt x="49" y="180"/>
                    <a:pt x="97" y="180"/>
                  </a:cubicBezTo>
                  <a:cubicBezTo>
                    <a:pt x="143" y="180"/>
                    <a:pt x="180" y="143"/>
                    <a:pt x="180" y="86"/>
                  </a:cubicBezTo>
                  <a:cubicBezTo>
                    <a:pt x="180" y="37"/>
                    <a:pt x="143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5"/>
            <p:cNvSpPr/>
            <p:nvPr/>
          </p:nvSpPr>
          <p:spPr>
            <a:xfrm>
              <a:off x="3357636" y="3984795"/>
              <a:ext cx="35511" cy="37878"/>
            </a:xfrm>
            <a:custGeom>
              <a:avLst/>
              <a:gdLst/>
              <a:ahLst/>
              <a:cxnLst/>
              <a:rect l="l" t="t" r="r" b="b"/>
              <a:pathLst>
                <a:path w="180" h="192" extrusionOk="0">
                  <a:moveTo>
                    <a:pt x="86" y="1"/>
                  </a:moveTo>
                  <a:cubicBezTo>
                    <a:pt x="38" y="1"/>
                    <a:pt x="1" y="49"/>
                    <a:pt x="1" y="95"/>
                  </a:cubicBezTo>
                  <a:cubicBezTo>
                    <a:pt x="1" y="143"/>
                    <a:pt x="38" y="192"/>
                    <a:pt x="86" y="192"/>
                  </a:cubicBezTo>
                  <a:cubicBezTo>
                    <a:pt x="131" y="192"/>
                    <a:pt x="180" y="143"/>
                    <a:pt x="180" y="95"/>
                  </a:cubicBezTo>
                  <a:cubicBezTo>
                    <a:pt x="180" y="49"/>
                    <a:pt x="131" y="1"/>
                    <a:pt x="86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3" name="Google Shape;1043;p35"/>
          <p:cNvGrpSpPr/>
          <p:nvPr/>
        </p:nvGrpSpPr>
        <p:grpSpPr>
          <a:xfrm rot="10800000">
            <a:off x="4572002" y="4000712"/>
            <a:ext cx="851689" cy="870231"/>
            <a:chOff x="8666383" y="2375725"/>
            <a:chExt cx="851689" cy="870231"/>
          </a:xfrm>
        </p:grpSpPr>
        <p:sp>
          <p:nvSpPr>
            <p:cNvPr id="1044" name="Google Shape;1044;p35"/>
            <p:cNvSpPr/>
            <p:nvPr/>
          </p:nvSpPr>
          <p:spPr>
            <a:xfrm>
              <a:off x="9482364" y="2621544"/>
              <a:ext cx="35708" cy="37286"/>
            </a:xfrm>
            <a:custGeom>
              <a:avLst/>
              <a:gdLst/>
              <a:ahLst/>
              <a:cxnLst/>
              <a:rect l="l" t="t" r="r" b="b"/>
              <a:pathLst>
                <a:path w="181" h="189" extrusionOk="0">
                  <a:moveTo>
                    <a:pt x="98" y="1"/>
                  </a:moveTo>
                  <a:cubicBezTo>
                    <a:pt x="38" y="1"/>
                    <a:pt x="1" y="46"/>
                    <a:pt x="1" y="95"/>
                  </a:cubicBezTo>
                  <a:cubicBezTo>
                    <a:pt x="1" y="143"/>
                    <a:pt x="38" y="189"/>
                    <a:pt x="98" y="189"/>
                  </a:cubicBezTo>
                  <a:cubicBezTo>
                    <a:pt x="143" y="189"/>
                    <a:pt x="180" y="143"/>
                    <a:pt x="180" y="95"/>
                  </a:cubicBezTo>
                  <a:cubicBezTo>
                    <a:pt x="180" y="46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5"/>
            <p:cNvSpPr/>
            <p:nvPr/>
          </p:nvSpPr>
          <p:spPr>
            <a:xfrm>
              <a:off x="9110872" y="2649559"/>
              <a:ext cx="68062" cy="68260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7" y="1"/>
                  </a:moveTo>
                  <a:cubicBezTo>
                    <a:pt x="83" y="1"/>
                    <a:pt x="1" y="72"/>
                    <a:pt x="1" y="166"/>
                  </a:cubicBezTo>
                  <a:cubicBezTo>
                    <a:pt x="1" y="260"/>
                    <a:pt x="83" y="345"/>
                    <a:pt x="177" y="345"/>
                  </a:cubicBezTo>
                  <a:cubicBezTo>
                    <a:pt x="274" y="345"/>
                    <a:pt x="345" y="260"/>
                    <a:pt x="345" y="166"/>
                  </a:cubicBezTo>
                  <a:cubicBezTo>
                    <a:pt x="345" y="72"/>
                    <a:pt x="274" y="1"/>
                    <a:pt x="177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35"/>
            <p:cNvSpPr/>
            <p:nvPr/>
          </p:nvSpPr>
          <p:spPr>
            <a:xfrm>
              <a:off x="9365767" y="2838757"/>
              <a:ext cx="44389" cy="42416"/>
            </a:xfrm>
            <a:custGeom>
              <a:avLst/>
              <a:gdLst/>
              <a:ahLst/>
              <a:cxnLst/>
              <a:rect l="l" t="t" r="r" b="b"/>
              <a:pathLst>
                <a:path w="225" h="215" extrusionOk="0">
                  <a:moveTo>
                    <a:pt x="120" y="1"/>
                  </a:moveTo>
                  <a:cubicBezTo>
                    <a:pt x="49" y="1"/>
                    <a:pt x="0" y="49"/>
                    <a:pt x="0" y="109"/>
                  </a:cubicBezTo>
                  <a:cubicBezTo>
                    <a:pt x="0" y="169"/>
                    <a:pt x="49" y="214"/>
                    <a:pt x="120" y="214"/>
                  </a:cubicBezTo>
                  <a:cubicBezTo>
                    <a:pt x="179" y="214"/>
                    <a:pt x="225" y="169"/>
                    <a:pt x="225" y="109"/>
                  </a:cubicBezTo>
                  <a:cubicBezTo>
                    <a:pt x="225" y="49"/>
                    <a:pt x="179" y="1"/>
                    <a:pt x="12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35"/>
            <p:cNvSpPr/>
            <p:nvPr/>
          </p:nvSpPr>
          <p:spPr>
            <a:xfrm>
              <a:off x="9305002" y="2375725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35"/>
            <p:cNvSpPr/>
            <p:nvPr/>
          </p:nvSpPr>
          <p:spPr>
            <a:xfrm>
              <a:off x="9052474" y="2495281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06"/>
                    <a:pt x="35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35"/>
            <p:cNvSpPr/>
            <p:nvPr/>
          </p:nvSpPr>
          <p:spPr>
            <a:xfrm>
              <a:off x="9305002" y="2555848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35"/>
            <p:cNvSpPr/>
            <p:nvPr/>
          </p:nvSpPr>
          <p:spPr>
            <a:xfrm>
              <a:off x="8825791" y="2621544"/>
              <a:ext cx="60763" cy="60763"/>
            </a:xfrm>
            <a:custGeom>
              <a:avLst/>
              <a:gdLst/>
              <a:ahLst/>
              <a:cxnLst/>
              <a:rect l="l" t="t" r="r" b="b"/>
              <a:pathLst>
                <a:path w="308" h="308" extrusionOk="0">
                  <a:moveTo>
                    <a:pt x="154" y="1"/>
                  </a:moveTo>
                  <a:cubicBezTo>
                    <a:pt x="72" y="1"/>
                    <a:pt x="0" y="72"/>
                    <a:pt x="0" y="154"/>
                  </a:cubicBezTo>
                  <a:cubicBezTo>
                    <a:pt x="0" y="237"/>
                    <a:pt x="72" y="308"/>
                    <a:pt x="154" y="308"/>
                  </a:cubicBezTo>
                  <a:cubicBezTo>
                    <a:pt x="237" y="308"/>
                    <a:pt x="308" y="237"/>
                    <a:pt x="308" y="154"/>
                  </a:cubicBezTo>
                  <a:cubicBezTo>
                    <a:pt x="308" y="72"/>
                    <a:pt x="237" y="1"/>
                    <a:pt x="15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5"/>
            <p:cNvSpPr/>
            <p:nvPr/>
          </p:nvSpPr>
          <p:spPr>
            <a:xfrm>
              <a:off x="8687690" y="2951013"/>
              <a:ext cx="34919" cy="35511"/>
            </a:xfrm>
            <a:custGeom>
              <a:avLst/>
              <a:gdLst/>
              <a:ahLst/>
              <a:cxnLst/>
              <a:rect l="l" t="t" r="r" b="b"/>
              <a:pathLst>
                <a:path w="177" h="180" extrusionOk="0">
                  <a:moveTo>
                    <a:pt x="94" y="1"/>
                  </a:moveTo>
                  <a:cubicBezTo>
                    <a:pt x="35" y="1"/>
                    <a:pt x="1" y="49"/>
                    <a:pt x="1" y="97"/>
                  </a:cubicBezTo>
                  <a:cubicBezTo>
                    <a:pt x="1" y="143"/>
                    <a:pt x="35" y="180"/>
                    <a:pt x="94" y="180"/>
                  </a:cubicBezTo>
                  <a:cubicBezTo>
                    <a:pt x="143" y="180"/>
                    <a:pt x="177" y="143"/>
                    <a:pt x="177" y="97"/>
                  </a:cubicBezTo>
                  <a:cubicBezTo>
                    <a:pt x="177" y="49"/>
                    <a:pt x="143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35"/>
            <p:cNvSpPr/>
            <p:nvPr/>
          </p:nvSpPr>
          <p:spPr>
            <a:xfrm>
              <a:off x="8942585" y="2860064"/>
              <a:ext cx="34919" cy="35116"/>
            </a:xfrm>
            <a:custGeom>
              <a:avLst/>
              <a:gdLst/>
              <a:ahLst/>
              <a:cxnLst/>
              <a:rect l="l" t="t" r="r" b="b"/>
              <a:pathLst>
                <a:path w="177" h="178" extrusionOk="0">
                  <a:moveTo>
                    <a:pt x="83" y="1"/>
                  </a:moveTo>
                  <a:cubicBezTo>
                    <a:pt x="34" y="1"/>
                    <a:pt x="0" y="35"/>
                    <a:pt x="0" y="83"/>
                  </a:cubicBezTo>
                  <a:cubicBezTo>
                    <a:pt x="0" y="143"/>
                    <a:pt x="34" y="177"/>
                    <a:pt x="83" y="177"/>
                  </a:cubicBezTo>
                  <a:cubicBezTo>
                    <a:pt x="131" y="177"/>
                    <a:pt x="177" y="143"/>
                    <a:pt x="177" y="83"/>
                  </a:cubicBezTo>
                  <a:cubicBezTo>
                    <a:pt x="177" y="35"/>
                    <a:pt x="131" y="1"/>
                    <a:pt x="8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35"/>
            <p:cNvSpPr/>
            <p:nvPr/>
          </p:nvSpPr>
          <p:spPr>
            <a:xfrm>
              <a:off x="8666383" y="3189533"/>
              <a:ext cx="56226" cy="56423"/>
            </a:xfrm>
            <a:custGeom>
              <a:avLst/>
              <a:gdLst/>
              <a:ahLst/>
              <a:cxnLst/>
              <a:rect l="l" t="t" r="r" b="b"/>
              <a:pathLst>
                <a:path w="285" h="28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26"/>
                    <a:pt x="72" y="285"/>
                    <a:pt x="143" y="285"/>
                  </a:cubicBezTo>
                  <a:cubicBezTo>
                    <a:pt x="225" y="285"/>
                    <a:pt x="285" y="226"/>
                    <a:pt x="285" y="143"/>
                  </a:cubicBezTo>
                  <a:cubicBezTo>
                    <a:pt x="285" y="72"/>
                    <a:pt x="225" y="1"/>
                    <a:pt x="14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4" name="Google Shape;1054;p35"/>
          <p:cNvGrpSpPr/>
          <p:nvPr/>
        </p:nvGrpSpPr>
        <p:grpSpPr>
          <a:xfrm rot="412627">
            <a:off x="964509" y="736505"/>
            <a:ext cx="361399" cy="779328"/>
            <a:chOff x="5124000" y="2908109"/>
            <a:chExt cx="102327" cy="220673"/>
          </a:xfrm>
        </p:grpSpPr>
        <p:sp>
          <p:nvSpPr>
            <p:cNvPr id="1055" name="Google Shape;1055;p35"/>
            <p:cNvSpPr/>
            <p:nvPr/>
          </p:nvSpPr>
          <p:spPr>
            <a:xfrm>
              <a:off x="5124922" y="3118847"/>
              <a:ext cx="101404" cy="9935"/>
            </a:xfrm>
            <a:custGeom>
              <a:avLst/>
              <a:gdLst/>
              <a:ahLst/>
              <a:cxnLst/>
              <a:rect l="l" t="t" r="r" b="b"/>
              <a:pathLst>
                <a:path w="2419" h="237" extrusionOk="0">
                  <a:moveTo>
                    <a:pt x="1210" y="1"/>
                  </a:moveTo>
                  <a:cubicBezTo>
                    <a:pt x="547" y="1"/>
                    <a:pt x="1" y="46"/>
                    <a:pt x="1" y="117"/>
                  </a:cubicBezTo>
                  <a:cubicBezTo>
                    <a:pt x="1" y="177"/>
                    <a:pt x="547" y="237"/>
                    <a:pt x="1210" y="237"/>
                  </a:cubicBezTo>
                  <a:cubicBezTo>
                    <a:pt x="1873" y="237"/>
                    <a:pt x="2419" y="177"/>
                    <a:pt x="2419" y="117"/>
                  </a:cubicBezTo>
                  <a:cubicBezTo>
                    <a:pt x="2419" y="46"/>
                    <a:pt x="1873" y="1"/>
                    <a:pt x="1210" y="1"/>
                  </a:cubicBezTo>
                  <a:close/>
                </a:path>
              </a:pathLst>
            </a:custGeom>
            <a:solidFill>
              <a:srgbClr val="393F6B">
                <a:alpha val="300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35"/>
            <p:cNvSpPr/>
            <p:nvPr/>
          </p:nvSpPr>
          <p:spPr>
            <a:xfrm>
              <a:off x="5132929" y="2908109"/>
              <a:ext cx="81492" cy="9935"/>
            </a:xfrm>
            <a:custGeom>
              <a:avLst/>
              <a:gdLst/>
              <a:ahLst/>
              <a:cxnLst/>
              <a:rect l="l" t="t" r="r" b="b"/>
              <a:pathLst>
                <a:path w="1944" h="237" extrusionOk="0">
                  <a:moveTo>
                    <a:pt x="72" y="1"/>
                  </a:moveTo>
                  <a:lnTo>
                    <a:pt x="0" y="237"/>
                  </a:lnTo>
                  <a:lnTo>
                    <a:pt x="1943" y="237"/>
                  </a:lnTo>
                  <a:lnTo>
                    <a:pt x="1861" y="1"/>
                  </a:ln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35"/>
            <p:cNvSpPr/>
            <p:nvPr/>
          </p:nvSpPr>
          <p:spPr>
            <a:xfrm>
              <a:off x="5131378" y="2921020"/>
              <a:ext cx="86020" cy="191449"/>
            </a:xfrm>
            <a:custGeom>
              <a:avLst/>
              <a:gdLst/>
              <a:ahLst/>
              <a:cxnLst/>
              <a:rect l="l" t="t" r="r" b="b"/>
              <a:pathLst>
                <a:path w="2052" h="4567" extrusionOk="0">
                  <a:moveTo>
                    <a:pt x="0" y="0"/>
                  </a:moveTo>
                  <a:lnTo>
                    <a:pt x="439" y="1875"/>
                  </a:lnTo>
                  <a:cubicBezTo>
                    <a:pt x="464" y="1969"/>
                    <a:pt x="547" y="2051"/>
                    <a:pt x="652" y="2051"/>
                  </a:cubicBezTo>
                  <a:cubicBezTo>
                    <a:pt x="783" y="2051"/>
                    <a:pt x="877" y="2148"/>
                    <a:pt x="877" y="2276"/>
                  </a:cubicBezTo>
                  <a:lnTo>
                    <a:pt x="877" y="2290"/>
                  </a:lnTo>
                  <a:cubicBezTo>
                    <a:pt x="877" y="2407"/>
                    <a:pt x="783" y="2515"/>
                    <a:pt x="652" y="2515"/>
                  </a:cubicBezTo>
                  <a:cubicBezTo>
                    <a:pt x="547" y="2515"/>
                    <a:pt x="464" y="2586"/>
                    <a:pt x="439" y="2691"/>
                  </a:cubicBezTo>
                  <a:lnTo>
                    <a:pt x="0" y="4566"/>
                  </a:lnTo>
                  <a:lnTo>
                    <a:pt x="2052" y="4566"/>
                  </a:lnTo>
                  <a:lnTo>
                    <a:pt x="1613" y="2691"/>
                  </a:lnTo>
                  <a:cubicBezTo>
                    <a:pt x="1588" y="2586"/>
                    <a:pt x="1505" y="2515"/>
                    <a:pt x="1400" y="2515"/>
                  </a:cubicBezTo>
                  <a:cubicBezTo>
                    <a:pt x="1269" y="2515"/>
                    <a:pt x="1175" y="2407"/>
                    <a:pt x="1175" y="2290"/>
                  </a:cubicBezTo>
                  <a:lnTo>
                    <a:pt x="1175" y="2276"/>
                  </a:lnTo>
                  <a:cubicBezTo>
                    <a:pt x="1175" y="2148"/>
                    <a:pt x="1269" y="2051"/>
                    <a:pt x="1400" y="2051"/>
                  </a:cubicBezTo>
                  <a:cubicBezTo>
                    <a:pt x="1505" y="2051"/>
                    <a:pt x="1588" y="1969"/>
                    <a:pt x="1613" y="1875"/>
                  </a:cubicBezTo>
                  <a:lnTo>
                    <a:pt x="2052" y="0"/>
                  </a:ln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35"/>
            <p:cNvSpPr/>
            <p:nvPr/>
          </p:nvSpPr>
          <p:spPr>
            <a:xfrm>
              <a:off x="5141271" y="2928986"/>
              <a:ext cx="66234" cy="79606"/>
            </a:xfrm>
            <a:custGeom>
              <a:avLst/>
              <a:gdLst/>
              <a:ahLst/>
              <a:cxnLst/>
              <a:rect l="l" t="t" r="r" b="b"/>
              <a:pathLst>
                <a:path w="1580" h="1899" extrusionOk="0">
                  <a:moveTo>
                    <a:pt x="1" y="1"/>
                  </a:moveTo>
                  <a:lnTo>
                    <a:pt x="382" y="1637"/>
                  </a:lnTo>
                  <a:cubicBezTo>
                    <a:pt x="382" y="1659"/>
                    <a:pt x="405" y="1674"/>
                    <a:pt x="416" y="1674"/>
                  </a:cubicBezTo>
                  <a:cubicBezTo>
                    <a:pt x="584" y="1674"/>
                    <a:pt x="726" y="1756"/>
                    <a:pt x="783" y="1898"/>
                  </a:cubicBezTo>
                  <a:cubicBezTo>
                    <a:pt x="854" y="1756"/>
                    <a:pt x="996" y="1674"/>
                    <a:pt x="1164" y="1674"/>
                  </a:cubicBezTo>
                  <a:cubicBezTo>
                    <a:pt x="1176" y="1674"/>
                    <a:pt x="1187" y="1659"/>
                    <a:pt x="1198" y="1637"/>
                  </a:cubicBezTo>
                  <a:lnTo>
                    <a:pt x="1579" y="1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5"/>
            <p:cNvSpPr/>
            <p:nvPr/>
          </p:nvSpPr>
          <p:spPr>
            <a:xfrm>
              <a:off x="5153806" y="2981722"/>
              <a:ext cx="41165" cy="26871"/>
            </a:xfrm>
            <a:custGeom>
              <a:avLst/>
              <a:gdLst/>
              <a:ahLst/>
              <a:cxnLst/>
              <a:rect l="l" t="t" r="r" b="b"/>
              <a:pathLst>
                <a:path w="982" h="641" extrusionOk="0">
                  <a:moveTo>
                    <a:pt x="0" y="0"/>
                  </a:moveTo>
                  <a:lnTo>
                    <a:pt x="83" y="379"/>
                  </a:lnTo>
                  <a:cubicBezTo>
                    <a:pt x="83" y="401"/>
                    <a:pt x="106" y="416"/>
                    <a:pt x="117" y="416"/>
                  </a:cubicBezTo>
                  <a:cubicBezTo>
                    <a:pt x="285" y="416"/>
                    <a:pt x="427" y="498"/>
                    <a:pt x="484" y="640"/>
                  </a:cubicBezTo>
                  <a:cubicBezTo>
                    <a:pt x="555" y="498"/>
                    <a:pt x="697" y="416"/>
                    <a:pt x="865" y="416"/>
                  </a:cubicBezTo>
                  <a:cubicBezTo>
                    <a:pt x="877" y="416"/>
                    <a:pt x="888" y="401"/>
                    <a:pt x="899" y="379"/>
                  </a:cubicBezTo>
                  <a:lnTo>
                    <a:pt x="982" y="0"/>
                  </a:lnTo>
                  <a:close/>
                </a:path>
              </a:pathLst>
            </a:custGeom>
            <a:solidFill>
              <a:srgbClr val="FF71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5"/>
            <p:cNvSpPr/>
            <p:nvPr/>
          </p:nvSpPr>
          <p:spPr>
            <a:xfrm>
              <a:off x="5141271" y="3024859"/>
              <a:ext cx="66234" cy="79606"/>
            </a:xfrm>
            <a:custGeom>
              <a:avLst/>
              <a:gdLst/>
              <a:ahLst/>
              <a:cxnLst/>
              <a:rect l="l" t="t" r="r" b="b"/>
              <a:pathLst>
                <a:path w="1580" h="1899" extrusionOk="0">
                  <a:moveTo>
                    <a:pt x="783" y="1"/>
                  </a:moveTo>
                  <a:cubicBezTo>
                    <a:pt x="726" y="132"/>
                    <a:pt x="584" y="226"/>
                    <a:pt x="416" y="226"/>
                  </a:cubicBezTo>
                  <a:cubicBezTo>
                    <a:pt x="405" y="226"/>
                    <a:pt x="382" y="240"/>
                    <a:pt x="382" y="251"/>
                  </a:cubicBezTo>
                  <a:lnTo>
                    <a:pt x="1" y="1899"/>
                  </a:lnTo>
                  <a:lnTo>
                    <a:pt x="1579" y="1899"/>
                  </a:lnTo>
                  <a:lnTo>
                    <a:pt x="1198" y="251"/>
                  </a:lnTo>
                  <a:cubicBezTo>
                    <a:pt x="1187" y="240"/>
                    <a:pt x="1176" y="226"/>
                    <a:pt x="1164" y="226"/>
                  </a:cubicBezTo>
                  <a:cubicBezTo>
                    <a:pt x="996" y="226"/>
                    <a:pt x="854" y="132"/>
                    <a:pt x="783" y="1"/>
                  </a:cubicBez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5"/>
            <p:cNvSpPr/>
            <p:nvPr/>
          </p:nvSpPr>
          <p:spPr>
            <a:xfrm>
              <a:off x="5141271" y="3071140"/>
              <a:ext cx="66234" cy="33326"/>
            </a:xfrm>
            <a:custGeom>
              <a:avLst/>
              <a:gdLst/>
              <a:ahLst/>
              <a:cxnLst/>
              <a:rect l="l" t="t" r="r" b="b"/>
              <a:pathLst>
                <a:path w="1580" h="795" extrusionOk="0">
                  <a:moveTo>
                    <a:pt x="191" y="1"/>
                  </a:moveTo>
                  <a:lnTo>
                    <a:pt x="1" y="795"/>
                  </a:lnTo>
                  <a:lnTo>
                    <a:pt x="1579" y="795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rgbClr val="FF71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5"/>
            <p:cNvSpPr/>
            <p:nvPr/>
          </p:nvSpPr>
          <p:spPr>
            <a:xfrm>
              <a:off x="5124000" y="2916116"/>
              <a:ext cx="98889" cy="14462"/>
            </a:xfrm>
            <a:custGeom>
              <a:avLst/>
              <a:gdLst/>
              <a:ahLst/>
              <a:cxnLst/>
              <a:rect l="l" t="t" r="r" b="b"/>
              <a:pathLst>
                <a:path w="2359" h="345" extrusionOk="0">
                  <a:moveTo>
                    <a:pt x="176" y="0"/>
                  </a:moveTo>
                  <a:cubicBezTo>
                    <a:pt x="83" y="0"/>
                    <a:pt x="0" y="83"/>
                    <a:pt x="0" y="177"/>
                  </a:cubicBezTo>
                  <a:cubicBezTo>
                    <a:pt x="0" y="274"/>
                    <a:pt x="83" y="345"/>
                    <a:pt x="176" y="345"/>
                  </a:cubicBezTo>
                  <a:lnTo>
                    <a:pt x="2191" y="345"/>
                  </a:lnTo>
                  <a:cubicBezTo>
                    <a:pt x="2287" y="345"/>
                    <a:pt x="2358" y="274"/>
                    <a:pt x="2358" y="177"/>
                  </a:cubicBezTo>
                  <a:cubicBezTo>
                    <a:pt x="2358" y="83"/>
                    <a:pt x="2287" y="0"/>
                    <a:pt x="2191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5"/>
            <p:cNvSpPr/>
            <p:nvPr/>
          </p:nvSpPr>
          <p:spPr>
            <a:xfrm>
              <a:off x="5132929" y="3113355"/>
              <a:ext cx="81492" cy="10438"/>
            </a:xfrm>
            <a:custGeom>
              <a:avLst/>
              <a:gdLst/>
              <a:ahLst/>
              <a:cxnLst/>
              <a:rect l="l" t="t" r="r" b="b"/>
              <a:pathLst>
                <a:path w="1944" h="249" extrusionOk="0">
                  <a:moveTo>
                    <a:pt x="0" y="1"/>
                  </a:moveTo>
                  <a:lnTo>
                    <a:pt x="72" y="248"/>
                  </a:lnTo>
                  <a:lnTo>
                    <a:pt x="1861" y="248"/>
                  </a:lnTo>
                  <a:lnTo>
                    <a:pt x="1943" y="1"/>
                  </a:ln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5"/>
            <p:cNvSpPr/>
            <p:nvPr/>
          </p:nvSpPr>
          <p:spPr>
            <a:xfrm>
              <a:off x="5124000" y="3100988"/>
              <a:ext cx="98889" cy="14462"/>
            </a:xfrm>
            <a:custGeom>
              <a:avLst/>
              <a:gdLst/>
              <a:ahLst/>
              <a:cxnLst/>
              <a:rect l="l" t="t" r="r" b="b"/>
              <a:pathLst>
                <a:path w="2359" h="345" extrusionOk="0">
                  <a:moveTo>
                    <a:pt x="176" y="0"/>
                  </a:moveTo>
                  <a:cubicBezTo>
                    <a:pt x="83" y="0"/>
                    <a:pt x="0" y="71"/>
                    <a:pt x="0" y="165"/>
                  </a:cubicBezTo>
                  <a:cubicBezTo>
                    <a:pt x="0" y="259"/>
                    <a:pt x="83" y="344"/>
                    <a:pt x="176" y="344"/>
                  </a:cubicBezTo>
                  <a:lnTo>
                    <a:pt x="2191" y="344"/>
                  </a:lnTo>
                  <a:cubicBezTo>
                    <a:pt x="2287" y="344"/>
                    <a:pt x="2358" y="259"/>
                    <a:pt x="2358" y="165"/>
                  </a:cubicBezTo>
                  <a:cubicBezTo>
                    <a:pt x="2358" y="71"/>
                    <a:pt x="2287" y="0"/>
                    <a:pt x="2191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35"/>
            <p:cNvSpPr/>
            <p:nvPr/>
          </p:nvSpPr>
          <p:spPr>
            <a:xfrm>
              <a:off x="5124461" y="2921020"/>
              <a:ext cx="13876" cy="188933"/>
            </a:xfrm>
            <a:custGeom>
              <a:avLst/>
              <a:gdLst/>
              <a:ahLst/>
              <a:cxnLst/>
              <a:rect l="l" t="t" r="r" b="b"/>
              <a:pathLst>
                <a:path w="331" h="4507" extrusionOk="0">
                  <a:moveTo>
                    <a:pt x="94" y="0"/>
                  </a:moveTo>
                  <a:lnTo>
                    <a:pt x="94" y="1127"/>
                  </a:lnTo>
                  <a:lnTo>
                    <a:pt x="94" y="1411"/>
                  </a:lnTo>
                  <a:lnTo>
                    <a:pt x="94" y="1542"/>
                  </a:lnTo>
                  <a:cubicBezTo>
                    <a:pt x="94" y="1590"/>
                    <a:pt x="94" y="1636"/>
                    <a:pt x="106" y="1684"/>
                  </a:cubicBezTo>
                  <a:cubicBezTo>
                    <a:pt x="117" y="1778"/>
                    <a:pt x="143" y="1875"/>
                    <a:pt x="83" y="1969"/>
                  </a:cubicBezTo>
                  <a:cubicBezTo>
                    <a:pt x="46" y="2017"/>
                    <a:pt x="12" y="2063"/>
                    <a:pt x="12" y="2111"/>
                  </a:cubicBezTo>
                  <a:cubicBezTo>
                    <a:pt x="0" y="2159"/>
                    <a:pt x="12" y="2205"/>
                    <a:pt x="35" y="2253"/>
                  </a:cubicBezTo>
                  <a:cubicBezTo>
                    <a:pt x="60" y="2302"/>
                    <a:pt x="94" y="2347"/>
                    <a:pt x="106" y="2395"/>
                  </a:cubicBezTo>
                  <a:cubicBezTo>
                    <a:pt x="131" y="2444"/>
                    <a:pt x="131" y="2489"/>
                    <a:pt x="131" y="2538"/>
                  </a:cubicBezTo>
                  <a:cubicBezTo>
                    <a:pt x="117" y="2575"/>
                    <a:pt x="106" y="2620"/>
                    <a:pt x="94" y="2669"/>
                  </a:cubicBezTo>
                  <a:lnTo>
                    <a:pt x="94" y="2811"/>
                  </a:lnTo>
                  <a:lnTo>
                    <a:pt x="83" y="3380"/>
                  </a:lnTo>
                  <a:cubicBezTo>
                    <a:pt x="83" y="3747"/>
                    <a:pt x="83" y="4125"/>
                    <a:pt x="94" y="4506"/>
                  </a:cubicBezTo>
                  <a:lnTo>
                    <a:pt x="237" y="4506"/>
                  </a:lnTo>
                  <a:cubicBezTo>
                    <a:pt x="248" y="4125"/>
                    <a:pt x="248" y="3747"/>
                    <a:pt x="237" y="3380"/>
                  </a:cubicBezTo>
                  <a:lnTo>
                    <a:pt x="237" y="2811"/>
                  </a:lnTo>
                  <a:lnTo>
                    <a:pt x="237" y="2669"/>
                  </a:lnTo>
                  <a:cubicBezTo>
                    <a:pt x="225" y="2620"/>
                    <a:pt x="214" y="2575"/>
                    <a:pt x="202" y="2538"/>
                  </a:cubicBezTo>
                  <a:cubicBezTo>
                    <a:pt x="202" y="2489"/>
                    <a:pt x="202" y="2444"/>
                    <a:pt x="214" y="2395"/>
                  </a:cubicBezTo>
                  <a:cubicBezTo>
                    <a:pt x="237" y="2347"/>
                    <a:pt x="274" y="2302"/>
                    <a:pt x="296" y="2253"/>
                  </a:cubicBezTo>
                  <a:cubicBezTo>
                    <a:pt x="319" y="2205"/>
                    <a:pt x="330" y="2159"/>
                    <a:pt x="319" y="2111"/>
                  </a:cubicBezTo>
                  <a:cubicBezTo>
                    <a:pt x="319" y="2063"/>
                    <a:pt x="285" y="2017"/>
                    <a:pt x="248" y="1969"/>
                  </a:cubicBezTo>
                  <a:cubicBezTo>
                    <a:pt x="188" y="1875"/>
                    <a:pt x="214" y="1778"/>
                    <a:pt x="225" y="1684"/>
                  </a:cubicBezTo>
                  <a:cubicBezTo>
                    <a:pt x="237" y="1636"/>
                    <a:pt x="237" y="1590"/>
                    <a:pt x="237" y="1542"/>
                  </a:cubicBezTo>
                  <a:lnTo>
                    <a:pt x="237" y="1411"/>
                  </a:lnTo>
                  <a:lnTo>
                    <a:pt x="237" y="1127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35"/>
            <p:cNvSpPr/>
            <p:nvPr/>
          </p:nvSpPr>
          <p:spPr>
            <a:xfrm>
              <a:off x="5207464" y="2921020"/>
              <a:ext cx="13414" cy="188933"/>
            </a:xfrm>
            <a:custGeom>
              <a:avLst/>
              <a:gdLst/>
              <a:ahLst/>
              <a:cxnLst/>
              <a:rect l="l" t="t" r="r" b="b"/>
              <a:pathLst>
                <a:path w="320" h="4507" extrusionOk="0">
                  <a:moveTo>
                    <a:pt x="83" y="0"/>
                  </a:moveTo>
                  <a:lnTo>
                    <a:pt x="83" y="1127"/>
                  </a:lnTo>
                  <a:lnTo>
                    <a:pt x="83" y="1411"/>
                  </a:lnTo>
                  <a:lnTo>
                    <a:pt x="83" y="1542"/>
                  </a:lnTo>
                  <a:cubicBezTo>
                    <a:pt x="83" y="1590"/>
                    <a:pt x="83" y="1636"/>
                    <a:pt x="94" y="1684"/>
                  </a:cubicBezTo>
                  <a:cubicBezTo>
                    <a:pt x="106" y="1778"/>
                    <a:pt x="128" y="1875"/>
                    <a:pt x="72" y="1969"/>
                  </a:cubicBezTo>
                  <a:cubicBezTo>
                    <a:pt x="46" y="2017"/>
                    <a:pt x="12" y="2063"/>
                    <a:pt x="0" y="2111"/>
                  </a:cubicBezTo>
                  <a:cubicBezTo>
                    <a:pt x="0" y="2159"/>
                    <a:pt x="12" y="2205"/>
                    <a:pt x="35" y="2253"/>
                  </a:cubicBezTo>
                  <a:cubicBezTo>
                    <a:pt x="57" y="2302"/>
                    <a:pt x="94" y="2347"/>
                    <a:pt x="106" y="2395"/>
                  </a:cubicBezTo>
                  <a:cubicBezTo>
                    <a:pt x="117" y="2444"/>
                    <a:pt x="128" y="2489"/>
                    <a:pt x="117" y="2538"/>
                  </a:cubicBezTo>
                  <a:cubicBezTo>
                    <a:pt x="106" y="2575"/>
                    <a:pt x="94" y="2620"/>
                    <a:pt x="94" y="2669"/>
                  </a:cubicBezTo>
                  <a:cubicBezTo>
                    <a:pt x="83" y="2717"/>
                    <a:pt x="83" y="2762"/>
                    <a:pt x="83" y="2811"/>
                  </a:cubicBezTo>
                  <a:lnTo>
                    <a:pt x="83" y="3380"/>
                  </a:lnTo>
                  <a:lnTo>
                    <a:pt x="83" y="4506"/>
                  </a:lnTo>
                  <a:lnTo>
                    <a:pt x="225" y="4506"/>
                  </a:lnTo>
                  <a:cubicBezTo>
                    <a:pt x="237" y="4125"/>
                    <a:pt x="237" y="3747"/>
                    <a:pt x="237" y="3380"/>
                  </a:cubicBezTo>
                  <a:lnTo>
                    <a:pt x="225" y="2811"/>
                  </a:lnTo>
                  <a:cubicBezTo>
                    <a:pt x="225" y="2762"/>
                    <a:pt x="237" y="2717"/>
                    <a:pt x="225" y="2669"/>
                  </a:cubicBezTo>
                  <a:cubicBezTo>
                    <a:pt x="225" y="2620"/>
                    <a:pt x="200" y="2575"/>
                    <a:pt x="200" y="2538"/>
                  </a:cubicBezTo>
                  <a:cubicBezTo>
                    <a:pt x="188" y="2489"/>
                    <a:pt x="188" y="2444"/>
                    <a:pt x="214" y="2395"/>
                  </a:cubicBezTo>
                  <a:cubicBezTo>
                    <a:pt x="225" y="2347"/>
                    <a:pt x="259" y="2302"/>
                    <a:pt x="285" y="2253"/>
                  </a:cubicBezTo>
                  <a:cubicBezTo>
                    <a:pt x="308" y="2205"/>
                    <a:pt x="319" y="2159"/>
                    <a:pt x="319" y="2111"/>
                  </a:cubicBezTo>
                  <a:cubicBezTo>
                    <a:pt x="308" y="2063"/>
                    <a:pt x="271" y="2017"/>
                    <a:pt x="248" y="1969"/>
                  </a:cubicBezTo>
                  <a:cubicBezTo>
                    <a:pt x="188" y="1875"/>
                    <a:pt x="200" y="1778"/>
                    <a:pt x="225" y="1684"/>
                  </a:cubicBezTo>
                  <a:lnTo>
                    <a:pt x="225" y="1542"/>
                  </a:lnTo>
                  <a:lnTo>
                    <a:pt x="225" y="1411"/>
                  </a:lnTo>
                  <a:lnTo>
                    <a:pt x="237" y="1127"/>
                  </a:lnTo>
                  <a:cubicBezTo>
                    <a:pt x="237" y="748"/>
                    <a:pt x="237" y="370"/>
                    <a:pt x="225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7" name="Google Shape;1067;p35"/>
          <p:cNvGrpSpPr/>
          <p:nvPr/>
        </p:nvGrpSpPr>
        <p:grpSpPr>
          <a:xfrm>
            <a:off x="1786218" y="727049"/>
            <a:ext cx="1488898" cy="798247"/>
            <a:chOff x="7128900" y="211575"/>
            <a:chExt cx="1736325" cy="930901"/>
          </a:xfrm>
        </p:grpSpPr>
        <p:sp>
          <p:nvSpPr>
            <p:cNvPr id="1068" name="Google Shape;1068;p35"/>
            <p:cNvSpPr/>
            <p:nvPr/>
          </p:nvSpPr>
          <p:spPr>
            <a:xfrm rot="-665562">
              <a:off x="7164234" y="578536"/>
              <a:ext cx="414494" cy="407534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lvl="0" algn="ctr"/>
              <a:r>
                <a:rPr b="0" i="0"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noFill/>
                  <a:latin typeface="Fredoka One"/>
                </a:rPr>
                <a:t>z</a:t>
              </a:r>
            </a:p>
          </p:txBody>
        </p:sp>
        <p:sp>
          <p:nvSpPr>
            <p:cNvPr id="1069" name="Google Shape;1069;p35"/>
            <p:cNvSpPr/>
            <p:nvPr/>
          </p:nvSpPr>
          <p:spPr>
            <a:xfrm rot="1035015">
              <a:off x="7718641" y="260278"/>
              <a:ext cx="404653" cy="502242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lvl="0" algn="ctr"/>
              <a:r>
                <a:rPr b="0" i="0"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noFill/>
                  <a:latin typeface="Fredoka One"/>
                </a:rPr>
                <a:t>Z</a:t>
              </a:r>
            </a:p>
          </p:txBody>
        </p:sp>
        <p:sp>
          <p:nvSpPr>
            <p:cNvPr id="1070" name="Google Shape;1070;p35"/>
            <p:cNvSpPr/>
            <p:nvPr/>
          </p:nvSpPr>
          <p:spPr>
            <a:xfrm rot="552470">
              <a:off x="8241636" y="393176"/>
              <a:ext cx="570603" cy="708209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lvl="0" algn="ctr"/>
              <a:r>
                <a:rPr b="0" i="0"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noFill/>
                  <a:latin typeface="Fredoka One"/>
                </a:rPr>
                <a:t>Z</a:t>
              </a:r>
            </a:p>
          </p:txBody>
        </p:sp>
      </p:grpSp>
      <p:grpSp>
        <p:nvGrpSpPr>
          <p:cNvPr id="1071" name="Google Shape;1071;p35"/>
          <p:cNvGrpSpPr/>
          <p:nvPr/>
        </p:nvGrpSpPr>
        <p:grpSpPr>
          <a:xfrm>
            <a:off x="4438741" y="2472167"/>
            <a:ext cx="640409" cy="518201"/>
            <a:chOff x="9579360" y="2507084"/>
            <a:chExt cx="505015" cy="408643"/>
          </a:xfrm>
        </p:grpSpPr>
        <p:sp>
          <p:nvSpPr>
            <p:cNvPr id="1072" name="Google Shape;1072;p35"/>
            <p:cNvSpPr/>
            <p:nvPr/>
          </p:nvSpPr>
          <p:spPr>
            <a:xfrm>
              <a:off x="9739126" y="2655146"/>
              <a:ext cx="16572" cy="16374"/>
            </a:xfrm>
            <a:custGeom>
              <a:avLst/>
              <a:gdLst/>
              <a:ahLst/>
              <a:cxnLst/>
              <a:rect l="l" t="t" r="r" b="b"/>
              <a:pathLst>
                <a:path w="84" h="83" extrusionOk="0">
                  <a:moveTo>
                    <a:pt x="35" y="0"/>
                  </a:moveTo>
                  <a:cubicBezTo>
                    <a:pt x="12" y="0"/>
                    <a:pt x="1" y="12"/>
                    <a:pt x="1" y="34"/>
                  </a:cubicBezTo>
                  <a:cubicBezTo>
                    <a:pt x="1" y="60"/>
                    <a:pt x="12" y="83"/>
                    <a:pt x="35" y="83"/>
                  </a:cubicBezTo>
                  <a:cubicBezTo>
                    <a:pt x="61" y="83"/>
                    <a:pt x="83" y="60"/>
                    <a:pt x="83" y="34"/>
                  </a:cubicBezTo>
                  <a:cubicBezTo>
                    <a:pt x="83" y="12"/>
                    <a:pt x="61" y="0"/>
                    <a:pt x="35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35"/>
            <p:cNvSpPr/>
            <p:nvPr/>
          </p:nvSpPr>
          <p:spPr>
            <a:xfrm>
              <a:off x="9935071" y="2887516"/>
              <a:ext cx="28409" cy="28211"/>
            </a:xfrm>
            <a:custGeom>
              <a:avLst/>
              <a:gdLst/>
              <a:ahLst/>
              <a:cxnLst/>
              <a:rect l="l" t="t" r="r" b="b"/>
              <a:pathLst>
                <a:path w="144" h="143" extrusionOk="0">
                  <a:moveTo>
                    <a:pt x="72" y="0"/>
                  </a:moveTo>
                  <a:cubicBezTo>
                    <a:pt x="38" y="0"/>
                    <a:pt x="1" y="37"/>
                    <a:pt x="1" y="71"/>
                  </a:cubicBezTo>
                  <a:cubicBezTo>
                    <a:pt x="1" y="120"/>
                    <a:pt x="38" y="143"/>
                    <a:pt x="72" y="143"/>
                  </a:cubicBezTo>
                  <a:cubicBezTo>
                    <a:pt x="120" y="143"/>
                    <a:pt x="143" y="120"/>
                    <a:pt x="143" y="71"/>
                  </a:cubicBezTo>
                  <a:cubicBezTo>
                    <a:pt x="143" y="37"/>
                    <a:pt x="120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35"/>
            <p:cNvSpPr/>
            <p:nvPr/>
          </p:nvSpPr>
          <p:spPr>
            <a:xfrm>
              <a:off x="9579360" y="2834836"/>
              <a:ext cx="37681" cy="37286"/>
            </a:xfrm>
            <a:custGeom>
              <a:avLst/>
              <a:gdLst/>
              <a:ahLst/>
              <a:cxnLst/>
              <a:rect l="l" t="t" r="r" b="b"/>
              <a:pathLst>
                <a:path w="191" h="189" extrusionOk="0">
                  <a:moveTo>
                    <a:pt x="97" y="0"/>
                  </a:moveTo>
                  <a:cubicBezTo>
                    <a:pt x="49" y="0"/>
                    <a:pt x="0" y="46"/>
                    <a:pt x="0" y="94"/>
                  </a:cubicBezTo>
                  <a:cubicBezTo>
                    <a:pt x="0" y="143"/>
                    <a:pt x="49" y="188"/>
                    <a:pt x="97" y="188"/>
                  </a:cubicBezTo>
                  <a:cubicBezTo>
                    <a:pt x="157" y="188"/>
                    <a:pt x="191" y="143"/>
                    <a:pt x="191" y="94"/>
                  </a:cubicBezTo>
                  <a:cubicBezTo>
                    <a:pt x="191" y="46"/>
                    <a:pt x="157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35"/>
            <p:cNvSpPr/>
            <p:nvPr/>
          </p:nvSpPr>
          <p:spPr>
            <a:xfrm>
              <a:off x="10060701" y="2507084"/>
              <a:ext cx="23674" cy="23674"/>
            </a:xfrm>
            <a:custGeom>
              <a:avLst/>
              <a:gdLst/>
              <a:ahLst/>
              <a:cxnLst/>
              <a:rect l="l" t="t" r="r" b="b"/>
              <a:pathLst>
                <a:path w="120" h="120" extrusionOk="0">
                  <a:moveTo>
                    <a:pt x="60" y="1"/>
                  </a:moveTo>
                  <a:cubicBezTo>
                    <a:pt x="37" y="1"/>
                    <a:pt x="0" y="26"/>
                    <a:pt x="0" y="60"/>
                  </a:cubicBezTo>
                  <a:cubicBezTo>
                    <a:pt x="0" y="97"/>
                    <a:pt x="37" y="120"/>
                    <a:pt x="60" y="120"/>
                  </a:cubicBezTo>
                  <a:cubicBezTo>
                    <a:pt x="97" y="120"/>
                    <a:pt x="120" y="97"/>
                    <a:pt x="120" y="60"/>
                  </a:cubicBezTo>
                  <a:cubicBezTo>
                    <a:pt x="120" y="26"/>
                    <a:pt x="97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35"/>
            <p:cNvSpPr/>
            <p:nvPr/>
          </p:nvSpPr>
          <p:spPr>
            <a:xfrm>
              <a:off x="9730743" y="2537391"/>
              <a:ext cx="33341" cy="32749"/>
            </a:xfrm>
            <a:custGeom>
              <a:avLst/>
              <a:gdLst/>
              <a:ahLst/>
              <a:cxnLst/>
              <a:rect l="l" t="t" r="r" b="b"/>
              <a:pathLst>
                <a:path w="169" h="166" extrusionOk="0">
                  <a:moveTo>
                    <a:pt x="86" y="0"/>
                  </a:moveTo>
                  <a:cubicBezTo>
                    <a:pt x="37" y="0"/>
                    <a:pt x="0" y="35"/>
                    <a:pt x="0" y="83"/>
                  </a:cubicBezTo>
                  <a:cubicBezTo>
                    <a:pt x="0" y="131"/>
                    <a:pt x="37" y="165"/>
                    <a:pt x="86" y="165"/>
                  </a:cubicBezTo>
                  <a:cubicBezTo>
                    <a:pt x="120" y="165"/>
                    <a:pt x="168" y="131"/>
                    <a:pt x="168" y="83"/>
                  </a:cubicBezTo>
                  <a:cubicBezTo>
                    <a:pt x="168" y="35"/>
                    <a:pt x="120" y="0"/>
                    <a:pt x="86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35"/>
            <p:cNvSpPr/>
            <p:nvPr/>
          </p:nvSpPr>
          <p:spPr>
            <a:xfrm>
              <a:off x="10032006" y="2744517"/>
              <a:ext cx="40048" cy="40048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7" y="0"/>
                  </a:moveTo>
                  <a:cubicBezTo>
                    <a:pt x="49" y="0"/>
                    <a:pt x="0" y="46"/>
                    <a:pt x="0" y="106"/>
                  </a:cubicBezTo>
                  <a:cubicBezTo>
                    <a:pt x="0" y="154"/>
                    <a:pt x="49" y="202"/>
                    <a:pt x="97" y="202"/>
                  </a:cubicBezTo>
                  <a:cubicBezTo>
                    <a:pt x="157" y="202"/>
                    <a:pt x="202" y="154"/>
                    <a:pt x="202" y="106"/>
                  </a:cubicBezTo>
                  <a:cubicBezTo>
                    <a:pt x="202" y="46"/>
                    <a:pt x="157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8" name="Google Shape;1078;p35"/>
          <p:cNvSpPr/>
          <p:nvPr/>
        </p:nvSpPr>
        <p:spPr>
          <a:xfrm rot="1728991">
            <a:off x="1719455" y="2174736"/>
            <a:ext cx="284240" cy="397435"/>
          </a:xfrm>
          <a:custGeom>
            <a:avLst/>
            <a:gdLst/>
            <a:ahLst/>
            <a:cxnLst/>
            <a:rect l="l" t="t" r="r" b="b"/>
            <a:pathLst>
              <a:path w="2333" h="3262" extrusionOk="0">
                <a:moveTo>
                  <a:pt x="711" y="1"/>
                </a:moveTo>
                <a:cubicBezTo>
                  <a:pt x="450" y="1"/>
                  <a:pt x="213" y="61"/>
                  <a:pt x="0" y="166"/>
                </a:cubicBezTo>
                <a:cubicBezTo>
                  <a:pt x="34" y="155"/>
                  <a:pt x="71" y="155"/>
                  <a:pt x="117" y="155"/>
                </a:cubicBezTo>
                <a:cubicBezTo>
                  <a:pt x="925" y="155"/>
                  <a:pt x="1588" y="820"/>
                  <a:pt x="1588" y="1625"/>
                </a:cubicBezTo>
                <a:cubicBezTo>
                  <a:pt x="1588" y="2442"/>
                  <a:pt x="925" y="3096"/>
                  <a:pt x="117" y="3096"/>
                </a:cubicBezTo>
                <a:lnTo>
                  <a:pt x="0" y="3096"/>
                </a:lnTo>
                <a:cubicBezTo>
                  <a:pt x="213" y="3201"/>
                  <a:pt x="450" y="3261"/>
                  <a:pt x="711" y="3261"/>
                </a:cubicBezTo>
                <a:cubicBezTo>
                  <a:pt x="1610" y="3261"/>
                  <a:pt x="2333" y="2527"/>
                  <a:pt x="2333" y="1625"/>
                </a:cubicBezTo>
                <a:cubicBezTo>
                  <a:pt x="2333" y="724"/>
                  <a:pt x="1610" y="1"/>
                  <a:pt x="711" y="1"/>
                </a:cubicBezTo>
                <a:close/>
              </a:path>
            </a:pathLst>
          </a:custGeom>
          <a:solidFill>
            <a:srgbClr val="EAE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61950" y="1016550"/>
            <a:ext cx="3981000" cy="281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61975" y="3754325"/>
            <a:ext cx="3981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8239267" y="2022998"/>
            <a:ext cx="461060" cy="1606505"/>
            <a:chOff x="10857642" y="2523511"/>
            <a:chExt cx="461060" cy="1606505"/>
          </a:xfrm>
        </p:grpSpPr>
        <p:sp>
          <p:nvSpPr>
            <p:cNvPr id="13" name="Google Shape;13;p2"/>
            <p:cNvSpPr/>
            <p:nvPr/>
          </p:nvSpPr>
          <p:spPr>
            <a:xfrm>
              <a:off x="11084325" y="3702102"/>
              <a:ext cx="37878" cy="37878"/>
            </a:xfrm>
            <a:custGeom>
              <a:avLst/>
              <a:gdLst/>
              <a:ahLst/>
              <a:cxnLst/>
              <a:rect l="l" t="t" r="r" b="b"/>
              <a:pathLst>
                <a:path w="192" h="192" extrusionOk="0">
                  <a:moveTo>
                    <a:pt x="98" y="1"/>
                  </a:moveTo>
                  <a:cubicBezTo>
                    <a:pt x="38" y="1"/>
                    <a:pt x="1" y="35"/>
                    <a:pt x="1" y="95"/>
                  </a:cubicBezTo>
                  <a:cubicBezTo>
                    <a:pt x="1" y="143"/>
                    <a:pt x="38" y="192"/>
                    <a:pt x="98" y="192"/>
                  </a:cubicBezTo>
                  <a:cubicBezTo>
                    <a:pt x="143" y="192"/>
                    <a:pt x="191" y="143"/>
                    <a:pt x="191" y="95"/>
                  </a:cubicBezTo>
                  <a:cubicBezTo>
                    <a:pt x="191" y="35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1103462" y="2661611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17"/>
                    <a:pt x="35" y="143"/>
                    <a:pt x="72" y="143"/>
                  </a:cubicBezTo>
                  <a:cubicBezTo>
                    <a:pt x="106" y="143"/>
                    <a:pt x="143" y="117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1089455" y="3126813"/>
              <a:ext cx="28211" cy="28409"/>
            </a:xfrm>
            <a:custGeom>
              <a:avLst/>
              <a:gdLst/>
              <a:ahLst/>
              <a:cxnLst/>
              <a:rect l="l" t="t" r="r" b="b"/>
              <a:pathLst>
                <a:path w="143" h="144" extrusionOk="0">
                  <a:moveTo>
                    <a:pt x="72" y="1"/>
                  </a:moveTo>
                  <a:cubicBezTo>
                    <a:pt x="23" y="1"/>
                    <a:pt x="0" y="24"/>
                    <a:pt x="0" y="72"/>
                  </a:cubicBezTo>
                  <a:cubicBezTo>
                    <a:pt x="0" y="106"/>
                    <a:pt x="23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24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0857642" y="2523511"/>
              <a:ext cx="37878" cy="37878"/>
            </a:xfrm>
            <a:custGeom>
              <a:avLst/>
              <a:gdLst/>
              <a:ahLst/>
              <a:cxnLst/>
              <a:rect l="l" t="t" r="r" b="b"/>
              <a:pathLst>
                <a:path w="192" h="192" extrusionOk="0">
                  <a:moveTo>
                    <a:pt x="94" y="1"/>
                  </a:moveTo>
                  <a:cubicBezTo>
                    <a:pt x="49" y="1"/>
                    <a:pt x="1" y="35"/>
                    <a:pt x="1" y="95"/>
                  </a:cubicBezTo>
                  <a:cubicBezTo>
                    <a:pt x="1" y="143"/>
                    <a:pt x="49" y="191"/>
                    <a:pt x="94" y="191"/>
                  </a:cubicBezTo>
                  <a:cubicBezTo>
                    <a:pt x="154" y="191"/>
                    <a:pt x="191" y="143"/>
                    <a:pt x="191" y="95"/>
                  </a:cubicBezTo>
                  <a:cubicBezTo>
                    <a:pt x="191" y="35"/>
                    <a:pt x="154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1274116" y="3762866"/>
              <a:ext cx="40048" cy="40048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4" y="0"/>
                  </a:moveTo>
                  <a:cubicBezTo>
                    <a:pt x="46" y="0"/>
                    <a:pt x="0" y="37"/>
                    <a:pt x="0" y="97"/>
                  </a:cubicBezTo>
                  <a:cubicBezTo>
                    <a:pt x="0" y="154"/>
                    <a:pt x="46" y="202"/>
                    <a:pt x="94" y="202"/>
                  </a:cubicBezTo>
                  <a:cubicBezTo>
                    <a:pt x="154" y="202"/>
                    <a:pt x="202" y="154"/>
                    <a:pt x="202" y="97"/>
                  </a:cubicBezTo>
                  <a:cubicBezTo>
                    <a:pt x="202" y="37"/>
                    <a:pt x="154" y="0"/>
                    <a:pt x="94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11016458" y="4090559"/>
              <a:ext cx="40048" cy="39457"/>
            </a:xfrm>
            <a:custGeom>
              <a:avLst/>
              <a:gdLst/>
              <a:ahLst/>
              <a:cxnLst/>
              <a:rect l="l" t="t" r="r" b="b"/>
              <a:pathLst>
                <a:path w="203" h="200" extrusionOk="0">
                  <a:moveTo>
                    <a:pt x="109" y="1"/>
                  </a:moveTo>
                  <a:cubicBezTo>
                    <a:pt x="49" y="1"/>
                    <a:pt x="1" y="46"/>
                    <a:pt x="1" y="95"/>
                  </a:cubicBezTo>
                  <a:cubicBezTo>
                    <a:pt x="1" y="154"/>
                    <a:pt x="49" y="200"/>
                    <a:pt x="109" y="200"/>
                  </a:cubicBezTo>
                  <a:cubicBezTo>
                    <a:pt x="169" y="200"/>
                    <a:pt x="203" y="154"/>
                    <a:pt x="203" y="95"/>
                  </a:cubicBezTo>
                  <a:cubicBezTo>
                    <a:pt x="203" y="46"/>
                    <a:pt x="169" y="1"/>
                    <a:pt x="109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1124177" y="3318773"/>
              <a:ext cx="26041" cy="23279"/>
            </a:xfrm>
            <a:custGeom>
              <a:avLst/>
              <a:gdLst/>
              <a:ahLst/>
              <a:cxnLst/>
              <a:rect l="l" t="t" r="r" b="b"/>
              <a:pathLst>
                <a:path w="132" h="118" extrusionOk="0">
                  <a:moveTo>
                    <a:pt x="72" y="1"/>
                  </a:moveTo>
                  <a:cubicBezTo>
                    <a:pt x="38" y="1"/>
                    <a:pt x="1" y="24"/>
                    <a:pt x="1" y="58"/>
                  </a:cubicBezTo>
                  <a:cubicBezTo>
                    <a:pt x="1" y="95"/>
                    <a:pt x="38" y="118"/>
                    <a:pt x="72" y="118"/>
                  </a:cubicBezTo>
                  <a:cubicBezTo>
                    <a:pt x="109" y="118"/>
                    <a:pt x="132" y="95"/>
                    <a:pt x="132" y="58"/>
                  </a:cubicBezTo>
                  <a:cubicBezTo>
                    <a:pt x="132" y="24"/>
                    <a:pt x="109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292661" y="3557293"/>
              <a:ext cx="26041" cy="25647"/>
            </a:xfrm>
            <a:custGeom>
              <a:avLst/>
              <a:gdLst/>
              <a:ahLst/>
              <a:cxnLst/>
              <a:rect l="l" t="t" r="r" b="b"/>
              <a:pathLst>
                <a:path w="132" h="130" extrusionOk="0">
                  <a:moveTo>
                    <a:pt x="60" y="1"/>
                  </a:moveTo>
                  <a:cubicBezTo>
                    <a:pt x="23" y="1"/>
                    <a:pt x="0" y="35"/>
                    <a:pt x="0" y="72"/>
                  </a:cubicBezTo>
                  <a:cubicBezTo>
                    <a:pt x="0" y="95"/>
                    <a:pt x="23" y="129"/>
                    <a:pt x="60" y="129"/>
                  </a:cubicBezTo>
                  <a:cubicBezTo>
                    <a:pt x="94" y="129"/>
                    <a:pt x="131" y="95"/>
                    <a:pt x="131" y="72"/>
                  </a:cubicBezTo>
                  <a:cubicBezTo>
                    <a:pt x="131" y="35"/>
                    <a:pt x="94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11168567" y="3905307"/>
              <a:ext cx="23871" cy="26041"/>
            </a:xfrm>
            <a:custGeom>
              <a:avLst/>
              <a:gdLst/>
              <a:ahLst/>
              <a:cxnLst/>
              <a:rect l="l" t="t" r="r" b="b"/>
              <a:pathLst>
                <a:path w="121" h="132" extrusionOk="0">
                  <a:moveTo>
                    <a:pt x="60" y="1"/>
                  </a:moveTo>
                  <a:cubicBezTo>
                    <a:pt x="26" y="1"/>
                    <a:pt x="1" y="38"/>
                    <a:pt x="1" y="72"/>
                  </a:cubicBezTo>
                  <a:cubicBezTo>
                    <a:pt x="1" y="98"/>
                    <a:pt x="26" y="132"/>
                    <a:pt x="60" y="132"/>
                  </a:cubicBezTo>
                  <a:cubicBezTo>
                    <a:pt x="97" y="132"/>
                    <a:pt x="120" y="98"/>
                    <a:pt x="120" y="72"/>
                  </a:cubicBezTo>
                  <a:cubicBezTo>
                    <a:pt x="120" y="38"/>
                    <a:pt x="97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11124177" y="3491794"/>
              <a:ext cx="26041" cy="25844"/>
            </a:xfrm>
            <a:custGeom>
              <a:avLst/>
              <a:gdLst/>
              <a:ahLst/>
              <a:cxnLst/>
              <a:rect l="l" t="t" r="r" b="b"/>
              <a:pathLst>
                <a:path w="132" h="131" extrusionOk="0">
                  <a:moveTo>
                    <a:pt x="72" y="0"/>
                  </a:moveTo>
                  <a:cubicBezTo>
                    <a:pt x="38" y="0"/>
                    <a:pt x="1" y="23"/>
                    <a:pt x="1" y="71"/>
                  </a:cubicBezTo>
                  <a:cubicBezTo>
                    <a:pt x="1" y="105"/>
                    <a:pt x="38" y="131"/>
                    <a:pt x="72" y="131"/>
                  </a:cubicBezTo>
                  <a:cubicBezTo>
                    <a:pt x="109" y="131"/>
                    <a:pt x="132" y="105"/>
                    <a:pt x="132" y="71"/>
                  </a:cubicBezTo>
                  <a:cubicBezTo>
                    <a:pt x="132" y="23"/>
                    <a:pt x="109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11156730" y="2528048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0"/>
                  </a:moveTo>
                  <a:cubicBezTo>
                    <a:pt x="26" y="0"/>
                    <a:pt x="1" y="37"/>
                    <a:pt x="1" y="72"/>
                  </a:cubicBezTo>
                  <a:cubicBezTo>
                    <a:pt x="1" y="109"/>
                    <a:pt x="26" y="131"/>
                    <a:pt x="61" y="131"/>
                  </a:cubicBezTo>
                  <a:cubicBezTo>
                    <a:pt x="98" y="131"/>
                    <a:pt x="132" y="109"/>
                    <a:pt x="132" y="72"/>
                  </a:cubicBezTo>
                  <a:cubicBezTo>
                    <a:pt x="132" y="37"/>
                    <a:pt x="98" y="0"/>
                    <a:pt x="61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1192241" y="2778405"/>
              <a:ext cx="23674" cy="26041"/>
            </a:xfrm>
            <a:custGeom>
              <a:avLst/>
              <a:gdLst/>
              <a:ahLst/>
              <a:cxnLst/>
              <a:rect l="l" t="t" r="r" b="b"/>
              <a:pathLst>
                <a:path w="120" h="132" extrusionOk="0">
                  <a:moveTo>
                    <a:pt x="60" y="0"/>
                  </a:moveTo>
                  <a:cubicBezTo>
                    <a:pt x="23" y="0"/>
                    <a:pt x="0" y="23"/>
                    <a:pt x="0" y="60"/>
                  </a:cubicBezTo>
                  <a:cubicBezTo>
                    <a:pt x="0" y="94"/>
                    <a:pt x="23" y="131"/>
                    <a:pt x="60" y="131"/>
                  </a:cubicBezTo>
                  <a:cubicBezTo>
                    <a:pt x="94" y="131"/>
                    <a:pt x="120" y="94"/>
                    <a:pt x="120" y="60"/>
                  </a:cubicBezTo>
                  <a:cubicBezTo>
                    <a:pt x="120" y="23"/>
                    <a:pt x="94" y="0"/>
                    <a:pt x="60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11159689" y="2916506"/>
              <a:ext cx="20912" cy="20912"/>
            </a:xfrm>
            <a:custGeom>
              <a:avLst/>
              <a:gdLst/>
              <a:ahLst/>
              <a:cxnLst/>
              <a:rect l="l" t="t" r="r" b="b"/>
              <a:pathLst>
                <a:path w="106" h="106" extrusionOk="0">
                  <a:moveTo>
                    <a:pt x="46" y="0"/>
                  </a:moveTo>
                  <a:cubicBezTo>
                    <a:pt x="23" y="0"/>
                    <a:pt x="0" y="23"/>
                    <a:pt x="0" y="48"/>
                  </a:cubicBezTo>
                  <a:cubicBezTo>
                    <a:pt x="0" y="83"/>
                    <a:pt x="23" y="105"/>
                    <a:pt x="46" y="105"/>
                  </a:cubicBezTo>
                  <a:cubicBezTo>
                    <a:pt x="83" y="105"/>
                    <a:pt x="105" y="83"/>
                    <a:pt x="105" y="48"/>
                  </a:cubicBezTo>
                  <a:cubicBezTo>
                    <a:pt x="105" y="23"/>
                    <a:pt x="83" y="0"/>
                    <a:pt x="46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2"/>
          <p:cNvSpPr/>
          <p:nvPr/>
        </p:nvSpPr>
        <p:spPr>
          <a:xfrm rot="1728922">
            <a:off x="8319905" y="1237572"/>
            <a:ext cx="253163" cy="353980"/>
          </a:xfrm>
          <a:custGeom>
            <a:avLst/>
            <a:gdLst/>
            <a:ahLst/>
            <a:cxnLst/>
            <a:rect l="l" t="t" r="r" b="b"/>
            <a:pathLst>
              <a:path w="2333" h="3262" extrusionOk="0">
                <a:moveTo>
                  <a:pt x="711" y="1"/>
                </a:moveTo>
                <a:cubicBezTo>
                  <a:pt x="450" y="1"/>
                  <a:pt x="213" y="61"/>
                  <a:pt x="0" y="166"/>
                </a:cubicBezTo>
                <a:cubicBezTo>
                  <a:pt x="34" y="155"/>
                  <a:pt x="71" y="155"/>
                  <a:pt x="117" y="155"/>
                </a:cubicBezTo>
                <a:cubicBezTo>
                  <a:pt x="925" y="155"/>
                  <a:pt x="1588" y="820"/>
                  <a:pt x="1588" y="1625"/>
                </a:cubicBezTo>
                <a:cubicBezTo>
                  <a:pt x="1588" y="2442"/>
                  <a:pt x="925" y="3096"/>
                  <a:pt x="117" y="3096"/>
                </a:cubicBezTo>
                <a:lnTo>
                  <a:pt x="0" y="3096"/>
                </a:lnTo>
                <a:cubicBezTo>
                  <a:pt x="213" y="3201"/>
                  <a:pt x="450" y="3261"/>
                  <a:pt x="711" y="3261"/>
                </a:cubicBezTo>
                <a:cubicBezTo>
                  <a:pt x="1610" y="3261"/>
                  <a:pt x="2333" y="2527"/>
                  <a:pt x="2333" y="1625"/>
                </a:cubicBezTo>
                <a:cubicBezTo>
                  <a:pt x="2333" y="724"/>
                  <a:pt x="1610" y="1"/>
                  <a:pt x="711" y="1"/>
                </a:cubicBezTo>
                <a:close/>
              </a:path>
            </a:pathLst>
          </a:custGeom>
          <a:solidFill>
            <a:srgbClr val="EAE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7338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3"/>
          <p:cNvSpPr/>
          <p:nvPr/>
        </p:nvSpPr>
        <p:spPr>
          <a:xfrm>
            <a:off x="2826800" y="-498050"/>
            <a:ext cx="6317202" cy="5641559"/>
          </a:xfrm>
          <a:custGeom>
            <a:avLst/>
            <a:gdLst/>
            <a:ahLst/>
            <a:cxnLst/>
            <a:rect l="l" t="t" r="r" b="b"/>
            <a:pathLst>
              <a:path w="19997" h="14466" extrusionOk="0">
                <a:moveTo>
                  <a:pt x="14847" y="1"/>
                </a:moveTo>
                <a:cubicBezTo>
                  <a:pt x="14591" y="1"/>
                  <a:pt x="14336" y="10"/>
                  <a:pt x="14082" y="28"/>
                </a:cubicBezTo>
                <a:cubicBezTo>
                  <a:pt x="12848" y="122"/>
                  <a:pt x="10904" y="787"/>
                  <a:pt x="11283" y="2352"/>
                </a:cubicBezTo>
                <a:cubicBezTo>
                  <a:pt x="11473" y="3109"/>
                  <a:pt x="12279" y="4486"/>
                  <a:pt x="11189" y="4580"/>
                </a:cubicBezTo>
                <a:cubicBezTo>
                  <a:pt x="9434" y="4722"/>
                  <a:pt x="7621" y="4415"/>
                  <a:pt x="6674" y="6122"/>
                </a:cubicBezTo>
                <a:cubicBezTo>
                  <a:pt x="6293" y="6878"/>
                  <a:pt x="6686" y="7851"/>
                  <a:pt x="6828" y="8656"/>
                </a:cubicBezTo>
                <a:cubicBezTo>
                  <a:pt x="7158" y="10744"/>
                  <a:pt x="4410" y="10602"/>
                  <a:pt x="2890" y="10932"/>
                </a:cubicBezTo>
                <a:cubicBezTo>
                  <a:pt x="1565" y="11217"/>
                  <a:pt x="0" y="11976"/>
                  <a:pt x="188" y="13493"/>
                </a:cubicBezTo>
                <a:cubicBezTo>
                  <a:pt x="284" y="14252"/>
                  <a:pt x="936" y="14466"/>
                  <a:pt x="1374" y="14466"/>
                </a:cubicBezTo>
                <a:lnTo>
                  <a:pt x="19997" y="14466"/>
                </a:lnTo>
                <a:lnTo>
                  <a:pt x="19997" y="1237"/>
                </a:lnTo>
                <a:cubicBezTo>
                  <a:pt x="18433" y="429"/>
                  <a:pt x="16623" y="1"/>
                  <a:pt x="14847" y="1"/>
                </a:cubicBezTo>
                <a:close/>
              </a:path>
            </a:pathLst>
          </a:custGeom>
          <a:solidFill>
            <a:srgbClr val="EAE3FF">
              <a:alpha val="125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title"/>
          </p:nvPr>
        </p:nvSpPr>
        <p:spPr>
          <a:xfrm>
            <a:off x="771625" y="2554750"/>
            <a:ext cx="4377900" cy="70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title" idx="2" hasCustomPrompt="1"/>
          </p:nvPr>
        </p:nvSpPr>
        <p:spPr>
          <a:xfrm>
            <a:off x="771650" y="1535300"/>
            <a:ext cx="1061400" cy="71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32" name="Google Shape;32;p3"/>
          <p:cNvSpPr txBox="1">
            <a:spLocks noGrp="1"/>
          </p:cNvSpPr>
          <p:nvPr>
            <p:ph type="subTitle" idx="1"/>
          </p:nvPr>
        </p:nvSpPr>
        <p:spPr>
          <a:xfrm>
            <a:off x="771625" y="3158513"/>
            <a:ext cx="4377900" cy="4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86402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ivvic"/>
              <a:buChar char="●"/>
              <a:defRPr sz="2400">
                <a:latin typeface="Itim"/>
                <a:ea typeface="Itim"/>
                <a:cs typeface="Itim"/>
                <a:sym typeface="Itim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689413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2826775" y="-481125"/>
            <a:ext cx="6317202" cy="5624634"/>
          </a:xfrm>
          <a:custGeom>
            <a:avLst/>
            <a:gdLst/>
            <a:ahLst/>
            <a:cxnLst/>
            <a:rect l="l" t="t" r="r" b="b"/>
            <a:pathLst>
              <a:path w="19997" h="14466" extrusionOk="0">
                <a:moveTo>
                  <a:pt x="14847" y="1"/>
                </a:moveTo>
                <a:cubicBezTo>
                  <a:pt x="14591" y="1"/>
                  <a:pt x="14336" y="10"/>
                  <a:pt x="14082" y="28"/>
                </a:cubicBezTo>
                <a:cubicBezTo>
                  <a:pt x="12848" y="122"/>
                  <a:pt x="10904" y="787"/>
                  <a:pt x="11283" y="2352"/>
                </a:cubicBezTo>
                <a:cubicBezTo>
                  <a:pt x="11473" y="3109"/>
                  <a:pt x="12279" y="4486"/>
                  <a:pt x="11189" y="4580"/>
                </a:cubicBezTo>
                <a:cubicBezTo>
                  <a:pt x="9434" y="4722"/>
                  <a:pt x="7621" y="4415"/>
                  <a:pt x="6674" y="6122"/>
                </a:cubicBezTo>
                <a:cubicBezTo>
                  <a:pt x="6293" y="6878"/>
                  <a:pt x="6686" y="7851"/>
                  <a:pt x="6828" y="8656"/>
                </a:cubicBezTo>
                <a:cubicBezTo>
                  <a:pt x="7158" y="10744"/>
                  <a:pt x="4410" y="10602"/>
                  <a:pt x="2890" y="10932"/>
                </a:cubicBezTo>
                <a:cubicBezTo>
                  <a:pt x="1565" y="11217"/>
                  <a:pt x="0" y="11976"/>
                  <a:pt x="188" y="13493"/>
                </a:cubicBezTo>
                <a:cubicBezTo>
                  <a:pt x="284" y="14252"/>
                  <a:pt x="936" y="14466"/>
                  <a:pt x="1374" y="14466"/>
                </a:cubicBezTo>
                <a:lnTo>
                  <a:pt x="19997" y="14466"/>
                </a:lnTo>
                <a:lnTo>
                  <a:pt x="19997" y="1237"/>
                </a:lnTo>
                <a:cubicBezTo>
                  <a:pt x="18433" y="429"/>
                  <a:pt x="16623" y="1"/>
                  <a:pt x="14847" y="1"/>
                </a:cubicBezTo>
                <a:close/>
              </a:path>
            </a:pathLst>
          </a:custGeom>
          <a:solidFill>
            <a:srgbClr val="EAE3FF">
              <a:alpha val="125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" name="Google Shape;39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>
            <a:spLocks noGrp="1"/>
          </p:cNvSpPr>
          <p:nvPr>
            <p:ph type="subTitle" idx="1"/>
          </p:nvPr>
        </p:nvSpPr>
        <p:spPr>
          <a:xfrm>
            <a:off x="1368152" y="2665750"/>
            <a:ext cx="2555700" cy="6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ubTitle" idx="2"/>
          </p:nvPr>
        </p:nvSpPr>
        <p:spPr>
          <a:xfrm>
            <a:off x="5220152" y="2665750"/>
            <a:ext cx="2555700" cy="6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ubTitle" idx="3"/>
          </p:nvPr>
        </p:nvSpPr>
        <p:spPr>
          <a:xfrm>
            <a:off x="1368150" y="2240660"/>
            <a:ext cx="25557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Fredoka One"/>
                <a:ea typeface="Fredoka One"/>
                <a:cs typeface="Fredoka One"/>
                <a:sym typeface="Fredok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4"/>
          </p:nvPr>
        </p:nvSpPr>
        <p:spPr>
          <a:xfrm>
            <a:off x="5220150" y="2240660"/>
            <a:ext cx="25557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035667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47" name="Google Shape;47;p6"/>
          <p:cNvGrpSpPr/>
          <p:nvPr/>
        </p:nvGrpSpPr>
        <p:grpSpPr>
          <a:xfrm rot="1116533" flipH="1">
            <a:off x="8038329" y="225652"/>
            <a:ext cx="851672" cy="870213"/>
            <a:chOff x="8666383" y="2375725"/>
            <a:chExt cx="851689" cy="870231"/>
          </a:xfrm>
        </p:grpSpPr>
        <p:sp>
          <p:nvSpPr>
            <p:cNvPr id="48" name="Google Shape;48;p6"/>
            <p:cNvSpPr/>
            <p:nvPr/>
          </p:nvSpPr>
          <p:spPr>
            <a:xfrm>
              <a:off x="9482364" y="2621544"/>
              <a:ext cx="35708" cy="37286"/>
            </a:xfrm>
            <a:custGeom>
              <a:avLst/>
              <a:gdLst/>
              <a:ahLst/>
              <a:cxnLst/>
              <a:rect l="l" t="t" r="r" b="b"/>
              <a:pathLst>
                <a:path w="181" h="189" extrusionOk="0">
                  <a:moveTo>
                    <a:pt x="98" y="1"/>
                  </a:moveTo>
                  <a:cubicBezTo>
                    <a:pt x="38" y="1"/>
                    <a:pt x="1" y="46"/>
                    <a:pt x="1" y="95"/>
                  </a:cubicBezTo>
                  <a:cubicBezTo>
                    <a:pt x="1" y="143"/>
                    <a:pt x="38" y="189"/>
                    <a:pt x="98" y="189"/>
                  </a:cubicBezTo>
                  <a:cubicBezTo>
                    <a:pt x="143" y="189"/>
                    <a:pt x="180" y="143"/>
                    <a:pt x="180" y="95"/>
                  </a:cubicBezTo>
                  <a:cubicBezTo>
                    <a:pt x="180" y="46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6"/>
            <p:cNvSpPr/>
            <p:nvPr/>
          </p:nvSpPr>
          <p:spPr>
            <a:xfrm>
              <a:off x="9110872" y="2649559"/>
              <a:ext cx="68062" cy="68260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7" y="1"/>
                  </a:moveTo>
                  <a:cubicBezTo>
                    <a:pt x="83" y="1"/>
                    <a:pt x="1" y="72"/>
                    <a:pt x="1" y="166"/>
                  </a:cubicBezTo>
                  <a:cubicBezTo>
                    <a:pt x="1" y="260"/>
                    <a:pt x="83" y="345"/>
                    <a:pt x="177" y="345"/>
                  </a:cubicBezTo>
                  <a:cubicBezTo>
                    <a:pt x="274" y="345"/>
                    <a:pt x="345" y="260"/>
                    <a:pt x="345" y="166"/>
                  </a:cubicBezTo>
                  <a:cubicBezTo>
                    <a:pt x="345" y="72"/>
                    <a:pt x="274" y="1"/>
                    <a:pt x="177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6"/>
            <p:cNvSpPr/>
            <p:nvPr/>
          </p:nvSpPr>
          <p:spPr>
            <a:xfrm>
              <a:off x="9365767" y="2838757"/>
              <a:ext cx="44389" cy="42416"/>
            </a:xfrm>
            <a:custGeom>
              <a:avLst/>
              <a:gdLst/>
              <a:ahLst/>
              <a:cxnLst/>
              <a:rect l="l" t="t" r="r" b="b"/>
              <a:pathLst>
                <a:path w="225" h="215" extrusionOk="0">
                  <a:moveTo>
                    <a:pt x="120" y="1"/>
                  </a:moveTo>
                  <a:cubicBezTo>
                    <a:pt x="49" y="1"/>
                    <a:pt x="0" y="49"/>
                    <a:pt x="0" y="109"/>
                  </a:cubicBezTo>
                  <a:cubicBezTo>
                    <a:pt x="0" y="169"/>
                    <a:pt x="49" y="214"/>
                    <a:pt x="120" y="214"/>
                  </a:cubicBezTo>
                  <a:cubicBezTo>
                    <a:pt x="179" y="214"/>
                    <a:pt x="225" y="169"/>
                    <a:pt x="225" y="109"/>
                  </a:cubicBezTo>
                  <a:cubicBezTo>
                    <a:pt x="225" y="49"/>
                    <a:pt x="179" y="1"/>
                    <a:pt x="12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6"/>
            <p:cNvSpPr/>
            <p:nvPr/>
          </p:nvSpPr>
          <p:spPr>
            <a:xfrm>
              <a:off x="9305002" y="2375725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6"/>
            <p:cNvSpPr/>
            <p:nvPr/>
          </p:nvSpPr>
          <p:spPr>
            <a:xfrm>
              <a:off x="9052474" y="2495281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06"/>
                    <a:pt x="35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6"/>
            <p:cNvSpPr/>
            <p:nvPr/>
          </p:nvSpPr>
          <p:spPr>
            <a:xfrm>
              <a:off x="9305002" y="2555848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6"/>
            <p:cNvSpPr/>
            <p:nvPr/>
          </p:nvSpPr>
          <p:spPr>
            <a:xfrm>
              <a:off x="8825791" y="2621544"/>
              <a:ext cx="60763" cy="60763"/>
            </a:xfrm>
            <a:custGeom>
              <a:avLst/>
              <a:gdLst/>
              <a:ahLst/>
              <a:cxnLst/>
              <a:rect l="l" t="t" r="r" b="b"/>
              <a:pathLst>
                <a:path w="308" h="308" extrusionOk="0">
                  <a:moveTo>
                    <a:pt x="154" y="1"/>
                  </a:moveTo>
                  <a:cubicBezTo>
                    <a:pt x="72" y="1"/>
                    <a:pt x="0" y="72"/>
                    <a:pt x="0" y="154"/>
                  </a:cubicBezTo>
                  <a:cubicBezTo>
                    <a:pt x="0" y="237"/>
                    <a:pt x="72" y="308"/>
                    <a:pt x="154" y="308"/>
                  </a:cubicBezTo>
                  <a:cubicBezTo>
                    <a:pt x="237" y="308"/>
                    <a:pt x="308" y="237"/>
                    <a:pt x="308" y="154"/>
                  </a:cubicBezTo>
                  <a:cubicBezTo>
                    <a:pt x="308" y="72"/>
                    <a:pt x="237" y="1"/>
                    <a:pt x="15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6"/>
            <p:cNvSpPr/>
            <p:nvPr/>
          </p:nvSpPr>
          <p:spPr>
            <a:xfrm>
              <a:off x="8687690" y="2951013"/>
              <a:ext cx="34919" cy="35511"/>
            </a:xfrm>
            <a:custGeom>
              <a:avLst/>
              <a:gdLst/>
              <a:ahLst/>
              <a:cxnLst/>
              <a:rect l="l" t="t" r="r" b="b"/>
              <a:pathLst>
                <a:path w="177" h="180" extrusionOk="0">
                  <a:moveTo>
                    <a:pt x="94" y="1"/>
                  </a:moveTo>
                  <a:cubicBezTo>
                    <a:pt x="35" y="1"/>
                    <a:pt x="1" y="49"/>
                    <a:pt x="1" y="97"/>
                  </a:cubicBezTo>
                  <a:cubicBezTo>
                    <a:pt x="1" y="143"/>
                    <a:pt x="35" y="180"/>
                    <a:pt x="94" y="180"/>
                  </a:cubicBezTo>
                  <a:cubicBezTo>
                    <a:pt x="143" y="180"/>
                    <a:pt x="177" y="143"/>
                    <a:pt x="177" y="97"/>
                  </a:cubicBezTo>
                  <a:cubicBezTo>
                    <a:pt x="177" y="49"/>
                    <a:pt x="143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6"/>
            <p:cNvSpPr/>
            <p:nvPr/>
          </p:nvSpPr>
          <p:spPr>
            <a:xfrm>
              <a:off x="8942585" y="2860064"/>
              <a:ext cx="34919" cy="35116"/>
            </a:xfrm>
            <a:custGeom>
              <a:avLst/>
              <a:gdLst/>
              <a:ahLst/>
              <a:cxnLst/>
              <a:rect l="l" t="t" r="r" b="b"/>
              <a:pathLst>
                <a:path w="177" h="178" extrusionOk="0">
                  <a:moveTo>
                    <a:pt x="83" y="1"/>
                  </a:moveTo>
                  <a:cubicBezTo>
                    <a:pt x="34" y="1"/>
                    <a:pt x="0" y="35"/>
                    <a:pt x="0" y="83"/>
                  </a:cubicBezTo>
                  <a:cubicBezTo>
                    <a:pt x="0" y="143"/>
                    <a:pt x="34" y="177"/>
                    <a:pt x="83" y="177"/>
                  </a:cubicBezTo>
                  <a:cubicBezTo>
                    <a:pt x="131" y="177"/>
                    <a:pt x="177" y="143"/>
                    <a:pt x="177" y="83"/>
                  </a:cubicBezTo>
                  <a:cubicBezTo>
                    <a:pt x="177" y="35"/>
                    <a:pt x="131" y="1"/>
                    <a:pt x="8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6"/>
            <p:cNvSpPr/>
            <p:nvPr/>
          </p:nvSpPr>
          <p:spPr>
            <a:xfrm>
              <a:off x="8666383" y="3189533"/>
              <a:ext cx="56226" cy="56423"/>
            </a:xfrm>
            <a:custGeom>
              <a:avLst/>
              <a:gdLst/>
              <a:ahLst/>
              <a:cxnLst/>
              <a:rect l="l" t="t" r="r" b="b"/>
              <a:pathLst>
                <a:path w="285" h="28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26"/>
                    <a:pt x="72" y="285"/>
                    <a:pt x="143" y="285"/>
                  </a:cubicBezTo>
                  <a:cubicBezTo>
                    <a:pt x="225" y="285"/>
                    <a:pt x="285" y="226"/>
                    <a:pt x="285" y="143"/>
                  </a:cubicBezTo>
                  <a:cubicBezTo>
                    <a:pt x="285" y="72"/>
                    <a:pt x="225" y="1"/>
                    <a:pt x="14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365111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/>
          <p:nvPr/>
        </p:nvSpPr>
        <p:spPr>
          <a:xfrm flipH="1">
            <a:off x="4316808" y="18151"/>
            <a:ext cx="4834880" cy="5143529"/>
          </a:xfrm>
          <a:custGeom>
            <a:avLst/>
            <a:gdLst/>
            <a:ahLst/>
            <a:cxnLst/>
            <a:rect l="l" t="t" r="r" b="b"/>
            <a:pathLst>
              <a:path w="22288" h="23710" extrusionOk="0">
                <a:moveTo>
                  <a:pt x="1" y="0"/>
                </a:moveTo>
                <a:lnTo>
                  <a:pt x="1" y="23710"/>
                </a:lnTo>
                <a:lnTo>
                  <a:pt x="22014" y="23710"/>
                </a:lnTo>
                <a:cubicBezTo>
                  <a:pt x="22288" y="22262"/>
                  <a:pt x="21895" y="20708"/>
                  <a:pt x="20817" y="19585"/>
                </a:cubicBezTo>
                <a:cubicBezTo>
                  <a:pt x="19488" y="18256"/>
                  <a:pt x="17594" y="17972"/>
                  <a:pt x="15980" y="17166"/>
                </a:cubicBezTo>
                <a:cubicBezTo>
                  <a:pt x="14510" y="16407"/>
                  <a:pt x="13184" y="15363"/>
                  <a:pt x="12851" y="13656"/>
                </a:cubicBezTo>
                <a:cubicBezTo>
                  <a:pt x="12615" y="12472"/>
                  <a:pt x="12803" y="11428"/>
                  <a:pt x="13136" y="10290"/>
                </a:cubicBezTo>
                <a:cubicBezTo>
                  <a:pt x="13136" y="10242"/>
                  <a:pt x="13278" y="10054"/>
                  <a:pt x="13278" y="10006"/>
                </a:cubicBezTo>
                <a:cubicBezTo>
                  <a:pt x="13420" y="9628"/>
                  <a:pt x="13562" y="9295"/>
                  <a:pt x="13798" y="8962"/>
                </a:cubicBezTo>
                <a:lnTo>
                  <a:pt x="13847" y="8868"/>
                </a:lnTo>
                <a:cubicBezTo>
                  <a:pt x="14985" y="7255"/>
                  <a:pt x="14464" y="4410"/>
                  <a:pt x="14012" y="3320"/>
                </a:cubicBezTo>
                <a:cubicBezTo>
                  <a:pt x="13397" y="1838"/>
                  <a:pt x="11571" y="382"/>
                  <a:pt x="9602" y="0"/>
                </a:cubicBezTo>
                <a:close/>
              </a:path>
            </a:pathLst>
          </a:custGeom>
          <a:solidFill>
            <a:srgbClr val="EAE3FF">
              <a:alpha val="125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0" name="Google Shape;60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7"/>
          <p:cNvSpPr txBox="1">
            <a:spLocks noGrp="1"/>
          </p:cNvSpPr>
          <p:nvPr>
            <p:ph type="title"/>
          </p:nvPr>
        </p:nvSpPr>
        <p:spPr>
          <a:xfrm>
            <a:off x="720010" y="529475"/>
            <a:ext cx="7704000" cy="51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2" name="Google Shape;62;p7"/>
          <p:cNvSpPr txBox="1">
            <a:spLocks noGrp="1"/>
          </p:cNvSpPr>
          <p:nvPr>
            <p:ph type="subTitle" idx="1"/>
          </p:nvPr>
        </p:nvSpPr>
        <p:spPr>
          <a:xfrm>
            <a:off x="720000" y="1625900"/>
            <a:ext cx="4709100" cy="20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245595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  <a:defRPr/>
            </a:lvl1pPr>
            <a:lvl2pPr lvl="1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2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199738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8"/>
          <p:cNvSpPr/>
          <p:nvPr/>
        </p:nvSpPr>
        <p:spPr>
          <a:xfrm>
            <a:off x="1080150" y="3293451"/>
            <a:ext cx="6983705" cy="2049424"/>
          </a:xfrm>
          <a:custGeom>
            <a:avLst/>
            <a:gdLst/>
            <a:ahLst/>
            <a:cxnLst/>
            <a:rect l="l" t="t" r="r" b="b"/>
            <a:pathLst>
              <a:path w="7765" h="3261" extrusionOk="0">
                <a:moveTo>
                  <a:pt x="2228" y="1"/>
                </a:moveTo>
                <a:cubicBezTo>
                  <a:pt x="1887" y="1"/>
                  <a:pt x="1588" y="251"/>
                  <a:pt x="1565" y="581"/>
                </a:cubicBezTo>
                <a:lnTo>
                  <a:pt x="1565" y="689"/>
                </a:lnTo>
                <a:cubicBezTo>
                  <a:pt x="1588" y="937"/>
                  <a:pt x="1412" y="1150"/>
                  <a:pt x="1176" y="1150"/>
                </a:cubicBezTo>
                <a:lnTo>
                  <a:pt x="1116" y="1150"/>
                </a:lnTo>
                <a:cubicBezTo>
                  <a:pt x="547" y="1150"/>
                  <a:pt x="60" y="1588"/>
                  <a:pt x="23" y="2146"/>
                </a:cubicBezTo>
                <a:cubicBezTo>
                  <a:pt x="1" y="2763"/>
                  <a:pt x="487" y="3261"/>
                  <a:pt x="1090" y="3261"/>
                </a:cubicBezTo>
                <a:lnTo>
                  <a:pt x="6686" y="3261"/>
                </a:lnTo>
                <a:cubicBezTo>
                  <a:pt x="7278" y="3261"/>
                  <a:pt x="7764" y="2763"/>
                  <a:pt x="7742" y="2146"/>
                </a:cubicBezTo>
                <a:cubicBezTo>
                  <a:pt x="7705" y="1588"/>
                  <a:pt x="7221" y="1150"/>
                  <a:pt x="6652" y="1150"/>
                </a:cubicBezTo>
                <a:lnTo>
                  <a:pt x="6626" y="1150"/>
                </a:lnTo>
                <a:cubicBezTo>
                  <a:pt x="6390" y="1150"/>
                  <a:pt x="6211" y="937"/>
                  <a:pt x="6237" y="689"/>
                </a:cubicBezTo>
                <a:lnTo>
                  <a:pt x="6237" y="581"/>
                </a:lnTo>
                <a:cubicBezTo>
                  <a:pt x="6200" y="251"/>
                  <a:pt x="5915" y="1"/>
                  <a:pt x="5571" y="1"/>
                </a:cubicBezTo>
                <a:close/>
              </a:path>
            </a:pathLst>
          </a:custGeom>
          <a:solidFill>
            <a:srgbClr val="EAE3FF">
              <a:alpha val="125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8"/>
          <p:cNvSpPr txBox="1">
            <a:spLocks noGrp="1"/>
          </p:cNvSpPr>
          <p:nvPr>
            <p:ph type="title"/>
          </p:nvPr>
        </p:nvSpPr>
        <p:spPr>
          <a:xfrm>
            <a:off x="815250" y="1460550"/>
            <a:ext cx="7513500" cy="111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67" name="Google Shape;67;p8"/>
          <p:cNvGrpSpPr/>
          <p:nvPr/>
        </p:nvGrpSpPr>
        <p:grpSpPr>
          <a:xfrm rot="-1116533">
            <a:off x="532317" y="583864"/>
            <a:ext cx="851672" cy="870213"/>
            <a:chOff x="8666383" y="2375725"/>
            <a:chExt cx="851689" cy="870231"/>
          </a:xfrm>
        </p:grpSpPr>
        <p:sp>
          <p:nvSpPr>
            <p:cNvPr id="68" name="Google Shape;68;p8"/>
            <p:cNvSpPr/>
            <p:nvPr/>
          </p:nvSpPr>
          <p:spPr>
            <a:xfrm>
              <a:off x="9482364" y="2621544"/>
              <a:ext cx="35708" cy="37286"/>
            </a:xfrm>
            <a:custGeom>
              <a:avLst/>
              <a:gdLst/>
              <a:ahLst/>
              <a:cxnLst/>
              <a:rect l="l" t="t" r="r" b="b"/>
              <a:pathLst>
                <a:path w="181" h="189" extrusionOk="0">
                  <a:moveTo>
                    <a:pt x="98" y="1"/>
                  </a:moveTo>
                  <a:cubicBezTo>
                    <a:pt x="38" y="1"/>
                    <a:pt x="1" y="46"/>
                    <a:pt x="1" y="95"/>
                  </a:cubicBezTo>
                  <a:cubicBezTo>
                    <a:pt x="1" y="143"/>
                    <a:pt x="38" y="189"/>
                    <a:pt x="98" y="189"/>
                  </a:cubicBezTo>
                  <a:cubicBezTo>
                    <a:pt x="143" y="189"/>
                    <a:pt x="180" y="143"/>
                    <a:pt x="180" y="95"/>
                  </a:cubicBezTo>
                  <a:cubicBezTo>
                    <a:pt x="180" y="46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8"/>
            <p:cNvSpPr/>
            <p:nvPr/>
          </p:nvSpPr>
          <p:spPr>
            <a:xfrm>
              <a:off x="9110872" y="2649559"/>
              <a:ext cx="68062" cy="68260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7" y="1"/>
                  </a:moveTo>
                  <a:cubicBezTo>
                    <a:pt x="83" y="1"/>
                    <a:pt x="1" y="72"/>
                    <a:pt x="1" y="166"/>
                  </a:cubicBezTo>
                  <a:cubicBezTo>
                    <a:pt x="1" y="260"/>
                    <a:pt x="83" y="345"/>
                    <a:pt x="177" y="345"/>
                  </a:cubicBezTo>
                  <a:cubicBezTo>
                    <a:pt x="274" y="345"/>
                    <a:pt x="345" y="260"/>
                    <a:pt x="345" y="166"/>
                  </a:cubicBezTo>
                  <a:cubicBezTo>
                    <a:pt x="345" y="72"/>
                    <a:pt x="274" y="1"/>
                    <a:pt x="177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8"/>
            <p:cNvSpPr/>
            <p:nvPr/>
          </p:nvSpPr>
          <p:spPr>
            <a:xfrm>
              <a:off x="9365767" y="2838757"/>
              <a:ext cx="44389" cy="42416"/>
            </a:xfrm>
            <a:custGeom>
              <a:avLst/>
              <a:gdLst/>
              <a:ahLst/>
              <a:cxnLst/>
              <a:rect l="l" t="t" r="r" b="b"/>
              <a:pathLst>
                <a:path w="225" h="215" extrusionOk="0">
                  <a:moveTo>
                    <a:pt x="120" y="1"/>
                  </a:moveTo>
                  <a:cubicBezTo>
                    <a:pt x="49" y="1"/>
                    <a:pt x="0" y="49"/>
                    <a:pt x="0" y="109"/>
                  </a:cubicBezTo>
                  <a:cubicBezTo>
                    <a:pt x="0" y="169"/>
                    <a:pt x="49" y="214"/>
                    <a:pt x="120" y="214"/>
                  </a:cubicBezTo>
                  <a:cubicBezTo>
                    <a:pt x="179" y="214"/>
                    <a:pt x="225" y="169"/>
                    <a:pt x="225" y="109"/>
                  </a:cubicBezTo>
                  <a:cubicBezTo>
                    <a:pt x="225" y="49"/>
                    <a:pt x="179" y="1"/>
                    <a:pt x="12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8"/>
            <p:cNvSpPr/>
            <p:nvPr/>
          </p:nvSpPr>
          <p:spPr>
            <a:xfrm>
              <a:off x="9305002" y="2375725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>
              <a:off x="9052474" y="2495281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06"/>
                    <a:pt x="35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>
              <a:off x="9305002" y="2555848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>
              <a:off x="8825791" y="2621544"/>
              <a:ext cx="60763" cy="60763"/>
            </a:xfrm>
            <a:custGeom>
              <a:avLst/>
              <a:gdLst/>
              <a:ahLst/>
              <a:cxnLst/>
              <a:rect l="l" t="t" r="r" b="b"/>
              <a:pathLst>
                <a:path w="308" h="308" extrusionOk="0">
                  <a:moveTo>
                    <a:pt x="154" y="1"/>
                  </a:moveTo>
                  <a:cubicBezTo>
                    <a:pt x="72" y="1"/>
                    <a:pt x="0" y="72"/>
                    <a:pt x="0" y="154"/>
                  </a:cubicBezTo>
                  <a:cubicBezTo>
                    <a:pt x="0" y="237"/>
                    <a:pt x="72" y="308"/>
                    <a:pt x="154" y="308"/>
                  </a:cubicBezTo>
                  <a:cubicBezTo>
                    <a:pt x="237" y="308"/>
                    <a:pt x="308" y="237"/>
                    <a:pt x="308" y="154"/>
                  </a:cubicBezTo>
                  <a:cubicBezTo>
                    <a:pt x="308" y="72"/>
                    <a:pt x="237" y="1"/>
                    <a:pt x="15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>
              <a:off x="8687690" y="2951013"/>
              <a:ext cx="34919" cy="35511"/>
            </a:xfrm>
            <a:custGeom>
              <a:avLst/>
              <a:gdLst/>
              <a:ahLst/>
              <a:cxnLst/>
              <a:rect l="l" t="t" r="r" b="b"/>
              <a:pathLst>
                <a:path w="177" h="180" extrusionOk="0">
                  <a:moveTo>
                    <a:pt x="94" y="1"/>
                  </a:moveTo>
                  <a:cubicBezTo>
                    <a:pt x="35" y="1"/>
                    <a:pt x="1" y="49"/>
                    <a:pt x="1" y="97"/>
                  </a:cubicBezTo>
                  <a:cubicBezTo>
                    <a:pt x="1" y="143"/>
                    <a:pt x="35" y="180"/>
                    <a:pt x="94" y="180"/>
                  </a:cubicBezTo>
                  <a:cubicBezTo>
                    <a:pt x="143" y="180"/>
                    <a:pt x="177" y="143"/>
                    <a:pt x="177" y="97"/>
                  </a:cubicBezTo>
                  <a:cubicBezTo>
                    <a:pt x="177" y="49"/>
                    <a:pt x="143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>
              <a:off x="8942585" y="2860064"/>
              <a:ext cx="34919" cy="35116"/>
            </a:xfrm>
            <a:custGeom>
              <a:avLst/>
              <a:gdLst/>
              <a:ahLst/>
              <a:cxnLst/>
              <a:rect l="l" t="t" r="r" b="b"/>
              <a:pathLst>
                <a:path w="177" h="178" extrusionOk="0">
                  <a:moveTo>
                    <a:pt x="83" y="1"/>
                  </a:moveTo>
                  <a:cubicBezTo>
                    <a:pt x="34" y="1"/>
                    <a:pt x="0" y="35"/>
                    <a:pt x="0" y="83"/>
                  </a:cubicBezTo>
                  <a:cubicBezTo>
                    <a:pt x="0" y="143"/>
                    <a:pt x="34" y="177"/>
                    <a:pt x="83" y="177"/>
                  </a:cubicBezTo>
                  <a:cubicBezTo>
                    <a:pt x="131" y="177"/>
                    <a:pt x="177" y="143"/>
                    <a:pt x="177" y="83"/>
                  </a:cubicBezTo>
                  <a:cubicBezTo>
                    <a:pt x="177" y="35"/>
                    <a:pt x="131" y="1"/>
                    <a:pt x="8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>
              <a:off x="8666383" y="3189533"/>
              <a:ext cx="56226" cy="56423"/>
            </a:xfrm>
            <a:custGeom>
              <a:avLst/>
              <a:gdLst/>
              <a:ahLst/>
              <a:cxnLst/>
              <a:rect l="l" t="t" r="r" b="b"/>
              <a:pathLst>
                <a:path w="285" h="28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26"/>
                    <a:pt x="72" y="285"/>
                    <a:pt x="143" y="285"/>
                  </a:cubicBezTo>
                  <a:cubicBezTo>
                    <a:pt x="225" y="285"/>
                    <a:pt x="285" y="226"/>
                    <a:pt x="285" y="143"/>
                  </a:cubicBezTo>
                  <a:cubicBezTo>
                    <a:pt x="285" y="72"/>
                    <a:pt x="225" y="1"/>
                    <a:pt x="14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" name="Google Shape;78;p8"/>
          <p:cNvGrpSpPr/>
          <p:nvPr/>
        </p:nvGrpSpPr>
        <p:grpSpPr>
          <a:xfrm rot="-1610815">
            <a:off x="7630887" y="489963"/>
            <a:ext cx="765575" cy="1014407"/>
            <a:chOff x="10553113" y="2917802"/>
            <a:chExt cx="765589" cy="1014425"/>
          </a:xfrm>
        </p:grpSpPr>
        <p:sp>
          <p:nvSpPr>
            <p:cNvPr id="79" name="Google Shape;79;p8"/>
            <p:cNvSpPr/>
            <p:nvPr/>
          </p:nvSpPr>
          <p:spPr>
            <a:xfrm>
              <a:off x="10809728" y="3721301"/>
              <a:ext cx="37878" cy="37878"/>
            </a:xfrm>
            <a:custGeom>
              <a:avLst/>
              <a:gdLst/>
              <a:ahLst/>
              <a:cxnLst/>
              <a:rect l="l" t="t" r="r" b="b"/>
              <a:pathLst>
                <a:path w="192" h="192" extrusionOk="0">
                  <a:moveTo>
                    <a:pt x="98" y="1"/>
                  </a:moveTo>
                  <a:cubicBezTo>
                    <a:pt x="38" y="1"/>
                    <a:pt x="1" y="35"/>
                    <a:pt x="1" y="95"/>
                  </a:cubicBezTo>
                  <a:cubicBezTo>
                    <a:pt x="1" y="143"/>
                    <a:pt x="38" y="192"/>
                    <a:pt x="98" y="192"/>
                  </a:cubicBezTo>
                  <a:cubicBezTo>
                    <a:pt x="143" y="192"/>
                    <a:pt x="191" y="143"/>
                    <a:pt x="191" y="95"/>
                  </a:cubicBezTo>
                  <a:cubicBezTo>
                    <a:pt x="191" y="35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>
              <a:off x="10945362" y="3007911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17"/>
                    <a:pt x="35" y="143"/>
                    <a:pt x="72" y="143"/>
                  </a:cubicBezTo>
                  <a:cubicBezTo>
                    <a:pt x="106" y="143"/>
                    <a:pt x="143" y="117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>
              <a:off x="11089455" y="3126813"/>
              <a:ext cx="28211" cy="28409"/>
            </a:xfrm>
            <a:custGeom>
              <a:avLst/>
              <a:gdLst/>
              <a:ahLst/>
              <a:cxnLst/>
              <a:rect l="l" t="t" r="r" b="b"/>
              <a:pathLst>
                <a:path w="143" h="144" extrusionOk="0">
                  <a:moveTo>
                    <a:pt x="72" y="1"/>
                  </a:moveTo>
                  <a:cubicBezTo>
                    <a:pt x="23" y="1"/>
                    <a:pt x="0" y="24"/>
                    <a:pt x="0" y="72"/>
                  </a:cubicBezTo>
                  <a:cubicBezTo>
                    <a:pt x="0" y="106"/>
                    <a:pt x="23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24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10553113" y="3161221"/>
              <a:ext cx="37878" cy="37878"/>
            </a:xfrm>
            <a:custGeom>
              <a:avLst/>
              <a:gdLst/>
              <a:ahLst/>
              <a:cxnLst/>
              <a:rect l="l" t="t" r="r" b="b"/>
              <a:pathLst>
                <a:path w="192" h="192" extrusionOk="0">
                  <a:moveTo>
                    <a:pt x="94" y="1"/>
                  </a:moveTo>
                  <a:cubicBezTo>
                    <a:pt x="49" y="1"/>
                    <a:pt x="1" y="35"/>
                    <a:pt x="1" y="95"/>
                  </a:cubicBezTo>
                  <a:cubicBezTo>
                    <a:pt x="1" y="143"/>
                    <a:pt x="49" y="191"/>
                    <a:pt x="94" y="191"/>
                  </a:cubicBezTo>
                  <a:cubicBezTo>
                    <a:pt x="154" y="191"/>
                    <a:pt x="191" y="143"/>
                    <a:pt x="191" y="95"/>
                  </a:cubicBezTo>
                  <a:cubicBezTo>
                    <a:pt x="191" y="35"/>
                    <a:pt x="154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11009164" y="3611188"/>
              <a:ext cx="40048" cy="40048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4" y="0"/>
                  </a:moveTo>
                  <a:cubicBezTo>
                    <a:pt x="46" y="0"/>
                    <a:pt x="0" y="37"/>
                    <a:pt x="0" y="97"/>
                  </a:cubicBezTo>
                  <a:cubicBezTo>
                    <a:pt x="0" y="154"/>
                    <a:pt x="46" y="202"/>
                    <a:pt x="94" y="202"/>
                  </a:cubicBezTo>
                  <a:cubicBezTo>
                    <a:pt x="154" y="202"/>
                    <a:pt x="202" y="154"/>
                    <a:pt x="202" y="97"/>
                  </a:cubicBezTo>
                  <a:cubicBezTo>
                    <a:pt x="202" y="37"/>
                    <a:pt x="154" y="0"/>
                    <a:pt x="94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>
              <a:off x="11052293" y="3892770"/>
              <a:ext cx="40048" cy="39457"/>
            </a:xfrm>
            <a:custGeom>
              <a:avLst/>
              <a:gdLst/>
              <a:ahLst/>
              <a:cxnLst/>
              <a:rect l="l" t="t" r="r" b="b"/>
              <a:pathLst>
                <a:path w="203" h="200" extrusionOk="0">
                  <a:moveTo>
                    <a:pt x="109" y="1"/>
                  </a:moveTo>
                  <a:cubicBezTo>
                    <a:pt x="49" y="1"/>
                    <a:pt x="1" y="46"/>
                    <a:pt x="1" y="95"/>
                  </a:cubicBezTo>
                  <a:cubicBezTo>
                    <a:pt x="1" y="154"/>
                    <a:pt x="49" y="200"/>
                    <a:pt x="109" y="200"/>
                  </a:cubicBezTo>
                  <a:cubicBezTo>
                    <a:pt x="169" y="200"/>
                    <a:pt x="203" y="154"/>
                    <a:pt x="203" y="95"/>
                  </a:cubicBezTo>
                  <a:cubicBezTo>
                    <a:pt x="203" y="46"/>
                    <a:pt x="169" y="1"/>
                    <a:pt x="109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>
              <a:off x="10710395" y="3476725"/>
              <a:ext cx="26041" cy="23279"/>
            </a:xfrm>
            <a:custGeom>
              <a:avLst/>
              <a:gdLst/>
              <a:ahLst/>
              <a:cxnLst/>
              <a:rect l="l" t="t" r="r" b="b"/>
              <a:pathLst>
                <a:path w="132" h="118" extrusionOk="0">
                  <a:moveTo>
                    <a:pt x="72" y="1"/>
                  </a:moveTo>
                  <a:cubicBezTo>
                    <a:pt x="38" y="1"/>
                    <a:pt x="1" y="24"/>
                    <a:pt x="1" y="58"/>
                  </a:cubicBezTo>
                  <a:cubicBezTo>
                    <a:pt x="1" y="95"/>
                    <a:pt x="38" y="118"/>
                    <a:pt x="72" y="118"/>
                  </a:cubicBezTo>
                  <a:cubicBezTo>
                    <a:pt x="109" y="118"/>
                    <a:pt x="132" y="95"/>
                    <a:pt x="132" y="58"/>
                  </a:cubicBezTo>
                  <a:cubicBezTo>
                    <a:pt x="132" y="24"/>
                    <a:pt x="109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>
              <a:off x="11292661" y="3557293"/>
              <a:ext cx="26041" cy="25647"/>
            </a:xfrm>
            <a:custGeom>
              <a:avLst/>
              <a:gdLst/>
              <a:ahLst/>
              <a:cxnLst/>
              <a:rect l="l" t="t" r="r" b="b"/>
              <a:pathLst>
                <a:path w="132" h="130" extrusionOk="0">
                  <a:moveTo>
                    <a:pt x="60" y="1"/>
                  </a:moveTo>
                  <a:cubicBezTo>
                    <a:pt x="23" y="1"/>
                    <a:pt x="0" y="35"/>
                    <a:pt x="0" y="72"/>
                  </a:cubicBezTo>
                  <a:cubicBezTo>
                    <a:pt x="0" y="95"/>
                    <a:pt x="23" y="129"/>
                    <a:pt x="60" y="129"/>
                  </a:cubicBezTo>
                  <a:cubicBezTo>
                    <a:pt x="94" y="129"/>
                    <a:pt x="131" y="95"/>
                    <a:pt x="131" y="72"/>
                  </a:cubicBezTo>
                  <a:cubicBezTo>
                    <a:pt x="131" y="35"/>
                    <a:pt x="94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11168567" y="3905307"/>
              <a:ext cx="23871" cy="26041"/>
            </a:xfrm>
            <a:custGeom>
              <a:avLst/>
              <a:gdLst/>
              <a:ahLst/>
              <a:cxnLst/>
              <a:rect l="l" t="t" r="r" b="b"/>
              <a:pathLst>
                <a:path w="121" h="132" extrusionOk="0">
                  <a:moveTo>
                    <a:pt x="60" y="1"/>
                  </a:moveTo>
                  <a:cubicBezTo>
                    <a:pt x="26" y="1"/>
                    <a:pt x="1" y="38"/>
                    <a:pt x="1" y="72"/>
                  </a:cubicBezTo>
                  <a:cubicBezTo>
                    <a:pt x="1" y="98"/>
                    <a:pt x="26" y="132"/>
                    <a:pt x="60" y="132"/>
                  </a:cubicBezTo>
                  <a:cubicBezTo>
                    <a:pt x="97" y="132"/>
                    <a:pt x="120" y="98"/>
                    <a:pt x="120" y="72"/>
                  </a:cubicBezTo>
                  <a:cubicBezTo>
                    <a:pt x="120" y="38"/>
                    <a:pt x="97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11124177" y="3491794"/>
              <a:ext cx="26041" cy="25844"/>
            </a:xfrm>
            <a:custGeom>
              <a:avLst/>
              <a:gdLst/>
              <a:ahLst/>
              <a:cxnLst/>
              <a:rect l="l" t="t" r="r" b="b"/>
              <a:pathLst>
                <a:path w="132" h="131" extrusionOk="0">
                  <a:moveTo>
                    <a:pt x="72" y="0"/>
                  </a:moveTo>
                  <a:cubicBezTo>
                    <a:pt x="38" y="0"/>
                    <a:pt x="1" y="23"/>
                    <a:pt x="1" y="71"/>
                  </a:cubicBezTo>
                  <a:cubicBezTo>
                    <a:pt x="1" y="105"/>
                    <a:pt x="38" y="131"/>
                    <a:pt x="72" y="131"/>
                  </a:cubicBezTo>
                  <a:cubicBezTo>
                    <a:pt x="109" y="131"/>
                    <a:pt x="132" y="105"/>
                    <a:pt x="132" y="71"/>
                  </a:cubicBezTo>
                  <a:cubicBezTo>
                    <a:pt x="132" y="23"/>
                    <a:pt x="109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8"/>
            <p:cNvSpPr/>
            <p:nvPr/>
          </p:nvSpPr>
          <p:spPr>
            <a:xfrm>
              <a:off x="10685239" y="2917802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0"/>
                  </a:moveTo>
                  <a:cubicBezTo>
                    <a:pt x="26" y="0"/>
                    <a:pt x="1" y="37"/>
                    <a:pt x="1" y="72"/>
                  </a:cubicBezTo>
                  <a:cubicBezTo>
                    <a:pt x="1" y="109"/>
                    <a:pt x="26" y="131"/>
                    <a:pt x="61" y="131"/>
                  </a:cubicBezTo>
                  <a:cubicBezTo>
                    <a:pt x="98" y="131"/>
                    <a:pt x="132" y="109"/>
                    <a:pt x="132" y="72"/>
                  </a:cubicBezTo>
                  <a:cubicBezTo>
                    <a:pt x="132" y="37"/>
                    <a:pt x="98" y="0"/>
                    <a:pt x="61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8"/>
            <p:cNvSpPr/>
            <p:nvPr/>
          </p:nvSpPr>
          <p:spPr>
            <a:xfrm>
              <a:off x="11182766" y="2945755"/>
              <a:ext cx="23674" cy="26041"/>
            </a:xfrm>
            <a:custGeom>
              <a:avLst/>
              <a:gdLst/>
              <a:ahLst/>
              <a:cxnLst/>
              <a:rect l="l" t="t" r="r" b="b"/>
              <a:pathLst>
                <a:path w="120" h="132" extrusionOk="0">
                  <a:moveTo>
                    <a:pt x="60" y="0"/>
                  </a:moveTo>
                  <a:cubicBezTo>
                    <a:pt x="23" y="0"/>
                    <a:pt x="0" y="23"/>
                    <a:pt x="0" y="60"/>
                  </a:cubicBezTo>
                  <a:cubicBezTo>
                    <a:pt x="0" y="94"/>
                    <a:pt x="23" y="131"/>
                    <a:pt x="60" y="131"/>
                  </a:cubicBezTo>
                  <a:cubicBezTo>
                    <a:pt x="94" y="131"/>
                    <a:pt x="120" y="94"/>
                    <a:pt x="120" y="60"/>
                  </a:cubicBezTo>
                  <a:cubicBezTo>
                    <a:pt x="120" y="23"/>
                    <a:pt x="94" y="0"/>
                    <a:pt x="60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11233464" y="3196556"/>
              <a:ext cx="20912" cy="20912"/>
            </a:xfrm>
            <a:custGeom>
              <a:avLst/>
              <a:gdLst/>
              <a:ahLst/>
              <a:cxnLst/>
              <a:rect l="l" t="t" r="r" b="b"/>
              <a:pathLst>
                <a:path w="106" h="106" extrusionOk="0">
                  <a:moveTo>
                    <a:pt x="46" y="0"/>
                  </a:moveTo>
                  <a:cubicBezTo>
                    <a:pt x="23" y="0"/>
                    <a:pt x="0" y="23"/>
                    <a:pt x="0" y="48"/>
                  </a:cubicBezTo>
                  <a:cubicBezTo>
                    <a:pt x="0" y="83"/>
                    <a:pt x="23" y="105"/>
                    <a:pt x="46" y="105"/>
                  </a:cubicBezTo>
                  <a:cubicBezTo>
                    <a:pt x="83" y="105"/>
                    <a:pt x="105" y="83"/>
                    <a:pt x="105" y="48"/>
                  </a:cubicBezTo>
                  <a:cubicBezTo>
                    <a:pt x="105" y="23"/>
                    <a:pt x="83" y="0"/>
                    <a:pt x="46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407368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9"/>
          <p:cNvSpPr txBox="1">
            <a:spLocks noGrp="1"/>
          </p:cNvSpPr>
          <p:nvPr>
            <p:ph type="title"/>
          </p:nvPr>
        </p:nvSpPr>
        <p:spPr>
          <a:xfrm>
            <a:off x="4196710" y="1664150"/>
            <a:ext cx="4227300" cy="91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5" name="Google Shape;95;p9"/>
          <p:cNvSpPr txBox="1">
            <a:spLocks noGrp="1"/>
          </p:cNvSpPr>
          <p:nvPr>
            <p:ph type="subTitle" idx="1"/>
          </p:nvPr>
        </p:nvSpPr>
        <p:spPr>
          <a:xfrm>
            <a:off x="4085800" y="2429250"/>
            <a:ext cx="4338300" cy="16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●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○"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■"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●"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○"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■"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●"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○"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■"/>
              <a:defRPr sz="2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058227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0"/>
          <p:cNvSpPr txBox="1">
            <a:spLocks noGrp="1"/>
          </p:cNvSpPr>
          <p:nvPr>
            <p:ph type="title"/>
          </p:nvPr>
        </p:nvSpPr>
        <p:spPr>
          <a:xfrm>
            <a:off x="720000" y="4078475"/>
            <a:ext cx="7704000" cy="524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99" name="Google Shape;99;p10"/>
          <p:cNvGrpSpPr/>
          <p:nvPr/>
        </p:nvGrpSpPr>
        <p:grpSpPr>
          <a:xfrm rot="-1116533">
            <a:off x="150792" y="209564"/>
            <a:ext cx="851672" cy="870213"/>
            <a:chOff x="8666383" y="2375725"/>
            <a:chExt cx="851689" cy="870231"/>
          </a:xfrm>
        </p:grpSpPr>
        <p:sp>
          <p:nvSpPr>
            <p:cNvPr id="100" name="Google Shape;100;p10"/>
            <p:cNvSpPr/>
            <p:nvPr/>
          </p:nvSpPr>
          <p:spPr>
            <a:xfrm>
              <a:off x="9482364" y="2621544"/>
              <a:ext cx="35708" cy="37286"/>
            </a:xfrm>
            <a:custGeom>
              <a:avLst/>
              <a:gdLst/>
              <a:ahLst/>
              <a:cxnLst/>
              <a:rect l="l" t="t" r="r" b="b"/>
              <a:pathLst>
                <a:path w="181" h="189" extrusionOk="0">
                  <a:moveTo>
                    <a:pt x="98" y="1"/>
                  </a:moveTo>
                  <a:cubicBezTo>
                    <a:pt x="38" y="1"/>
                    <a:pt x="1" y="46"/>
                    <a:pt x="1" y="95"/>
                  </a:cubicBezTo>
                  <a:cubicBezTo>
                    <a:pt x="1" y="143"/>
                    <a:pt x="38" y="189"/>
                    <a:pt x="98" y="189"/>
                  </a:cubicBezTo>
                  <a:cubicBezTo>
                    <a:pt x="143" y="189"/>
                    <a:pt x="180" y="143"/>
                    <a:pt x="180" y="95"/>
                  </a:cubicBezTo>
                  <a:cubicBezTo>
                    <a:pt x="180" y="46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0"/>
            <p:cNvSpPr/>
            <p:nvPr/>
          </p:nvSpPr>
          <p:spPr>
            <a:xfrm>
              <a:off x="9110872" y="2649559"/>
              <a:ext cx="68062" cy="68260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7" y="1"/>
                  </a:moveTo>
                  <a:cubicBezTo>
                    <a:pt x="83" y="1"/>
                    <a:pt x="1" y="72"/>
                    <a:pt x="1" y="166"/>
                  </a:cubicBezTo>
                  <a:cubicBezTo>
                    <a:pt x="1" y="260"/>
                    <a:pt x="83" y="345"/>
                    <a:pt x="177" y="345"/>
                  </a:cubicBezTo>
                  <a:cubicBezTo>
                    <a:pt x="274" y="345"/>
                    <a:pt x="345" y="260"/>
                    <a:pt x="345" y="166"/>
                  </a:cubicBezTo>
                  <a:cubicBezTo>
                    <a:pt x="345" y="72"/>
                    <a:pt x="274" y="1"/>
                    <a:pt x="177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>
              <a:off x="9365767" y="2838757"/>
              <a:ext cx="44389" cy="42416"/>
            </a:xfrm>
            <a:custGeom>
              <a:avLst/>
              <a:gdLst/>
              <a:ahLst/>
              <a:cxnLst/>
              <a:rect l="l" t="t" r="r" b="b"/>
              <a:pathLst>
                <a:path w="225" h="215" extrusionOk="0">
                  <a:moveTo>
                    <a:pt x="120" y="1"/>
                  </a:moveTo>
                  <a:cubicBezTo>
                    <a:pt x="49" y="1"/>
                    <a:pt x="0" y="49"/>
                    <a:pt x="0" y="109"/>
                  </a:cubicBezTo>
                  <a:cubicBezTo>
                    <a:pt x="0" y="169"/>
                    <a:pt x="49" y="214"/>
                    <a:pt x="120" y="214"/>
                  </a:cubicBezTo>
                  <a:cubicBezTo>
                    <a:pt x="179" y="214"/>
                    <a:pt x="225" y="169"/>
                    <a:pt x="225" y="109"/>
                  </a:cubicBezTo>
                  <a:cubicBezTo>
                    <a:pt x="225" y="49"/>
                    <a:pt x="179" y="1"/>
                    <a:pt x="12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0"/>
            <p:cNvSpPr/>
            <p:nvPr/>
          </p:nvSpPr>
          <p:spPr>
            <a:xfrm>
              <a:off x="9305002" y="2375725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0"/>
            <p:cNvSpPr/>
            <p:nvPr/>
          </p:nvSpPr>
          <p:spPr>
            <a:xfrm>
              <a:off x="9052474" y="2495281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06"/>
                    <a:pt x="35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0"/>
            <p:cNvSpPr/>
            <p:nvPr/>
          </p:nvSpPr>
          <p:spPr>
            <a:xfrm>
              <a:off x="9305002" y="2555848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0"/>
            <p:cNvSpPr/>
            <p:nvPr/>
          </p:nvSpPr>
          <p:spPr>
            <a:xfrm>
              <a:off x="8825791" y="2621544"/>
              <a:ext cx="60763" cy="60763"/>
            </a:xfrm>
            <a:custGeom>
              <a:avLst/>
              <a:gdLst/>
              <a:ahLst/>
              <a:cxnLst/>
              <a:rect l="l" t="t" r="r" b="b"/>
              <a:pathLst>
                <a:path w="308" h="308" extrusionOk="0">
                  <a:moveTo>
                    <a:pt x="154" y="1"/>
                  </a:moveTo>
                  <a:cubicBezTo>
                    <a:pt x="72" y="1"/>
                    <a:pt x="0" y="72"/>
                    <a:pt x="0" y="154"/>
                  </a:cubicBezTo>
                  <a:cubicBezTo>
                    <a:pt x="0" y="237"/>
                    <a:pt x="72" y="308"/>
                    <a:pt x="154" y="308"/>
                  </a:cubicBezTo>
                  <a:cubicBezTo>
                    <a:pt x="237" y="308"/>
                    <a:pt x="308" y="237"/>
                    <a:pt x="308" y="154"/>
                  </a:cubicBezTo>
                  <a:cubicBezTo>
                    <a:pt x="308" y="72"/>
                    <a:pt x="237" y="1"/>
                    <a:pt x="15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0"/>
            <p:cNvSpPr/>
            <p:nvPr/>
          </p:nvSpPr>
          <p:spPr>
            <a:xfrm>
              <a:off x="8687690" y="2951013"/>
              <a:ext cx="34919" cy="35511"/>
            </a:xfrm>
            <a:custGeom>
              <a:avLst/>
              <a:gdLst/>
              <a:ahLst/>
              <a:cxnLst/>
              <a:rect l="l" t="t" r="r" b="b"/>
              <a:pathLst>
                <a:path w="177" h="180" extrusionOk="0">
                  <a:moveTo>
                    <a:pt x="94" y="1"/>
                  </a:moveTo>
                  <a:cubicBezTo>
                    <a:pt x="35" y="1"/>
                    <a:pt x="1" y="49"/>
                    <a:pt x="1" y="97"/>
                  </a:cubicBezTo>
                  <a:cubicBezTo>
                    <a:pt x="1" y="143"/>
                    <a:pt x="35" y="180"/>
                    <a:pt x="94" y="180"/>
                  </a:cubicBezTo>
                  <a:cubicBezTo>
                    <a:pt x="143" y="180"/>
                    <a:pt x="177" y="143"/>
                    <a:pt x="177" y="97"/>
                  </a:cubicBezTo>
                  <a:cubicBezTo>
                    <a:pt x="177" y="49"/>
                    <a:pt x="143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0"/>
            <p:cNvSpPr/>
            <p:nvPr/>
          </p:nvSpPr>
          <p:spPr>
            <a:xfrm>
              <a:off x="8942585" y="2860064"/>
              <a:ext cx="34919" cy="35116"/>
            </a:xfrm>
            <a:custGeom>
              <a:avLst/>
              <a:gdLst/>
              <a:ahLst/>
              <a:cxnLst/>
              <a:rect l="l" t="t" r="r" b="b"/>
              <a:pathLst>
                <a:path w="177" h="178" extrusionOk="0">
                  <a:moveTo>
                    <a:pt x="83" y="1"/>
                  </a:moveTo>
                  <a:cubicBezTo>
                    <a:pt x="34" y="1"/>
                    <a:pt x="0" y="35"/>
                    <a:pt x="0" y="83"/>
                  </a:cubicBezTo>
                  <a:cubicBezTo>
                    <a:pt x="0" y="143"/>
                    <a:pt x="34" y="177"/>
                    <a:pt x="83" y="177"/>
                  </a:cubicBezTo>
                  <a:cubicBezTo>
                    <a:pt x="131" y="177"/>
                    <a:pt x="177" y="143"/>
                    <a:pt x="177" y="83"/>
                  </a:cubicBezTo>
                  <a:cubicBezTo>
                    <a:pt x="177" y="35"/>
                    <a:pt x="131" y="1"/>
                    <a:pt x="8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0"/>
            <p:cNvSpPr/>
            <p:nvPr/>
          </p:nvSpPr>
          <p:spPr>
            <a:xfrm>
              <a:off x="8666383" y="3189533"/>
              <a:ext cx="56226" cy="56423"/>
            </a:xfrm>
            <a:custGeom>
              <a:avLst/>
              <a:gdLst/>
              <a:ahLst/>
              <a:cxnLst/>
              <a:rect l="l" t="t" r="r" b="b"/>
              <a:pathLst>
                <a:path w="285" h="28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26"/>
                    <a:pt x="72" y="285"/>
                    <a:pt x="143" y="285"/>
                  </a:cubicBezTo>
                  <a:cubicBezTo>
                    <a:pt x="225" y="285"/>
                    <a:pt x="285" y="226"/>
                    <a:pt x="285" y="143"/>
                  </a:cubicBezTo>
                  <a:cubicBezTo>
                    <a:pt x="285" y="72"/>
                    <a:pt x="225" y="1"/>
                    <a:pt x="14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314675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"/>
          <p:cNvSpPr/>
          <p:nvPr/>
        </p:nvSpPr>
        <p:spPr>
          <a:xfrm flipH="1">
            <a:off x="6655433" y="6825"/>
            <a:ext cx="2488567" cy="5143529"/>
          </a:xfrm>
          <a:custGeom>
            <a:avLst/>
            <a:gdLst/>
            <a:ahLst/>
            <a:cxnLst/>
            <a:rect l="l" t="t" r="r" b="b"/>
            <a:pathLst>
              <a:path w="22288" h="23710" extrusionOk="0">
                <a:moveTo>
                  <a:pt x="1" y="0"/>
                </a:moveTo>
                <a:lnTo>
                  <a:pt x="1" y="23710"/>
                </a:lnTo>
                <a:lnTo>
                  <a:pt x="22014" y="23710"/>
                </a:lnTo>
                <a:cubicBezTo>
                  <a:pt x="22288" y="22262"/>
                  <a:pt x="21895" y="20708"/>
                  <a:pt x="20817" y="19585"/>
                </a:cubicBezTo>
                <a:cubicBezTo>
                  <a:pt x="19488" y="18256"/>
                  <a:pt x="17594" y="17972"/>
                  <a:pt x="15980" y="17166"/>
                </a:cubicBezTo>
                <a:cubicBezTo>
                  <a:pt x="14510" y="16407"/>
                  <a:pt x="13184" y="15363"/>
                  <a:pt x="12851" y="13656"/>
                </a:cubicBezTo>
                <a:cubicBezTo>
                  <a:pt x="12615" y="12472"/>
                  <a:pt x="12803" y="11428"/>
                  <a:pt x="13136" y="10290"/>
                </a:cubicBezTo>
                <a:cubicBezTo>
                  <a:pt x="13136" y="10242"/>
                  <a:pt x="13278" y="10054"/>
                  <a:pt x="13278" y="10006"/>
                </a:cubicBezTo>
                <a:cubicBezTo>
                  <a:pt x="13420" y="9628"/>
                  <a:pt x="13562" y="9295"/>
                  <a:pt x="13798" y="8962"/>
                </a:cubicBezTo>
                <a:lnTo>
                  <a:pt x="13847" y="8868"/>
                </a:lnTo>
                <a:cubicBezTo>
                  <a:pt x="14985" y="7255"/>
                  <a:pt x="14464" y="4410"/>
                  <a:pt x="14012" y="3320"/>
                </a:cubicBezTo>
                <a:cubicBezTo>
                  <a:pt x="13397" y="1838"/>
                  <a:pt x="11571" y="382"/>
                  <a:pt x="9602" y="0"/>
                </a:cubicBezTo>
                <a:close/>
              </a:path>
            </a:pathLst>
          </a:custGeom>
          <a:solidFill>
            <a:srgbClr val="EAE3FF">
              <a:alpha val="125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1"/>
          <p:cNvSpPr/>
          <p:nvPr/>
        </p:nvSpPr>
        <p:spPr>
          <a:xfrm>
            <a:off x="0" y="0"/>
            <a:ext cx="3140155" cy="5143485"/>
          </a:xfrm>
          <a:custGeom>
            <a:avLst/>
            <a:gdLst/>
            <a:ahLst/>
            <a:cxnLst/>
            <a:rect l="l" t="t" r="r" b="b"/>
            <a:pathLst>
              <a:path w="14271" h="13927" extrusionOk="0">
                <a:moveTo>
                  <a:pt x="1" y="0"/>
                </a:moveTo>
                <a:lnTo>
                  <a:pt x="1" y="13926"/>
                </a:lnTo>
                <a:cubicBezTo>
                  <a:pt x="544" y="13821"/>
                  <a:pt x="1079" y="13679"/>
                  <a:pt x="1599" y="13536"/>
                </a:cubicBezTo>
                <a:cubicBezTo>
                  <a:pt x="3449" y="13061"/>
                  <a:pt x="4919" y="11593"/>
                  <a:pt x="5298" y="9647"/>
                </a:cubicBezTo>
                <a:cubicBezTo>
                  <a:pt x="5537" y="8464"/>
                  <a:pt x="4919" y="7135"/>
                  <a:pt x="5773" y="6091"/>
                </a:cubicBezTo>
                <a:cubicBezTo>
                  <a:pt x="7338" y="4197"/>
                  <a:pt x="9756" y="4669"/>
                  <a:pt x="11938" y="4291"/>
                </a:cubicBezTo>
                <a:cubicBezTo>
                  <a:pt x="12552" y="4197"/>
                  <a:pt x="13761" y="3912"/>
                  <a:pt x="14106" y="2359"/>
                </a:cubicBezTo>
                <a:cubicBezTo>
                  <a:pt x="14271" y="1835"/>
                  <a:pt x="13892" y="285"/>
                  <a:pt x="12862" y="0"/>
                </a:cubicBezTo>
                <a:close/>
              </a:path>
            </a:pathLst>
          </a:custGeom>
          <a:solidFill>
            <a:srgbClr val="EAE3FF">
              <a:alpha val="125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3" name="Google Shape;11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1"/>
          <p:cNvSpPr txBox="1">
            <a:spLocks noGrp="1"/>
          </p:cNvSpPr>
          <p:nvPr>
            <p:ph type="title" hasCustomPrompt="1"/>
          </p:nvPr>
        </p:nvSpPr>
        <p:spPr>
          <a:xfrm>
            <a:off x="2020624" y="1381525"/>
            <a:ext cx="5102700" cy="115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11"/>
          <p:cNvSpPr txBox="1">
            <a:spLocks noGrp="1"/>
          </p:cNvSpPr>
          <p:nvPr>
            <p:ph type="subTitle" idx="1"/>
          </p:nvPr>
        </p:nvSpPr>
        <p:spPr>
          <a:xfrm>
            <a:off x="1577100" y="2437675"/>
            <a:ext cx="5989800" cy="6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16" name="Google Shape;116;p11"/>
          <p:cNvGrpSpPr/>
          <p:nvPr/>
        </p:nvGrpSpPr>
        <p:grpSpPr>
          <a:xfrm rot="-1116533">
            <a:off x="7708817" y="3902539"/>
            <a:ext cx="851672" cy="870213"/>
            <a:chOff x="8666383" y="2375725"/>
            <a:chExt cx="851689" cy="870231"/>
          </a:xfrm>
        </p:grpSpPr>
        <p:sp>
          <p:nvSpPr>
            <p:cNvPr id="117" name="Google Shape;117;p11"/>
            <p:cNvSpPr/>
            <p:nvPr/>
          </p:nvSpPr>
          <p:spPr>
            <a:xfrm>
              <a:off x="9482364" y="2621544"/>
              <a:ext cx="35708" cy="37286"/>
            </a:xfrm>
            <a:custGeom>
              <a:avLst/>
              <a:gdLst/>
              <a:ahLst/>
              <a:cxnLst/>
              <a:rect l="l" t="t" r="r" b="b"/>
              <a:pathLst>
                <a:path w="181" h="189" extrusionOk="0">
                  <a:moveTo>
                    <a:pt x="98" y="1"/>
                  </a:moveTo>
                  <a:cubicBezTo>
                    <a:pt x="38" y="1"/>
                    <a:pt x="1" y="46"/>
                    <a:pt x="1" y="95"/>
                  </a:cubicBezTo>
                  <a:cubicBezTo>
                    <a:pt x="1" y="143"/>
                    <a:pt x="38" y="189"/>
                    <a:pt x="98" y="189"/>
                  </a:cubicBezTo>
                  <a:cubicBezTo>
                    <a:pt x="143" y="189"/>
                    <a:pt x="180" y="143"/>
                    <a:pt x="180" y="95"/>
                  </a:cubicBezTo>
                  <a:cubicBezTo>
                    <a:pt x="180" y="46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9110872" y="2649559"/>
              <a:ext cx="68062" cy="68260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7" y="1"/>
                  </a:moveTo>
                  <a:cubicBezTo>
                    <a:pt x="83" y="1"/>
                    <a:pt x="1" y="72"/>
                    <a:pt x="1" y="166"/>
                  </a:cubicBezTo>
                  <a:cubicBezTo>
                    <a:pt x="1" y="260"/>
                    <a:pt x="83" y="345"/>
                    <a:pt x="177" y="345"/>
                  </a:cubicBezTo>
                  <a:cubicBezTo>
                    <a:pt x="274" y="345"/>
                    <a:pt x="345" y="260"/>
                    <a:pt x="345" y="166"/>
                  </a:cubicBezTo>
                  <a:cubicBezTo>
                    <a:pt x="345" y="72"/>
                    <a:pt x="274" y="1"/>
                    <a:pt x="177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>
              <a:off x="9365767" y="2838757"/>
              <a:ext cx="44389" cy="42416"/>
            </a:xfrm>
            <a:custGeom>
              <a:avLst/>
              <a:gdLst/>
              <a:ahLst/>
              <a:cxnLst/>
              <a:rect l="l" t="t" r="r" b="b"/>
              <a:pathLst>
                <a:path w="225" h="215" extrusionOk="0">
                  <a:moveTo>
                    <a:pt x="120" y="1"/>
                  </a:moveTo>
                  <a:cubicBezTo>
                    <a:pt x="49" y="1"/>
                    <a:pt x="0" y="49"/>
                    <a:pt x="0" y="109"/>
                  </a:cubicBezTo>
                  <a:cubicBezTo>
                    <a:pt x="0" y="169"/>
                    <a:pt x="49" y="214"/>
                    <a:pt x="120" y="214"/>
                  </a:cubicBezTo>
                  <a:cubicBezTo>
                    <a:pt x="179" y="214"/>
                    <a:pt x="225" y="169"/>
                    <a:pt x="225" y="109"/>
                  </a:cubicBezTo>
                  <a:cubicBezTo>
                    <a:pt x="225" y="49"/>
                    <a:pt x="179" y="1"/>
                    <a:pt x="12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>
              <a:off x="9305002" y="2375725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>
              <a:off x="9052474" y="2495281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06"/>
                    <a:pt x="35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>
              <a:off x="9305002" y="2555848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>
              <a:off x="8825791" y="2621544"/>
              <a:ext cx="60763" cy="60763"/>
            </a:xfrm>
            <a:custGeom>
              <a:avLst/>
              <a:gdLst/>
              <a:ahLst/>
              <a:cxnLst/>
              <a:rect l="l" t="t" r="r" b="b"/>
              <a:pathLst>
                <a:path w="308" h="308" extrusionOk="0">
                  <a:moveTo>
                    <a:pt x="154" y="1"/>
                  </a:moveTo>
                  <a:cubicBezTo>
                    <a:pt x="72" y="1"/>
                    <a:pt x="0" y="72"/>
                    <a:pt x="0" y="154"/>
                  </a:cubicBezTo>
                  <a:cubicBezTo>
                    <a:pt x="0" y="237"/>
                    <a:pt x="72" y="308"/>
                    <a:pt x="154" y="308"/>
                  </a:cubicBezTo>
                  <a:cubicBezTo>
                    <a:pt x="237" y="308"/>
                    <a:pt x="308" y="237"/>
                    <a:pt x="308" y="154"/>
                  </a:cubicBezTo>
                  <a:cubicBezTo>
                    <a:pt x="308" y="72"/>
                    <a:pt x="237" y="1"/>
                    <a:pt x="15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>
              <a:off x="8687690" y="2951013"/>
              <a:ext cx="34919" cy="35511"/>
            </a:xfrm>
            <a:custGeom>
              <a:avLst/>
              <a:gdLst/>
              <a:ahLst/>
              <a:cxnLst/>
              <a:rect l="l" t="t" r="r" b="b"/>
              <a:pathLst>
                <a:path w="177" h="180" extrusionOk="0">
                  <a:moveTo>
                    <a:pt x="94" y="1"/>
                  </a:moveTo>
                  <a:cubicBezTo>
                    <a:pt x="35" y="1"/>
                    <a:pt x="1" y="49"/>
                    <a:pt x="1" y="97"/>
                  </a:cubicBezTo>
                  <a:cubicBezTo>
                    <a:pt x="1" y="143"/>
                    <a:pt x="35" y="180"/>
                    <a:pt x="94" y="180"/>
                  </a:cubicBezTo>
                  <a:cubicBezTo>
                    <a:pt x="143" y="180"/>
                    <a:pt x="177" y="143"/>
                    <a:pt x="177" y="97"/>
                  </a:cubicBezTo>
                  <a:cubicBezTo>
                    <a:pt x="177" y="49"/>
                    <a:pt x="143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1"/>
            <p:cNvSpPr/>
            <p:nvPr/>
          </p:nvSpPr>
          <p:spPr>
            <a:xfrm>
              <a:off x="8942585" y="2860064"/>
              <a:ext cx="34919" cy="35116"/>
            </a:xfrm>
            <a:custGeom>
              <a:avLst/>
              <a:gdLst/>
              <a:ahLst/>
              <a:cxnLst/>
              <a:rect l="l" t="t" r="r" b="b"/>
              <a:pathLst>
                <a:path w="177" h="178" extrusionOk="0">
                  <a:moveTo>
                    <a:pt x="83" y="1"/>
                  </a:moveTo>
                  <a:cubicBezTo>
                    <a:pt x="34" y="1"/>
                    <a:pt x="0" y="35"/>
                    <a:pt x="0" y="83"/>
                  </a:cubicBezTo>
                  <a:cubicBezTo>
                    <a:pt x="0" y="143"/>
                    <a:pt x="34" y="177"/>
                    <a:pt x="83" y="177"/>
                  </a:cubicBezTo>
                  <a:cubicBezTo>
                    <a:pt x="131" y="177"/>
                    <a:pt x="177" y="143"/>
                    <a:pt x="177" y="83"/>
                  </a:cubicBezTo>
                  <a:cubicBezTo>
                    <a:pt x="177" y="35"/>
                    <a:pt x="131" y="1"/>
                    <a:pt x="8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1"/>
            <p:cNvSpPr/>
            <p:nvPr/>
          </p:nvSpPr>
          <p:spPr>
            <a:xfrm>
              <a:off x="8666383" y="3189533"/>
              <a:ext cx="56226" cy="56423"/>
            </a:xfrm>
            <a:custGeom>
              <a:avLst/>
              <a:gdLst/>
              <a:ahLst/>
              <a:cxnLst/>
              <a:rect l="l" t="t" r="r" b="b"/>
              <a:pathLst>
                <a:path w="285" h="28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26"/>
                    <a:pt x="72" y="285"/>
                    <a:pt x="143" y="285"/>
                  </a:cubicBezTo>
                  <a:cubicBezTo>
                    <a:pt x="225" y="285"/>
                    <a:pt x="285" y="226"/>
                    <a:pt x="285" y="143"/>
                  </a:cubicBezTo>
                  <a:cubicBezTo>
                    <a:pt x="285" y="72"/>
                    <a:pt x="225" y="1"/>
                    <a:pt x="14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" name="Google Shape;127;p11"/>
          <p:cNvGrpSpPr/>
          <p:nvPr/>
        </p:nvGrpSpPr>
        <p:grpSpPr>
          <a:xfrm>
            <a:off x="4251791" y="4260642"/>
            <a:ext cx="640409" cy="518201"/>
            <a:chOff x="9579360" y="2507084"/>
            <a:chExt cx="505015" cy="408643"/>
          </a:xfrm>
        </p:grpSpPr>
        <p:sp>
          <p:nvSpPr>
            <p:cNvPr id="128" name="Google Shape;128;p11"/>
            <p:cNvSpPr/>
            <p:nvPr/>
          </p:nvSpPr>
          <p:spPr>
            <a:xfrm>
              <a:off x="9739126" y="2655146"/>
              <a:ext cx="16572" cy="16374"/>
            </a:xfrm>
            <a:custGeom>
              <a:avLst/>
              <a:gdLst/>
              <a:ahLst/>
              <a:cxnLst/>
              <a:rect l="l" t="t" r="r" b="b"/>
              <a:pathLst>
                <a:path w="84" h="83" extrusionOk="0">
                  <a:moveTo>
                    <a:pt x="35" y="0"/>
                  </a:moveTo>
                  <a:cubicBezTo>
                    <a:pt x="12" y="0"/>
                    <a:pt x="1" y="12"/>
                    <a:pt x="1" y="34"/>
                  </a:cubicBezTo>
                  <a:cubicBezTo>
                    <a:pt x="1" y="60"/>
                    <a:pt x="12" y="83"/>
                    <a:pt x="35" y="83"/>
                  </a:cubicBezTo>
                  <a:cubicBezTo>
                    <a:pt x="61" y="83"/>
                    <a:pt x="83" y="60"/>
                    <a:pt x="83" y="34"/>
                  </a:cubicBezTo>
                  <a:cubicBezTo>
                    <a:pt x="83" y="12"/>
                    <a:pt x="61" y="0"/>
                    <a:pt x="35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1"/>
            <p:cNvSpPr/>
            <p:nvPr/>
          </p:nvSpPr>
          <p:spPr>
            <a:xfrm>
              <a:off x="9935071" y="2887516"/>
              <a:ext cx="28409" cy="28211"/>
            </a:xfrm>
            <a:custGeom>
              <a:avLst/>
              <a:gdLst/>
              <a:ahLst/>
              <a:cxnLst/>
              <a:rect l="l" t="t" r="r" b="b"/>
              <a:pathLst>
                <a:path w="144" h="143" extrusionOk="0">
                  <a:moveTo>
                    <a:pt x="72" y="0"/>
                  </a:moveTo>
                  <a:cubicBezTo>
                    <a:pt x="38" y="0"/>
                    <a:pt x="1" y="37"/>
                    <a:pt x="1" y="71"/>
                  </a:cubicBezTo>
                  <a:cubicBezTo>
                    <a:pt x="1" y="120"/>
                    <a:pt x="38" y="143"/>
                    <a:pt x="72" y="143"/>
                  </a:cubicBezTo>
                  <a:cubicBezTo>
                    <a:pt x="120" y="143"/>
                    <a:pt x="143" y="120"/>
                    <a:pt x="143" y="71"/>
                  </a:cubicBezTo>
                  <a:cubicBezTo>
                    <a:pt x="143" y="37"/>
                    <a:pt x="120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1"/>
            <p:cNvSpPr/>
            <p:nvPr/>
          </p:nvSpPr>
          <p:spPr>
            <a:xfrm>
              <a:off x="9579360" y="2834836"/>
              <a:ext cx="37681" cy="37286"/>
            </a:xfrm>
            <a:custGeom>
              <a:avLst/>
              <a:gdLst/>
              <a:ahLst/>
              <a:cxnLst/>
              <a:rect l="l" t="t" r="r" b="b"/>
              <a:pathLst>
                <a:path w="191" h="189" extrusionOk="0">
                  <a:moveTo>
                    <a:pt x="97" y="0"/>
                  </a:moveTo>
                  <a:cubicBezTo>
                    <a:pt x="49" y="0"/>
                    <a:pt x="0" y="46"/>
                    <a:pt x="0" y="94"/>
                  </a:cubicBezTo>
                  <a:cubicBezTo>
                    <a:pt x="0" y="143"/>
                    <a:pt x="49" y="188"/>
                    <a:pt x="97" y="188"/>
                  </a:cubicBezTo>
                  <a:cubicBezTo>
                    <a:pt x="157" y="188"/>
                    <a:pt x="191" y="143"/>
                    <a:pt x="191" y="94"/>
                  </a:cubicBezTo>
                  <a:cubicBezTo>
                    <a:pt x="191" y="46"/>
                    <a:pt x="157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1"/>
            <p:cNvSpPr/>
            <p:nvPr/>
          </p:nvSpPr>
          <p:spPr>
            <a:xfrm>
              <a:off x="10060701" y="2507084"/>
              <a:ext cx="23674" cy="23674"/>
            </a:xfrm>
            <a:custGeom>
              <a:avLst/>
              <a:gdLst/>
              <a:ahLst/>
              <a:cxnLst/>
              <a:rect l="l" t="t" r="r" b="b"/>
              <a:pathLst>
                <a:path w="120" h="120" extrusionOk="0">
                  <a:moveTo>
                    <a:pt x="60" y="1"/>
                  </a:moveTo>
                  <a:cubicBezTo>
                    <a:pt x="37" y="1"/>
                    <a:pt x="0" y="26"/>
                    <a:pt x="0" y="60"/>
                  </a:cubicBezTo>
                  <a:cubicBezTo>
                    <a:pt x="0" y="97"/>
                    <a:pt x="37" y="120"/>
                    <a:pt x="60" y="120"/>
                  </a:cubicBezTo>
                  <a:cubicBezTo>
                    <a:pt x="97" y="120"/>
                    <a:pt x="120" y="97"/>
                    <a:pt x="120" y="60"/>
                  </a:cubicBezTo>
                  <a:cubicBezTo>
                    <a:pt x="120" y="26"/>
                    <a:pt x="97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1"/>
            <p:cNvSpPr/>
            <p:nvPr/>
          </p:nvSpPr>
          <p:spPr>
            <a:xfrm>
              <a:off x="9730743" y="2537391"/>
              <a:ext cx="33341" cy="32749"/>
            </a:xfrm>
            <a:custGeom>
              <a:avLst/>
              <a:gdLst/>
              <a:ahLst/>
              <a:cxnLst/>
              <a:rect l="l" t="t" r="r" b="b"/>
              <a:pathLst>
                <a:path w="169" h="166" extrusionOk="0">
                  <a:moveTo>
                    <a:pt x="86" y="0"/>
                  </a:moveTo>
                  <a:cubicBezTo>
                    <a:pt x="37" y="0"/>
                    <a:pt x="0" y="35"/>
                    <a:pt x="0" y="83"/>
                  </a:cubicBezTo>
                  <a:cubicBezTo>
                    <a:pt x="0" y="131"/>
                    <a:pt x="37" y="165"/>
                    <a:pt x="86" y="165"/>
                  </a:cubicBezTo>
                  <a:cubicBezTo>
                    <a:pt x="120" y="165"/>
                    <a:pt x="168" y="131"/>
                    <a:pt x="168" y="83"/>
                  </a:cubicBezTo>
                  <a:cubicBezTo>
                    <a:pt x="168" y="35"/>
                    <a:pt x="120" y="0"/>
                    <a:pt x="86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1"/>
            <p:cNvSpPr/>
            <p:nvPr/>
          </p:nvSpPr>
          <p:spPr>
            <a:xfrm>
              <a:off x="10032006" y="2744517"/>
              <a:ext cx="40048" cy="40048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7" y="0"/>
                  </a:moveTo>
                  <a:cubicBezTo>
                    <a:pt x="49" y="0"/>
                    <a:pt x="0" y="46"/>
                    <a:pt x="0" y="106"/>
                  </a:cubicBezTo>
                  <a:cubicBezTo>
                    <a:pt x="0" y="154"/>
                    <a:pt x="49" y="202"/>
                    <a:pt x="97" y="202"/>
                  </a:cubicBezTo>
                  <a:cubicBezTo>
                    <a:pt x="157" y="202"/>
                    <a:pt x="202" y="154"/>
                    <a:pt x="202" y="106"/>
                  </a:cubicBezTo>
                  <a:cubicBezTo>
                    <a:pt x="202" y="46"/>
                    <a:pt x="157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" name="Google Shape;134;p11"/>
          <p:cNvGrpSpPr/>
          <p:nvPr/>
        </p:nvGrpSpPr>
        <p:grpSpPr>
          <a:xfrm rot="-1116533">
            <a:off x="287267" y="380639"/>
            <a:ext cx="851672" cy="870213"/>
            <a:chOff x="8666383" y="2375725"/>
            <a:chExt cx="851689" cy="870231"/>
          </a:xfrm>
        </p:grpSpPr>
        <p:sp>
          <p:nvSpPr>
            <p:cNvPr id="135" name="Google Shape;135;p11"/>
            <p:cNvSpPr/>
            <p:nvPr/>
          </p:nvSpPr>
          <p:spPr>
            <a:xfrm>
              <a:off x="9482364" y="2621544"/>
              <a:ext cx="35708" cy="37286"/>
            </a:xfrm>
            <a:custGeom>
              <a:avLst/>
              <a:gdLst/>
              <a:ahLst/>
              <a:cxnLst/>
              <a:rect l="l" t="t" r="r" b="b"/>
              <a:pathLst>
                <a:path w="181" h="189" extrusionOk="0">
                  <a:moveTo>
                    <a:pt x="98" y="1"/>
                  </a:moveTo>
                  <a:cubicBezTo>
                    <a:pt x="38" y="1"/>
                    <a:pt x="1" y="46"/>
                    <a:pt x="1" y="95"/>
                  </a:cubicBezTo>
                  <a:cubicBezTo>
                    <a:pt x="1" y="143"/>
                    <a:pt x="38" y="189"/>
                    <a:pt x="98" y="189"/>
                  </a:cubicBezTo>
                  <a:cubicBezTo>
                    <a:pt x="143" y="189"/>
                    <a:pt x="180" y="143"/>
                    <a:pt x="180" y="95"/>
                  </a:cubicBezTo>
                  <a:cubicBezTo>
                    <a:pt x="180" y="46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1"/>
            <p:cNvSpPr/>
            <p:nvPr/>
          </p:nvSpPr>
          <p:spPr>
            <a:xfrm>
              <a:off x="9110872" y="2649559"/>
              <a:ext cx="68062" cy="68260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7" y="1"/>
                  </a:moveTo>
                  <a:cubicBezTo>
                    <a:pt x="83" y="1"/>
                    <a:pt x="1" y="72"/>
                    <a:pt x="1" y="166"/>
                  </a:cubicBezTo>
                  <a:cubicBezTo>
                    <a:pt x="1" y="260"/>
                    <a:pt x="83" y="345"/>
                    <a:pt x="177" y="345"/>
                  </a:cubicBezTo>
                  <a:cubicBezTo>
                    <a:pt x="274" y="345"/>
                    <a:pt x="345" y="260"/>
                    <a:pt x="345" y="166"/>
                  </a:cubicBezTo>
                  <a:cubicBezTo>
                    <a:pt x="345" y="72"/>
                    <a:pt x="274" y="1"/>
                    <a:pt x="177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1"/>
            <p:cNvSpPr/>
            <p:nvPr/>
          </p:nvSpPr>
          <p:spPr>
            <a:xfrm>
              <a:off x="9365767" y="2838757"/>
              <a:ext cx="44389" cy="42416"/>
            </a:xfrm>
            <a:custGeom>
              <a:avLst/>
              <a:gdLst/>
              <a:ahLst/>
              <a:cxnLst/>
              <a:rect l="l" t="t" r="r" b="b"/>
              <a:pathLst>
                <a:path w="225" h="215" extrusionOk="0">
                  <a:moveTo>
                    <a:pt x="120" y="1"/>
                  </a:moveTo>
                  <a:cubicBezTo>
                    <a:pt x="49" y="1"/>
                    <a:pt x="0" y="49"/>
                    <a:pt x="0" y="109"/>
                  </a:cubicBezTo>
                  <a:cubicBezTo>
                    <a:pt x="0" y="169"/>
                    <a:pt x="49" y="214"/>
                    <a:pt x="120" y="214"/>
                  </a:cubicBezTo>
                  <a:cubicBezTo>
                    <a:pt x="179" y="214"/>
                    <a:pt x="225" y="169"/>
                    <a:pt x="225" y="109"/>
                  </a:cubicBezTo>
                  <a:cubicBezTo>
                    <a:pt x="225" y="49"/>
                    <a:pt x="179" y="1"/>
                    <a:pt x="12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1"/>
            <p:cNvSpPr/>
            <p:nvPr/>
          </p:nvSpPr>
          <p:spPr>
            <a:xfrm>
              <a:off x="9305002" y="2375725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1"/>
            <p:cNvSpPr/>
            <p:nvPr/>
          </p:nvSpPr>
          <p:spPr>
            <a:xfrm>
              <a:off x="9052474" y="2495281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06"/>
                    <a:pt x="35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1"/>
            <p:cNvSpPr/>
            <p:nvPr/>
          </p:nvSpPr>
          <p:spPr>
            <a:xfrm>
              <a:off x="9305002" y="2555848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1"/>
            <p:cNvSpPr/>
            <p:nvPr/>
          </p:nvSpPr>
          <p:spPr>
            <a:xfrm>
              <a:off x="8825791" y="2621544"/>
              <a:ext cx="60763" cy="60763"/>
            </a:xfrm>
            <a:custGeom>
              <a:avLst/>
              <a:gdLst/>
              <a:ahLst/>
              <a:cxnLst/>
              <a:rect l="l" t="t" r="r" b="b"/>
              <a:pathLst>
                <a:path w="308" h="308" extrusionOk="0">
                  <a:moveTo>
                    <a:pt x="154" y="1"/>
                  </a:moveTo>
                  <a:cubicBezTo>
                    <a:pt x="72" y="1"/>
                    <a:pt x="0" y="72"/>
                    <a:pt x="0" y="154"/>
                  </a:cubicBezTo>
                  <a:cubicBezTo>
                    <a:pt x="0" y="237"/>
                    <a:pt x="72" y="308"/>
                    <a:pt x="154" y="308"/>
                  </a:cubicBezTo>
                  <a:cubicBezTo>
                    <a:pt x="237" y="308"/>
                    <a:pt x="308" y="237"/>
                    <a:pt x="308" y="154"/>
                  </a:cubicBezTo>
                  <a:cubicBezTo>
                    <a:pt x="308" y="72"/>
                    <a:pt x="237" y="1"/>
                    <a:pt x="15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1"/>
            <p:cNvSpPr/>
            <p:nvPr/>
          </p:nvSpPr>
          <p:spPr>
            <a:xfrm>
              <a:off x="8687690" y="2951013"/>
              <a:ext cx="34919" cy="35511"/>
            </a:xfrm>
            <a:custGeom>
              <a:avLst/>
              <a:gdLst/>
              <a:ahLst/>
              <a:cxnLst/>
              <a:rect l="l" t="t" r="r" b="b"/>
              <a:pathLst>
                <a:path w="177" h="180" extrusionOk="0">
                  <a:moveTo>
                    <a:pt x="94" y="1"/>
                  </a:moveTo>
                  <a:cubicBezTo>
                    <a:pt x="35" y="1"/>
                    <a:pt x="1" y="49"/>
                    <a:pt x="1" y="97"/>
                  </a:cubicBezTo>
                  <a:cubicBezTo>
                    <a:pt x="1" y="143"/>
                    <a:pt x="35" y="180"/>
                    <a:pt x="94" y="180"/>
                  </a:cubicBezTo>
                  <a:cubicBezTo>
                    <a:pt x="143" y="180"/>
                    <a:pt x="177" y="143"/>
                    <a:pt x="177" y="97"/>
                  </a:cubicBezTo>
                  <a:cubicBezTo>
                    <a:pt x="177" y="49"/>
                    <a:pt x="143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>
              <a:off x="8942585" y="2860064"/>
              <a:ext cx="34919" cy="35116"/>
            </a:xfrm>
            <a:custGeom>
              <a:avLst/>
              <a:gdLst/>
              <a:ahLst/>
              <a:cxnLst/>
              <a:rect l="l" t="t" r="r" b="b"/>
              <a:pathLst>
                <a:path w="177" h="178" extrusionOk="0">
                  <a:moveTo>
                    <a:pt x="83" y="1"/>
                  </a:moveTo>
                  <a:cubicBezTo>
                    <a:pt x="34" y="1"/>
                    <a:pt x="0" y="35"/>
                    <a:pt x="0" y="83"/>
                  </a:cubicBezTo>
                  <a:cubicBezTo>
                    <a:pt x="0" y="143"/>
                    <a:pt x="34" y="177"/>
                    <a:pt x="83" y="177"/>
                  </a:cubicBezTo>
                  <a:cubicBezTo>
                    <a:pt x="131" y="177"/>
                    <a:pt x="177" y="143"/>
                    <a:pt x="177" y="83"/>
                  </a:cubicBezTo>
                  <a:cubicBezTo>
                    <a:pt x="177" y="35"/>
                    <a:pt x="131" y="1"/>
                    <a:pt x="8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>
              <a:off x="8666383" y="3189533"/>
              <a:ext cx="56226" cy="56423"/>
            </a:xfrm>
            <a:custGeom>
              <a:avLst/>
              <a:gdLst/>
              <a:ahLst/>
              <a:cxnLst/>
              <a:rect l="l" t="t" r="r" b="b"/>
              <a:pathLst>
                <a:path w="285" h="28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26"/>
                    <a:pt x="72" y="285"/>
                    <a:pt x="143" y="285"/>
                  </a:cubicBezTo>
                  <a:cubicBezTo>
                    <a:pt x="225" y="285"/>
                    <a:pt x="285" y="226"/>
                    <a:pt x="285" y="143"/>
                  </a:cubicBezTo>
                  <a:cubicBezTo>
                    <a:pt x="285" y="72"/>
                    <a:pt x="225" y="1"/>
                    <a:pt x="14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1753339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20819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3"/>
          <p:cNvSpPr txBox="1">
            <a:spLocks noGrp="1"/>
          </p:cNvSpPr>
          <p:nvPr>
            <p:ph type="title"/>
          </p:nvPr>
        </p:nvSpPr>
        <p:spPr>
          <a:xfrm>
            <a:off x="1949100" y="540000"/>
            <a:ext cx="52458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49" name="Google Shape;149;p13"/>
          <p:cNvSpPr txBox="1">
            <a:spLocks noGrp="1"/>
          </p:cNvSpPr>
          <p:nvPr>
            <p:ph type="subTitle" idx="1"/>
          </p:nvPr>
        </p:nvSpPr>
        <p:spPr>
          <a:xfrm>
            <a:off x="1309250" y="2420303"/>
            <a:ext cx="29295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50" name="Google Shape;150;p13"/>
          <p:cNvSpPr txBox="1">
            <a:spLocks noGrp="1"/>
          </p:cNvSpPr>
          <p:nvPr>
            <p:ph type="title" idx="2" hasCustomPrompt="1"/>
          </p:nvPr>
        </p:nvSpPr>
        <p:spPr>
          <a:xfrm>
            <a:off x="2248489" y="1507250"/>
            <a:ext cx="1051200" cy="43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1" name="Google Shape;151;p13"/>
          <p:cNvSpPr txBox="1">
            <a:spLocks noGrp="1"/>
          </p:cNvSpPr>
          <p:nvPr>
            <p:ph type="subTitle" idx="3"/>
          </p:nvPr>
        </p:nvSpPr>
        <p:spPr>
          <a:xfrm>
            <a:off x="4905139" y="2420311"/>
            <a:ext cx="29295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52" name="Google Shape;152;p13"/>
          <p:cNvSpPr txBox="1">
            <a:spLocks noGrp="1"/>
          </p:cNvSpPr>
          <p:nvPr>
            <p:ph type="title" idx="4" hasCustomPrompt="1"/>
          </p:nvPr>
        </p:nvSpPr>
        <p:spPr>
          <a:xfrm>
            <a:off x="5844273" y="1507200"/>
            <a:ext cx="1051200" cy="43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3" name="Google Shape;153;p13"/>
          <p:cNvSpPr txBox="1">
            <a:spLocks noGrp="1"/>
          </p:cNvSpPr>
          <p:nvPr>
            <p:ph type="subTitle" idx="5"/>
          </p:nvPr>
        </p:nvSpPr>
        <p:spPr>
          <a:xfrm>
            <a:off x="1309250" y="4121861"/>
            <a:ext cx="29295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54" name="Google Shape;154;p13"/>
          <p:cNvSpPr txBox="1">
            <a:spLocks noGrp="1"/>
          </p:cNvSpPr>
          <p:nvPr>
            <p:ph type="title" idx="6" hasCustomPrompt="1"/>
          </p:nvPr>
        </p:nvSpPr>
        <p:spPr>
          <a:xfrm>
            <a:off x="2248477" y="3208777"/>
            <a:ext cx="1051200" cy="43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5" name="Google Shape;155;p13"/>
          <p:cNvSpPr txBox="1">
            <a:spLocks noGrp="1"/>
          </p:cNvSpPr>
          <p:nvPr>
            <p:ph type="subTitle" idx="7"/>
          </p:nvPr>
        </p:nvSpPr>
        <p:spPr>
          <a:xfrm>
            <a:off x="4905108" y="4121863"/>
            <a:ext cx="29295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56" name="Google Shape;156;p13"/>
          <p:cNvSpPr txBox="1">
            <a:spLocks noGrp="1"/>
          </p:cNvSpPr>
          <p:nvPr>
            <p:ph type="title" idx="8" hasCustomPrompt="1"/>
          </p:nvPr>
        </p:nvSpPr>
        <p:spPr>
          <a:xfrm>
            <a:off x="5844273" y="3208798"/>
            <a:ext cx="1051200" cy="43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7" name="Google Shape;157;p13"/>
          <p:cNvSpPr txBox="1">
            <a:spLocks noGrp="1"/>
          </p:cNvSpPr>
          <p:nvPr>
            <p:ph type="subTitle" idx="9"/>
          </p:nvPr>
        </p:nvSpPr>
        <p:spPr>
          <a:xfrm>
            <a:off x="1309267" y="2022950"/>
            <a:ext cx="29295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13"/>
          <p:cNvSpPr txBox="1">
            <a:spLocks noGrp="1"/>
          </p:cNvSpPr>
          <p:nvPr>
            <p:ph type="subTitle" idx="13"/>
          </p:nvPr>
        </p:nvSpPr>
        <p:spPr>
          <a:xfrm>
            <a:off x="4905077" y="2022950"/>
            <a:ext cx="29295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13"/>
          <p:cNvSpPr txBox="1">
            <a:spLocks noGrp="1"/>
          </p:cNvSpPr>
          <p:nvPr>
            <p:ph type="subTitle" idx="14"/>
          </p:nvPr>
        </p:nvSpPr>
        <p:spPr>
          <a:xfrm>
            <a:off x="1309438" y="3724499"/>
            <a:ext cx="29295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3"/>
          <p:cNvSpPr txBox="1">
            <a:spLocks noGrp="1"/>
          </p:cNvSpPr>
          <p:nvPr>
            <p:ph type="subTitle" idx="15"/>
          </p:nvPr>
        </p:nvSpPr>
        <p:spPr>
          <a:xfrm>
            <a:off x="4905248" y="3724499"/>
            <a:ext cx="29295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61" name="Google Shape;161;p13"/>
          <p:cNvGrpSpPr/>
          <p:nvPr/>
        </p:nvGrpSpPr>
        <p:grpSpPr>
          <a:xfrm rot="-8932446" flipH="1">
            <a:off x="254047" y="3893683"/>
            <a:ext cx="851655" cy="870197"/>
            <a:chOff x="8666383" y="2375725"/>
            <a:chExt cx="851689" cy="870231"/>
          </a:xfrm>
        </p:grpSpPr>
        <p:sp>
          <p:nvSpPr>
            <p:cNvPr id="162" name="Google Shape;162;p13"/>
            <p:cNvSpPr/>
            <p:nvPr/>
          </p:nvSpPr>
          <p:spPr>
            <a:xfrm>
              <a:off x="9482364" y="2621544"/>
              <a:ext cx="35708" cy="37286"/>
            </a:xfrm>
            <a:custGeom>
              <a:avLst/>
              <a:gdLst/>
              <a:ahLst/>
              <a:cxnLst/>
              <a:rect l="l" t="t" r="r" b="b"/>
              <a:pathLst>
                <a:path w="181" h="189" extrusionOk="0">
                  <a:moveTo>
                    <a:pt x="98" y="1"/>
                  </a:moveTo>
                  <a:cubicBezTo>
                    <a:pt x="38" y="1"/>
                    <a:pt x="1" y="46"/>
                    <a:pt x="1" y="95"/>
                  </a:cubicBezTo>
                  <a:cubicBezTo>
                    <a:pt x="1" y="143"/>
                    <a:pt x="38" y="189"/>
                    <a:pt x="98" y="189"/>
                  </a:cubicBezTo>
                  <a:cubicBezTo>
                    <a:pt x="143" y="189"/>
                    <a:pt x="180" y="143"/>
                    <a:pt x="180" y="95"/>
                  </a:cubicBezTo>
                  <a:cubicBezTo>
                    <a:pt x="180" y="46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3"/>
            <p:cNvSpPr/>
            <p:nvPr/>
          </p:nvSpPr>
          <p:spPr>
            <a:xfrm>
              <a:off x="9110872" y="2649559"/>
              <a:ext cx="68062" cy="68260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7" y="1"/>
                  </a:moveTo>
                  <a:cubicBezTo>
                    <a:pt x="83" y="1"/>
                    <a:pt x="1" y="72"/>
                    <a:pt x="1" y="166"/>
                  </a:cubicBezTo>
                  <a:cubicBezTo>
                    <a:pt x="1" y="260"/>
                    <a:pt x="83" y="345"/>
                    <a:pt x="177" y="345"/>
                  </a:cubicBezTo>
                  <a:cubicBezTo>
                    <a:pt x="274" y="345"/>
                    <a:pt x="345" y="260"/>
                    <a:pt x="345" y="166"/>
                  </a:cubicBezTo>
                  <a:cubicBezTo>
                    <a:pt x="345" y="72"/>
                    <a:pt x="274" y="1"/>
                    <a:pt x="177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3"/>
            <p:cNvSpPr/>
            <p:nvPr/>
          </p:nvSpPr>
          <p:spPr>
            <a:xfrm>
              <a:off x="9365767" y="2838757"/>
              <a:ext cx="44389" cy="42416"/>
            </a:xfrm>
            <a:custGeom>
              <a:avLst/>
              <a:gdLst/>
              <a:ahLst/>
              <a:cxnLst/>
              <a:rect l="l" t="t" r="r" b="b"/>
              <a:pathLst>
                <a:path w="225" h="215" extrusionOk="0">
                  <a:moveTo>
                    <a:pt x="120" y="1"/>
                  </a:moveTo>
                  <a:cubicBezTo>
                    <a:pt x="49" y="1"/>
                    <a:pt x="0" y="49"/>
                    <a:pt x="0" y="109"/>
                  </a:cubicBezTo>
                  <a:cubicBezTo>
                    <a:pt x="0" y="169"/>
                    <a:pt x="49" y="214"/>
                    <a:pt x="120" y="214"/>
                  </a:cubicBezTo>
                  <a:cubicBezTo>
                    <a:pt x="179" y="214"/>
                    <a:pt x="225" y="169"/>
                    <a:pt x="225" y="109"/>
                  </a:cubicBezTo>
                  <a:cubicBezTo>
                    <a:pt x="225" y="49"/>
                    <a:pt x="179" y="1"/>
                    <a:pt x="12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13"/>
            <p:cNvSpPr/>
            <p:nvPr/>
          </p:nvSpPr>
          <p:spPr>
            <a:xfrm>
              <a:off x="9305002" y="2375725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3"/>
            <p:cNvSpPr/>
            <p:nvPr/>
          </p:nvSpPr>
          <p:spPr>
            <a:xfrm>
              <a:off x="9052474" y="2495281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06"/>
                    <a:pt x="35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3"/>
            <p:cNvSpPr/>
            <p:nvPr/>
          </p:nvSpPr>
          <p:spPr>
            <a:xfrm>
              <a:off x="9305002" y="2555848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3"/>
            <p:cNvSpPr/>
            <p:nvPr/>
          </p:nvSpPr>
          <p:spPr>
            <a:xfrm>
              <a:off x="8825791" y="2621544"/>
              <a:ext cx="60763" cy="60763"/>
            </a:xfrm>
            <a:custGeom>
              <a:avLst/>
              <a:gdLst/>
              <a:ahLst/>
              <a:cxnLst/>
              <a:rect l="l" t="t" r="r" b="b"/>
              <a:pathLst>
                <a:path w="308" h="308" extrusionOk="0">
                  <a:moveTo>
                    <a:pt x="154" y="1"/>
                  </a:moveTo>
                  <a:cubicBezTo>
                    <a:pt x="72" y="1"/>
                    <a:pt x="0" y="72"/>
                    <a:pt x="0" y="154"/>
                  </a:cubicBezTo>
                  <a:cubicBezTo>
                    <a:pt x="0" y="237"/>
                    <a:pt x="72" y="308"/>
                    <a:pt x="154" y="308"/>
                  </a:cubicBezTo>
                  <a:cubicBezTo>
                    <a:pt x="237" y="308"/>
                    <a:pt x="308" y="237"/>
                    <a:pt x="308" y="154"/>
                  </a:cubicBezTo>
                  <a:cubicBezTo>
                    <a:pt x="308" y="72"/>
                    <a:pt x="237" y="1"/>
                    <a:pt x="15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3"/>
            <p:cNvSpPr/>
            <p:nvPr/>
          </p:nvSpPr>
          <p:spPr>
            <a:xfrm>
              <a:off x="8687690" y="2951013"/>
              <a:ext cx="34919" cy="35511"/>
            </a:xfrm>
            <a:custGeom>
              <a:avLst/>
              <a:gdLst/>
              <a:ahLst/>
              <a:cxnLst/>
              <a:rect l="l" t="t" r="r" b="b"/>
              <a:pathLst>
                <a:path w="177" h="180" extrusionOk="0">
                  <a:moveTo>
                    <a:pt x="94" y="1"/>
                  </a:moveTo>
                  <a:cubicBezTo>
                    <a:pt x="35" y="1"/>
                    <a:pt x="1" y="49"/>
                    <a:pt x="1" y="97"/>
                  </a:cubicBezTo>
                  <a:cubicBezTo>
                    <a:pt x="1" y="143"/>
                    <a:pt x="35" y="180"/>
                    <a:pt x="94" y="180"/>
                  </a:cubicBezTo>
                  <a:cubicBezTo>
                    <a:pt x="143" y="180"/>
                    <a:pt x="177" y="143"/>
                    <a:pt x="177" y="97"/>
                  </a:cubicBezTo>
                  <a:cubicBezTo>
                    <a:pt x="177" y="49"/>
                    <a:pt x="143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3"/>
            <p:cNvSpPr/>
            <p:nvPr/>
          </p:nvSpPr>
          <p:spPr>
            <a:xfrm>
              <a:off x="8942585" y="2860064"/>
              <a:ext cx="34919" cy="35116"/>
            </a:xfrm>
            <a:custGeom>
              <a:avLst/>
              <a:gdLst/>
              <a:ahLst/>
              <a:cxnLst/>
              <a:rect l="l" t="t" r="r" b="b"/>
              <a:pathLst>
                <a:path w="177" h="178" extrusionOk="0">
                  <a:moveTo>
                    <a:pt x="83" y="1"/>
                  </a:moveTo>
                  <a:cubicBezTo>
                    <a:pt x="34" y="1"/>
                    <a:pt x="0" y="35"/>
                    <a:pt x="0" y="83"/>
                  </a:cubicBezTo>
                  <a:cubicBezTo>
                    <a:pt x="0" y="143"/>
                    <a:pt x="34" y="177"/>
                    <a:pt x="83" y="177"/>
                  </a:cubicBezTo>
                  <a:cubicBezTo>
                    <a:pt x="131" y="177"/>
                    <a:pt x="177" y="143"/>
                    <a:pt x="177" y="83"/>
                  </a:cubicBezTo>
                  <a:cubicBezTo>
                    <a:pt x="177" y="35"/>
                    <a:pt x="131" y="1"/>
                    <a:pt x="8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13"/>
            <p:cNvSpPr/>
            <p:nvPr/>
          </p:nvSpPr>
          <p:spPr>
            <a:xfrm>
              <a:off x="8666383" y="3189533"/>
              <a:ext cx="56226" cy="56423"/>
            </a:xfrm>
            <a:custGeom>
              <a:avLst/>
              <a:gdLst/>
              <a:ahLst/>
              <a:cxnLst/>
              <a:rect l="l" t="t" r="r" b="b"/>
              <a:pathLst>
                <a:path w="285" h="28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26"/>
                    <a:pt x="72" y="285"/>
                    <a:pt x="143" y="285"/>
                  </a:cubicBezTo>
                  <a:cubicBezTo>
                    <a:pt x="225" y="285"/>
                    <a:pt x="285" y="226"/>
                    <a:pt x="285" y="143"/>
                  </a:cubicBezTo>
                  <a:cubicBezTo>
                    <a:pt x="285" y="72"/>
                    <a:pt x="225" y="1"/>
                    <a:pt x="14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" name="Google Shape;172;p13"/>
          <p:cNvGrpSpPr/>
          <p:nvPr/>
        </p:nvGrpSpPr>
        <p:grpSpPr>
          <a:xfrm>
            <a:off x="8034601" y="378891"/>
            <a:ext cx="665028" cy="1255685"/>
            <a:chOff x="8034601" y="378891"/>
            <a:chExt cx="665028" cy="1255685"/>
          </a:xfrm>
        </p:grpSpPr>
        <p:sp>
          <p:nvSpPr>
            <p:cNvPr id="173" name="Google Shape;173;p13"/>
            <p:cNvSpPr/>
            <p:nvPr/>
          </p:nvSpPr>
          <p:spPr>
            <a:xfrm rot="709249">
              <a:off x="8210732" y="479989"/>
              <a:ext cx="315069" cy="440547"/>
            </a:xfrm>
            <a:custGeom>
              <a:avLst/>
              <a:gdLst/>
              <a:ahLst/>
              <a:cxnLst/>
              <a:rect l="l" t="t" r="r" b="b"/>
              <a:pathLst>
                <a:path w="2333" h="3262" extrusionOk="0">
                  <a:moveTo>
                    <a:pt x="711" y="1"/>
                  </a:moveTo>
                  <a:cubicBezTo>
                    <a:pt x="450" y="1"/>
                    <a:pt x="213" y="61"/>
                    <a:pt x="0" y="166"/>
                  </a:cubicBezTo>
                  <a:cubicBezTo>
                    <a:pt x="34" y="155"/>
                    <a:pt x="71" y="155"/>
                    <a:pt x="117" y="155"/>
                  </a:cubicBezTo>
                  <a:cubicBezTo>
                    <a:pt x="925" y="155"/>
                    <a:pt x="1588" y="820"/>
                    <a:pt x="1588" y="1625"/>
                  </a:cubicBezTo>
                  <a:cubicBezTo>
                    <a:pt x="1588" y="2442"/>
                    <a:pt x="925" y="3096"/>
                    <a:pt x="117" y="3096"/>
                  </a:cubicBezTo>
                  <a:lnTo>
                    <a:pt x="0" y="3096"/>
                  </a:lnTo>
                  <a:cubicBezTo>
                    <a:pt x="213" y="3201"/>
                    <a:pt x="450" y="3261"/>
                    <a:pt x="711" y="3261"/>
                  </a:cubicBezTo>
                  <a:cubicBezTo>
                    <a:pt x="1610" y="3261"/>
                    <a:pt x="2333" y="2527"/>
                    <a:pt x="2333" y="1625"/>
                  </a:cubicBezTo>
                  <a:cubicBezTo>
                    <a:pt x="2333" y="724"/>
                    <a:pt x="1610" y="1"/>
                    <a:pt x="71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4" name="Google Shape;174;p13"/>
            <p:cNvGrpSpPr/>
            <p:nvPr/>
          </p:nvGrpSpPr>
          <p:grpSpPr>
            <a:xfrm>
              <a:off x="8034601" y="378891"/>
              <a:ext cx="590428" cy="638707"/>
              <a:chOff x="8034601" y="378891"/>
              <a:chExt cx="590428" cy="638707"/>
            </a:xfrm>
          </p:grpSpPr>
          <p:grpSp>
            <p:nvGrpSpPr>
              <p:cNvPr id="175" name="Google Shape;175;p13"/>
              <p:cNvGrpSpPr/>
              <p:nvPr/>
            </p:nvGrpSpPr>
            <p:grpSpPr>
              <a:xfrm>
                <a:off x="8034601" y="378891"/>
                <a:ext cx="590428" cy="638707"/>
                <a:chOff x="9544651" y="2393791"/>
                <a:chExt cx="590428" cy="638707"/>
              </a:xfrm>
            </p:grpSpPr>
            <p:sp>
              <p:nvSpPr>
                <p:cNvPr id="176" name="Google Shape;176;p13"/>
                <p:cNvSpPr/>
                <p:nvPr/>
              </p:nvSpPr>
              <p:spPr>
                <a:xfrm>
                  <a:off x="9544651" y="2668546"/>
                  <a:ext cx="16572" cy="163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" h="83" extrusionOk="0">
                      <a:moveTo>
                        <a:pt x="35" y="0"/>
                      </a:moveTo>
                      <a:cubicBezTo>
                        <a:pt x="12" y="0"/>
                        <a:pt x="1" y="12"/>
                        <a:pt x="1" y="34"/>
                      </a:cubicBezTo>
                      <a:cubicBezTo>
                        <a:pt x="1" y="60"/>
                        <a:pt x="12" y="83"/>
                        <a:pt x="35" y="83"/>
                      </a:cubicBezTo>
                      <a:cubicBezTo>
                        <a:pt x="61" y="83"/>
                        <a:pt x="83" y="60"/>
                        <a:pt x="83" y="34"/>
                      </a:cubicBezTo>
                      <a:cubicBezTo>
                        <a:pt x="83" y="12"/>
                        <a:pt x="61" y="0"/>
                        <a:pt x="35" y="0"/>
                      </a:cubicBezTo>
                      <a:close/>
                    </a:path>
                  </a:pathLst>
                </a:custGeom>
                <a:solidFill>
                  <a:srgbClr val="EAE3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" name="Google Shape;177;p13"/>
                <p:cNvSpPr/>
                <p:nvPr/>
              </p:nvSpPr>
              <p:spPr>
                <a:xfrm>
                  <a:off x="10043646" y="2908991"/>
                  <a:ext cx="28409" cy="282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" h="143" extrusionOk="0">
                      <a:moveTo>
                        <a:pt x="72" y="0"/>
                      </a:moveTo>
                      <a:cubicBezTo>
                        <a:pt x="38" y="0"/>
                        <a:pt x="1" y="37"/>
                        <a:pt x="1" y="71"/>
                      </a:cubicBezTo>
                      <a:cubicBezTo>
                        <a:pt x="1" y="120"/>
                        <a:pt x="38" y="143"/>
                        <a:pt x="72" y="143"/>
                      </a:cubicBezTo>
                      <a:cubicBezTo>
                        <a:pt x="120" y="143"/>
                        <a:pt x="143" y="120"/>
                        <a:pt x="143" y="71"/>
                      </a:cubicBezTo>
                      <a:cubicBezTo>
                        <a:pt x="143" y="37"/>
                        <a:pt x="120" y="0"/>
                        <a:pt x="72" y="0"/>
                      </a:cubicBezTo>
                      <a:close/>
                    </a:path>
                  </a:pathLst>
                </a:custGeom>
                <a:solidFill>
                  <a:srgbClr val="EAE3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" name="Google Shape;178;p13"/>
                <p:cNvSpPr/>
                <p:nvPr/>
              </p:nvSpPr>
              <p:spPr>
                <a:xfrm>
                  <a:off x="9803360" y="2995211"/>
                  <a:ext cx="37681" cy="372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" h="189" extrusionOk="0">
                      <a:moveTo>
                        <a:pt x="97" y="0"/>
                      </a:moveTo>
                      <a:cubicBezTo>
                        <a:pt x="49" y="0"/>
                        <a:pt x="0" y="46"/>
                        <a:pt x="0" y="94"/>
                      </a:cubicBezTo>
                      <a:cubicBezTo>
                        <a:pt x="0" y="143"/>
                        <a:pt x="49" y="188"/>
                        <a:pt x="97" y="188"/>
                      </a:cubicBezTo>
                      <a:cubicBezTo>
                        <a:pt x="157" y="188"/>
                        <a:pt x="191" y="143"/>
                        <a:pt x="191" y="94"/>
                      </a:cubicBezTo>
                      <a:cubicBezTo>
                        <a:pt x="191" y="46"/>
                        <a:pt x="157" y="0"/>
                        <a:pt x="97" y="0"/>
                      </a:cubicBezTo>
                      <a:close/>
                    </a:path>
                  </a:pathLst>
                </a:custGeom>
                <a:solidFill>
                  <a:srgbClr val="EAE3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" name="Google Shape;179;p13"/>
                <p:cNvSpPr/>
                <p:nvPr/>
              </p:nvSpPr>
              <p:spPr>
                <a:xfrm>
                  <a:off x="10083176" y="2554909"/>
                  <a:ext cx="23674" cy="23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" h="120" extrusionOk="0">
                      <a:moveTo>
                        <a:pt x="60" y="1"/>
                      </a:moveTo>
                      <a:cubicBezTo>
                        <a:pt x="37" y="1"/>
                        <a:pt x="0" y="26"/>
                        <a:pt x="0" y="60"/>
                      </a:cubicBezTo>
                      <a:cubicBezTo>
                        <a:pt x="0" y="97"/>
                        <a:pt x="37" y="120"/>
                        <a:pt x="60" y="120"/>
                      </a:cubicBezTo>
                      <a:cubicBezTo>
                        <a:pt x="97" y="120"/>
                        <a:pt x="120" y="97"/>
                        <a:pt x="120" y="60"/>
                      </a:cubicBezTo>
                      <a:cubicBezTo>
                        <a:pt x="120" y="26"/>
                        <a:pt x="97" y="1"/>
                        <a:pt x="60" y="1"/>
                      </a:cubicBezTo>
                      <a:close/>
                    </a:path>
                  </a:pathLst>
                </a:custGeom>
                <a:solidFill>
                  <a:srgbClr val="EAE3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" name="Google Shape;180;p13"/>
                <p:cNvSpPr/>
                <p:nvPr/>
              </p:nvSpPr>
              <p:spPr>
                <a:xfrm>
                  <a:off x="9923143" y="2393791"/>
                  <a:ext cx="33341" cy="32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" h="166" extrusionOk="0">
                      <a:moveTo>
                        <a:pt x="86" y="0"/>
                      </a:moveTo>
                      <a:cubicBezTo>
                        <a:pt x="37" y="0"/>
                        <a:pt x="0" y="35"/>
                        <a:pt x="0" y="83"/>
                      </a:cubicBezTo>
                      <a:cubicBezTo>
                        <a:pt x="0" y="131"/>
                        <a:pt x="37" y="165"/>
                        <a:pt x="86" y="165"/>
                      </a:cubicBezTo>
                      <a:cubicBezTo>
                        <a:pt x="120" y="165"/>
                        <a:pt x="168" y="131"/>
                        <a:pt x="168" y="83"/>
                      </a:cubicBezTo>
                      <a:cubicBezTo>
                        <a:pt x="168" y="35"/>
                        <a:pt x="120" y="0"/>
                        <a:pt x="86" y="0"/>
                      </a:cubicBezTo>
                      <a:close/>
                    </a:path>
                  </a:pathLst>
                </a:custGeom>
                <a:solidFill>
                  <a:srgbClr val="EAE3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" name="Google Shape;181;p13"/>
                <p:cNvSpPr/>
                <p:nvPr/>
              </p:nvSpPr>
              <p:spPr>
                <a:xfrm>
                  <a:off x="10095031" y="2715767"/>
                  <a:ext cx="40048" cy="40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203" extrusionOk="0">
                      <a:moveTo>
                        <a:pt x="97" y="0"/>
                      </a:moveTo>
                      <a:cubicBezTo>
                        <a:pt x="49" y="0"/>
                        <a:pt x="0" y="46"/>
                        <a:pt x="0" y="106"/>
                      </a:cubicBezTo>
                      <a:cubicBezTo>
                        <a:pt x="0" y="154"/>
                        <a:pt x="49" y="202"/>
                        <a:pt x="97" y="202"/>
                      </a:cubicBezTo>
                      <a:cubicBezTo>
                        <a:pt x="157" y="202"/>
                        <a:pt x="202" y="154"/>
                        <a:pt x="202" y="106"/>
                      </a:cubicBezTo>
                      <a:cubicBezTo>
                        <a:pt x="202" y="46"/>
                        <a:pt x="157" y="0"/>
                        <a:pt x="97" y="0"/>
                      </a:cubicBezTo>
                      <a:close/>
                    </a:path>
                  </a:pathLst>
                </a:custGeom>
                <a:solidFill>
                  <a:srgbClr val="EAE3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82" name="Google Shape;182;p13"/>
              <p:cNvSpPr/>
              <p:nvPr/>
            </p:nvSpPr>
            <p:spPr>
              <a:xfrm>
                <a:off x="8293296" y="686153"/>
                <a:ext cx="28409" cy="28211"/>
              </a:xfrm>
              <a:custGeom>
                <a:avLst/>
                <a:gdLst/>
                <a:ahLst/>
                <a:cxnLst/>
                <a:rect l="l" t="t" r="r" b="b"/>
                <a:pathLst>
                  <a:path w="144" h="143" extrusionOk="0">
                    <a:moveTo>
                      <a:pt x="72" y="0"/>
                    </a:moveTo>
                    <a:cubicBezTo>
                      <a:pt x="38" y="0"/>
                      <a:pt x="1" y="37"/>
                      <a:pt x="1" y="71"/>
                    </a:cubicBezTo>
                    <a:cubicBezTo>
                      <a:pt x="1" y="120"/>
                      <a:pt x="38" y="143"/>
                      <a:pt x="72" y="143"/>
                    </a:cubicBezTo>
                    <a:cubicBezTo>
                      <a:pt x="120" y="143"/>
                      <a:pt x="143" y="120"/>
                      <a:pt x="143" y="71"/>
                    </a:cubicBezTo>
                    <a:cubicBezTo>
                      <a:pt x="143" y="37"/>
                      <a:pt x="120" y="0"/>
                      <a:pt x="72" y="0"/>
                    </a:cubicBezTo>
                    <a:close/>
                  </a:path>
                </a:pathLst>
              </a:custGeom>
              <a:solidFill>
                <a:srgbClr val="EAE3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3"/>
              <p:cNvSpPr/>
              <p:nvPr/>
            </p:nvSpPr>
            <p:spPr>
              <a:xfrm>
                <a:off x="8153918" y="591391"/>
                <a:ext cx="33341" cy="32749"/>
              </a:xfrm>
              <a:custGeom>
                <a:avLst/>
                <a:gdLst/>
                <a:ahLst/>
                <a:cxnLst/>
                <a:rect l="l" t="t" r="r" b="b"/>
                <a:pathLst>
                  <a:path w="169" h="166" extrusionOk="0">
                    <a:moveTo>
                      <a:pt x="86" y="0"/>
                    </a:moveTo>
                    <a:cubicBezTo>
                      <a:pt x="37" y="0"/>
                      <a:pt x="0" y="35"/>
                      <a:pt x="0" y="83"/>
                    </a:cubicBezTo>
                    <a:cubicBezTo>
                      <a:pt x="0" y="131"/>
                      <a:pt x="37" y="165"/>
                      <a:pt x="86" y="165"/>
                    </a:cubicBezTo>
                    <a:cubicBezTo>
                      <a:pt x="120" y="165"/>
                      <a:pt x="168" y="131"/>
                      <a:pt x="168" y="83"/>
                    </a:cubicBezTo>
                    <a:cubicBezTo>
                      <a:pt x="168" y="35"/>
                      <a:pt x="120" y="0"/>
                      <a:pt x="86" y="0"/>
                    </a:cubicBezTo>
                    <a:close/>
                  </a:path>
                </a:pathLst>
              </a:custGeom>
              <a:solidFill>
                <a:srgbClr val="EAE3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4" name="Google Shape;184;p13"/>
            <p:cNvSpPr/>
            <p:nvPr/>
          </p:nvSpPr>
          <p:spPr>
            <a:xfrm>
              <a:off x="8659581" y="1065567"/>
              <a:ext cx="40048" cy="40048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7" y="0"/>
                  </a:moveTo>
                  <a:cubicBezTo>
                    <a:pt x="49" y="0"/>
                    <a:pt x="0" y="46"/>
                    <a:pt x="0" y="106"/>
                  </a:cubicBezTo>
                  <a:cubicBezTo>
                    <a:pt x="0" y="154"/>
                    <a:pt x="49" y="202"/>
                    <a:pt x="97" y="202"/>
                  </a:cubicBezTo>
                  <a:cubicBezTo>
                    <a:pt x="157" y="202"/>
                    <a:pt x="202" y="154"/>
                    <a:pt x="202" y="106"/>
                  </a:cubicBezTo>
                  <a:cubicBezTo>
                    <a:pt x="202" y="46"/>
                    <a:pt x="157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3"/>
            <p:cNvSpPr/>
            <p:nvPr/>
          </p:nvSpPr>
          <p:spPr>
            <a:xfrm>
              <a:off x="8395596" y="1248841"/>
              <a:ext cx="28409" cy="28211"/>
            </a:xfrm>
            <a:custGeom>
              <a:avLst/>
              <a:gdLst/>
              <a:ahLst/>
              <a:cxnLst/>
              <a:rect l="l" t="t" r="r" b="b"/>
              <a:pathLst>
                <a:path w="144" h="143" extrusionOk="0">
                  <a:moveTo>
                    <a:pt x="72" y="0"/>
                  </a:moveTo>
                  <a:cubicBezTo>
                    <a:pt x="38" y="0"/>
                    <a:pt x="1" y="37"/>
                    <a:pt x="1" y="71"/>
                  </a:cubicBezTo>
                  <a:cubicBezTo>
                    <a:pt x="1" y="120"/>
                    <a:pt x="38" y="143"/>
                    <a:pt x="72" y="143"/>
                  </a:cubicBezTo>
                  <a:cubicBezTo>
                    <a:pt x="120" y="143"/>
                    <a:pt x="143" y="120"/>
                    <a:pt x="143" y="71"/>
                  </a:cubicBezTo>
                  <a:cubicBezTo>
                    <a:pt x="143" y="37"/>
                    <a:pt x="120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3"/>
            <p:cNvSpPr/>
            <p:nvPr/>
          </p:nvSpPr>
          <p:spPr>
            <a:xfrm>
              <a:off x="8567577" y="1405701"/>
              <a:ext cx="26200" cy="26175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7" y="0"/>
                  </a:moveTo>
                  <a:cubicBezTo>
                    <a:pt x="49" y="0"/>
                    <a:pt x="0" y="46"/>
                    <a:pt x="0" y="106"/>
                  </a:cubicBezTo>
                  <a:cubicBezTo>
                    <a:pt x="0" y="154"/>
                    <a:pt x="49" y="202"/>
                    <a:pt x="97" y="202"/>
                  </a:cubicBezTo>
                  <a:cubicBezTo>
                    <a:pt x="157" y="202"/>
                    <a:pt x="202" y="154"/>
                    <a:pt x="202" y="106"/>
                  </a:cubicBezTo>
                  <a:cubicBezTo>
                    <a:pt x="202" y="46"/>
                    <a:pt x="157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3"/>
            <p:cNvSpPr/>
            <p:nvPr/>
          </p:nvSpPr>
          <p:spPr>
            <a:xfrm>
              <a:off x="8504575" y="1104915"/>
              <a:ext cx="48700" cy="48350"/>
            </a:xfrm>
            <a:custGeom>
              <a:avLst/>
              <a:gdLst/>
              <a:ahLst/>
              <a:cxnLst/>
              <a:rect l="l" t="t" r="r" b="b"/>
              <a:pathLst>
                <a:path w="144" h="143" extrusionOk="0">
                  <a:moveTo>
                    <a:pt x="72" y="0"/>
                  </a:moveTo>
                  <a:cubicBezTo>
                    <a:pt x="38" y="0"/>
                    <a:pt x="1" y="37"/>
                    <a:pt x="1" y="71"/>
                  </a:cubicBezTo>
                  <a:cubicBezTo>
                    <a:pt x="1" y="120"/>
                    <a:pt x="38" y="143"/>
                    <a:pt x="72" y="143"/>
                  </a:cubicBezTo>
                  <a:cubicBezTo>
                    <a:pt x="120" y="143"/>
                    <a:pt x="143" y="120"/>
                    <a:pt x="143" y="71"/>
                  </a:cubicBezTo>
                  <a:cubicBezTo>
                    <a:pt x="143" y="37"/>
                    <a:pt x="120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3"/>
            <p:cNvSpPr/>
            <p:nvPr/>
          </p:nvSpPr>
          <p:spPr>
            <a:xfrm>
              <a:off x="8625024" y="1600901"/>
              <a:ext cx="33675" cy="33675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7" y="0"/>
                  </a:moveTo>
                  <a:cubicBezTo>
                    <a:pt x="49" y="0"/>
                    <a:pt x="0" y="46"/>
                    <a:pt x="0" y="106"/>
                  </a:cubicBezTo>
                  <a:cubicBezTo>
                    <a:pt x="0" y="154"/>
                    <a:pt x="49" y="202"/>
                    <a:pt x="97" y="202"/>
                  </a:cubicBezTo>
                  <a:cubicBezTo>
                    <a:pt x="157" y="202"/>
                    <a:pt x="202" y="154"/>
                    <a:pt x="202" y="106"/>
                  </a:cubicBezTo>
                  <a:cubicBezTo>
                    <a:pt x="202" y="46"/>
                    <a:pt x="157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040431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4"/>
          <p:cNvSpPr txBox="1">
            <a:spLocks noGrp="1"/>
          </p:cNvSpPr>
          <p:nvPr>
            <p:ph type="title"/>
          </p:nvPr>
        </p:nvSpPr>
        <p:spPr>
          <a:xfrm>
            <a:off x="720000" y="3462562"/>
            <a:ext cx="3848700" cy="39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92" name="Google Shape;192;p14"/>
          <p:cNvSpPr txBox="1">
            <a:spLocks noGrp="1"/>
          </p:cNvSpPr>
          <p:nvPr>
            <p:ph type="subTitle" idx="1"/>
          </p:nvPr>
        </p:nvSpPr>
        <p:spPr>
          <a:xfrm>
            <a:off x="720000" y="1214700"/>
            <a:ext cx="3980100" cy="23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677009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96" name="Google Shape;196;p15"/>
          <p:cNvGrpSpPr/>
          <p:nvPr/>
        </p:nvGrpSpPr>
        <p:grpSpPr>
          <a:xfrm rot="-1798509">
            <a:off x="8259586" y="658162"/>
            <a:ext cx="328817" cy="90456"/>
            <a:chOff x="1942660" y="4074759"/>
            <a:chExt cx="328833" cy="90460"/>
          </a:xfrm>
        </p:grpSpPr>
        <p:sp>
          <p:nvSpPr>
            <p:cNvPr id="197" name="Google Shape;197;p15"/>
            <p:cNvSpPr/>
            <p:nvPr/>
          </p:nvSpPr>
          <p:spPr>
            <a:xfrm>
              <a:off x="1942660" y="4074759"/>
              <a:ext cx="328833" cy="90460"/>
            </a:xfrm>
            <a:custGeom>
              <a:avLst/>
              <a:gdLst/>
              <a:ahLst/>
              <a:cxnLst/>
              <a:rect l="l" t="t" r="r" b="b"/>
              <a:pathLst>
                <a:path w="2112" h="581" extrusionOk="0">
                  <a:moveTo>
                    <a:pt x="297" y="1"/>
                  </a:moveTo>
                  <a:cubicBezTo>
                    <a:pt x="132" y="1"/>
                    <a:pt x="1" y="131"/>
                    <a:pt x="1" y="296"/>
                  </a:cubicBezTo>
                  <a:cubicBezTo>
                    <a:pt x="1" y="450"/>
                    <a:pt x="132" y="581"/>
                    <a:pt x="297" y="581"/>
                  </a:cubicBezTo>
                  <a:lnTo>
                    <a:pt x="1827" y="581"/>
                  </a:lnTo>
                  <a:cubicBezTo>
                    <a:pt x="1981" y="581"/>
                    <a:pt x="2112" y="450"/>
                    <a:pt x="2112" y="296"/>
                  </a:cubicBezTo>
                  <a:cubicBezTo>
                    <a:pt x="2112" y="131"/>
                    <a:pt x="1981" y="1"/>
                    <a:pt x="1827" y="1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5"/>
            <p:cNvSpPr/>
            <p:nvPr/>
          </p:nvSpPr>
          <p:spPr>
            <a:xfrm>
              <a:off x="1942660" y="4074759"/>
              <a:ext cx="166285" cy="90460"/>
            </a:xfrm>
            <a:custGeom>
              <a:avLst/>
              <a:gdLst/>
              <a:ahLst/>
              <a:cxnLst/>
              <a:rect l="l" t="t" r="r" b="b"/>
              <a:pathLst>
                <a:path w="1068" h="581" extrusionOk="0">
                  <a:moveTo>
                    <a:pt x="297" y="1"/>
                  </a:moveTo>
                  <a:cubicBezTo>
                    <a:pt x="132" y="1"/>
                    <a:pt x="1" y="131"/>
                    <a:pt x="1" y="296"/>
                  </a:cubicBezTo>
                  <a:cubicBezTo>
                    <a:pt x="1" y="450"/>
                    <a:pt x="132" y="581"/>
                    <a:pt x="297" y="581"/>
                  </a:cubicBezTo>
                  <a:lnTo>
                    <a:pt x="1068" y="581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FF71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9" name="Google Shape;199;p15"/>
          <p:cNvGrpSpPr/>
          <p:nvPr/>
        </p:nvGrpSpPr>
        <p:grpSpPr>
          <a:xfrm rot="2204356">
            <a:off x="8426873" y="1066622"/>
            <a:ext cx="288053" cy="105257"/>
            <a:chOff x="1363299" y="4227968"/>
            <a:chExt cx="288040" cy="105252"/>
          </a:xfrm>
        </p:grpSpPr>
        <p:sp>
          <p:nvSpPr>
            <p:cNvPr id="200" name="Google Shape;200;p15"/>
            <p:cNvSpPr/>
            <p:nvPr/>
          </p:nvSpPr>
          <p:spPr>
            <a:xfrm>
              <a:off x="1363299" y="4259419"/>
              <a:ext cx="288040" cy="73801"/>
            </a:xfrm>
            <a:custGeom>
              <a:avLst/>
              <a:gdLst/>
              <a:ahLst/>
              <a:cxnLst/>
              <a:rect l="l" t="t" r="r" b="b"/>
              <a:pathLst>
                <a:path w="1850" h="474" extrusionOk="0">
                  <a:moveTo>
                    <a:pt x="1" y="1"/>
                  </a:moveTo>
                  <a:lnTo>
                    <a:pt x="1" y="271"/>
                  </a:lnTo>
                  <a:cubicBezTo>
                    <a:pt x="1" y="379"/>
                    <a:pt x="413" y="473"/>
                    <a:pt x="925" y="473"/>
                  </a:cubicBezTo>
                  <a:cubicBezTo>
                    <a:pt x="1435" y="473"/>
                    <a:pt x="1850" y="379"/>
                    <a:pt x="1850" y="271"/>
                  </a:cubicBezTo>
                  <a:lnTo>
                    <a:pt x="1850" y="1"/>
                  </a:ln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5"/>
            <p:cNvSpPr/>
            <p:nvPr/>
          </p:nvSpPr>
          <p:spPr>
            <a:xfrm>
              <a:off x="1363299" y="4227968"/>
              <a:ext cx="288040" cy="62590"/>
            </a:xfrm>
            <a:custGeom>
              <a:avLst/>
              <a:gdLst/>
              <a:ahLst/>
              <a:cxnLst/>
              <a:rect l="l" t="t" r="r" b="b"/>
              <a:pathLst>
                <a:path w="1850" h="402" extrusionOk="0">
                  <a:moveTo>
                    <a:pt x="854" y="1"/>
                  </a:moveTo>
                  <a:cubicBezTo>
                    <a:pt x="379" y="12"/>
                    <a:pt x="1" y="95"/>
                    <a:pt x="1" y="203"/>
                  </a:cubicBezTo>
                  <a:cubicBezTo>
                    <a:pt x="1" y="319"/>
                    <a:pt x="413" y="402"/>
                    <a:pt x="925" y="402"/>
                  </a:cubicBezTo>
                  <a:cubicBezTo>
                    <a:pt x="1435" y="402"/>
                    <a:pt x="1850" y="319"/>
                    <a:pt x="1850" y="203"/>
                  </a:cubicBezTo>
                  <a:cubicBezTo>
                    <a:pt x="1850" y="95"/>
                    <a:pt x="1469" y="12"/>
                    <a:pt x="982" y="1"/>
                  </a:cubicBezTo>
                  <a:cubicBezTo>
                    <a:pt x="971" y="24"/>
                    <a:pt x="948" y="46"/>
                    <a:pt x="925" y="46"/>
                  </a:cubicBezTo>
                  <a:cubicBezTo>
                    <a:pt x="888" y="46"/>
                    <a:pt x="866" y="24"/>
                    <a:pt x="854" y="1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5"/>
            <p:cNvSpPr/>
            <p:nvPr/>
          </p:nvSpPr>
          <p:spPr>
            <a:xfrm>
              <a:off x="1496267" y="4227968"/>
              <a:ext cx="20085" cy="68351"/>
            </a:xfrm>
            <a:custGeom>
              <a:avLst/>
              <a:gdLst/>
              <a:ahLst/>
              <a:cxnLst/>
              <a:rect l="l" t="t" r="r" b="b"/>
              <a:pathLst>
                <a:path w="129" h="439" extrusionOk="0">
                  <a:moveTo>
                    <a:pt x="0" y="1"/>
                  </a:moveTo>
                  <a:lnTo>
                    <a:pt x="0" y="439"/>
                  </a:lnTo>
                  <a:lnTo>
                    <a:pt x="128" y="439"/>
                  </a:lnTo>
                  <a:lnTo>
                    <a:pt x="128" y="1"/>
                  </a:lnTo>
                  <a:cubicBezTo>
                    <a:pt x="111" y="18"/>
                    <a:pt x="91" y="26"/>
                    <a:pt x="68" y="26"/>
                  </a:cubicBezTo>
                  <a:cubicBezTo>
                    <a:pt x="46" y="26"/>
                    <a:pt x="23" y="18"/>
                    <a:pt x="0" y="1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3" name="Google Shape;203;p15"/>
          <p:cNvGrpSpPr/>
          <p:nvPr/>
        </p:nvGrpSpPr>
        <p:grpSpPr>
          <a:xfrm rot="3734790">
            <a:off x="8448948" y="336326"/>
            <a:ext cx="243905" cy="67105"/>
            <a:chOff x="1942660" y="4074759"/>
            <a:chExt cx="328833" cy="90460"/>
          </a:xfrm>
        </p:grpSpPr>
        <p:sp>
          <p:nvSpPr>
            <p:cNvPr id="204" name="Google Shape;204;p15"/>
            <p:cNvSpPr/>
            <p:nvPr/>
          </p:nvSpPr>
          <p:spPr>
            <a:xfrm>
              <a:off x="1942660" y="4074759"/>
              <a:ext cx="328833" cy="90460"/>
            </a:xfrm>
            <a:custGeom>
              <a:avLst/>
              <a:gdLst/>
              <a:ahLst/>
              <a:cxnLst/>
              <a:rect l="l" t="t" r="r" b="b"/>
              <a:pathLst>
                <a:path w="2112" h="581" extrusionOk="0">
                  <a:moveTo>
                    <a:pt x="297" y="1"/>
                  </a:moveTo>
                  <a:cubicBezTo>
                    <a:pt x="132" y="1"/>
                    <a:pt x="1" y="131"/>
                    <a:pt x="1" y="296"/>
                  </a:cubicBezTo>
                  <a:cubicBezTo>
                    <a:pt x="1" y="450"/>
                    <a:pt x="132" y="581"/>
                    <a:pt x="297" y="581"/>
                  </a:cubicBezTo>
                  <a:lnTo>
                    <a:pt x="1827" y="581"/>
                  </a:lnTo>
                  <a:cubicBezTo>
                    <a:pt x="1981" y="581"/>
                    <a:pt x="2112" y="450"/>
                    <a:pt x="2112" y="296"/>
                  </a:cubicBezTo>
                  <a:cubicBezTo>
                    <a:pt x="2112" y="131"/>
                    <a:pt x="1981" y="1"/>
                    <a:pt x="1827" y="1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5"/>
            <p:cNvSpPr/>
            <p:nvPr/>
          </p:nvSpPr>
          <p:spPr>
            <a:xfrm>
              <a:off x="1942660" y="4074759"/>
              <a:ext cx="166285" cy="90460"/>
            </a:xfrm>
            <a:custGeom>
              <a:avLst/>
              <a:gdLst/>
              <a:ahLst/>
              <a:cxnLst/>
              <a:rect l="l" t="t" r="r" b="b"/>
              <a:pathLst>
                <a:path w="1068" h="581" extrusionOk="0">
                  <a:moveTo>
                    <a:pt x="297" y="1"/>
                  </a:moveTo>
                  <a:cubicBezTo>
                    <a:pt x="132" y="1"/>
                    <a:pt x="1" y="131"/>
                    <a:pt x="1" y="296"/>
                  </a:cubicBezTo>
                  <a:cubicBezTo>
                    <a:pt x="1" y="450"/>
                    <a:pt x="132" y="581"/>
                    <a:pt x="297" y="581"/>
                  </a:cubicBezTo>
                  <a:lnTo>
                    <a:pt x="1068" y="581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FF71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6" name="Google Shape;206;p15"/>
          <p:cNvGrpSpPr/>
          <p:nvPr/>
        </p:nvGrpSpPr>
        <p:grpSpPr>
          <a:xfrm rot="6135591">
            <a:off x="8619225" y="745261"/>
            <a:ext cx="243900" cy="67098"/>
            <a:chOff x="1942660" y="4074759"/>
            <a:chExt cx="328833" cy="90460"/>
          </a:xfrm>
        </p:grpSpPr>
        <p:sp>
          <p:nvSpPr>
            <p:cNvPr id="207" name="Google Shape;207;p15"/>
            <p:cNvSpPr/>
            <p:nvPr/>
          </p:nvSpPr>
          <p:spPr>
            <a:xfrm>
              <a:off x="1942660" y="4074759"/>
              <a:ext cx="328833" cy="90460"/>
            </a:xfrm>
            <a:custGeom>
              <a:avLst/>
              <a:gdLst/>
              <a:ahLst/>
              <a:cxnLst/>
              <a:rect l="l" t="t" r="r" b="b"/>
              <a:pathLst>
                <a:path w="2112" h="581" extrusionOk="0">
                  <a:moveTo>
                    <a:pt x="297" y="1"/>
                  </a:moveTo>
                  <a:cubicBezTo>
                    <a:pt x="132" y="1"/>
                    <a:pt x="1" y="131"/>
                    <a:pt x="1" y="296"/>
                  </a:cubicBezTo>
                  <a:cubicBezTo>
                    <a:pt x="1" y="450"/>
                    <a:pt x="132" y="581"/>
                    <a:pt x="297" y="581"/>
                  </a:cubicBezTo>
                  <a:lnTo>
                    <a:pt x="1827" y="581"/>
                  </a:lnTo>
                  <a:cubicBezTo>
                    <a:pt x="1981" y="581"/>
                    <a:pt x="2112" y="450"/>
                    <a:pt x="2112" y="296"/>
                  </a:cubicBezTo>
                  <a:cubicBezTo>
                    <a:pt x="2112" y="131"/>
                    <a:pt x="1981" y="1"/>
                    <a:pt x="1827" y="1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5"/>
            <p:cNvSpPr/>
            <p:nvPr/>
          </p:nvSpPr>
          <p:spPr>
            <a:xfrm>
              <a:off x="1942660" y="4074759"/>
              <a:ext cx="166285" cy="90460"/>
            </a:xfrm>
            <a:custGeom>
              <a:avLst/>
              <a:gdLst/>
              <a:ahLst/>
              <a:cxnLst/>
              <a:rect l="l" t="t" r="r" b="b"/>
              <a:pathLst>
                <a:path w="1068" h="581" extrusionOk="0">
                  <a:moveTo>
                    <a:pt x="297" y="1"/>
                  </a:moveTo>
                  <a:cubicBezTo>
                    <a:pt x="132" y="1"/>
                    <a:pt x="1" y="131"/>
                    <a:pt x="1" y="296"/>
                  </a:cubicBezTo>
                  <a:cubicBezTo>
                    <a:pt x="1" y="450"/>
                    <a:pt x="132" y="581"/>
                    <a:pt x="297" y="581"/>
                  </a:cubicBezTo>
                  <a:lnTo>
                    <a:pt x="1068" y="581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FF71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9" name="Google Shape;209;p15"/>
          <p:cNvGrpSpPr/>
          <p:nvPr/>
        </p:nvGrpSpPr>
        <p:grpSpPr>
          <a:xfrm rot="8378874">
            <a:off x="8295119" y="4046621"/>
            <a:ext cx="851711" cy="870254"/>
            <a:chOff x="8666383" y="2375725"/>
            <a:chExt cx="851689" cy="870231"/>
          </a:xfrm>
        </p:grpSpPr>
        <p:sp>
          <p:nvSpPr>
            <p:cNvPr id="210" name="Google Shape;210;p15"/>
            <p:cNvSpPr/>
            <p:nvPr/>
          </p:nvSpPr>
          <p:spPr>
            <a:xfrm>
              <a:off x="9482364" y="2621544"/>
              <a:ext cx="35708" cy="37286"/>
            </a:xfrm>
            <a:custGeom>
              <a:avLst/>
              <a:gdLst/>
              <a:ahLst/>
              <a:cxnLst/>
              <a:rect l="l" t="t" r="r" b="b"/>
              <a:pathLst>
                <a:path w="181" h="189" extrusionOk="0">
                  <a:moveTo>
                    <a:pt x="98" y="1"/>
                  </a:moveTo>
                  <a:cubicBezTo>
                    <a:pt x="38" y="1"/>
                    <a:pt x="1" y="46"/>
                    <a:pt x="1" y="95"/>
                  </a:cubicBezTo>
                  <a:cubicBezTo>
                    <a:pt x="1" y="143"/>
                    <a:pt x="38" y="189"/>
                    <a:pt x="98" y="189"/>
                  </a:cubicBezTo>
                  <a:cubicBezTo>
                    <a:pt x="143" y="189"/>
                    <a:pt x="180" y="143"/>
                    <a:pt x="180" y="95"/>
                  </a:cubicBezTo>
                  <a:cubicBezTo>
                    <a:pt x="180" y="46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15"/>
            <p:cNvSpPr/>
            <p:nvPr/>
          </p:nvSpPr>
          <p:spPr>
            <a:xfrm>
              <a:off x="9110872" y="2649559"/>
              <a:ext cx="68062" cy="68260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7" y="1"/>
                  </a:moveTo>
                  <a:cubicBezTo>
                    <a:pt x="83" y="1"/>
                    <a:pt x="1" y="72"/>
                    <a:pt x="1" y="166"/>
                  </a:cubicBezTo>
                  <a:cubicBezTo>
                    <a:pt x="1" y="260"/>
                    <a:pt x="83" y="345"/>
                    <a:pt x="177" y="345"/>
                  </a:cubicBezTo>
                  <a:cubicBezTo>
                    <a:pt x="274" y="345"/>
                    <a:pt x="345" y="260"/>
                    <a:pt x="345" y="166"/>
                  </a:cubicBezTo>
                  <a:cubicBezTo>
                    <a:pt x="345" y="72"/>
                    <a:pt x="274" y="1"/>
                    <a:pt x="177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5"/>
            <p:cNvSpPr/>
            <p:nvPr/>
          </p:nvSpPr>
          <p:spPr>
            <a:xfrm>
              <a:off x="9365767" y="2838757"/>
              <a:ext cx="44389" cy="42416"/>
            </a:xfrm>
            <a:custGeom>
              <a:avLst/>
              <a:gdLst/>
              <a:ahLst/>
              <a:cxnLst/>
              <a:rect l="l" t="t" r="r" b="b"/>
              <a:pathLst>
                <a:path w="225" h="215" extrusionOk="0">
                  <a:moveTo>
                    <a:pt x="120" y="1"/>
                  </a:moveTo>
                  <a:cubicBezTo>
                    <a:pt x="49" y="1"/>
                    <a:pt x="0" y="49"/>
                    <a:pt x="0" y="109"/>
                  </a:cubicBezTo>
                  <a:cubicBezTo>
                    <a:pt x="0" y="169"/>
                    <a:pt x="49" y="214"/>
                    <a:pt x="120" y="214"/>
                  </a:cubicBezTo>
                  <a:cubicBezTo>
                    <a:pt x="179" y="214"/>
                    <a:pt x="225" y="169"/>
                    <a:pt x="225" y="109"/>
                  </a:cubicBezTo>
                  <a:cubicBezTo>
                    <a:pt x="225" y="49"/>
                    <a:pt x="179" y="1"/>
                    <a:pt x="12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15"/>
            <p:cNvSpPr/>
            <p:nvPr/>
          </p:nvSpPr>
          <p:spPr>
            <a:xfrm>
              <a:off x="9305002" y="2375725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15"/>
            <p:cNvSpPr/>
            <p:nvPr/>
          </p:nvSpPr>
          <p:spPr>
            <a:xfrm>
              <a:off x="9052474" y="2495281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06"/>
                    <a:pt x="35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15"/>
            <p:cNvSpPr/>
            <p:nvPr/>
          </p:nvSpPr>
          <p:spPr>
            <a:xfrm>
              <a:off x="9305002" y="2555848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5"/>
            <p:cNvSpPr/>
            <p:nvPr/>
          </p:nvSpPr>
          <p:spPr>
            <a:xfrm>
              <a:off x="8825791" y="2621544"/>
              <a:ext cx="60763" cy="60763"/>
            </a:xfrm>
            <a:custGeom>
              <a:avLst/>
              <a:gdLst/>
              <a:ahLst/>
              <a:cxnLst/>
              <a:rect l="l" t="t" r="r" b="b"/>
              <a:pathLst>
                <a:path w="308" h="308" extrusionOk="0">
                  <a:moveTo>
                    <a:pt x="154" y="1"/>
                  </a:moveTo>
                  <a:cubicBezTo>
                    <a:pt x="72" y="1"/>
                    <a:pt x="0" y="72"/>
                    <a:pt x="0" y="154"/>
                  </a:cubicBezTo>
                  <a:cubicBezTo>
                    <a:pt x="0" y="237"/>
                    <a:pt x="72" y="308"/>
                    <a:pt x="154" y="308"/>
                  </a:cubicBezTo>
                  <a:cubicBezTo>
                    <a:pt x="237" y="308"/>
                    <a:pt x="308" y="237"/>
                    <a:pt x="308" y="154"/>
                  </a:cubicBezTo>
                  <a:cubicBezTo>
                    <a:pt x="308" y="72"/>
                    <a:pt x="237" y="1"/>
                    <a:pt x="15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5"/>
            <p:cNvSpPr/>
            <p:nvPr/>
          </p:nvSpPr>
          <p:spPr>
            <a:xfrm>
              <a:off x="8687690" y="2951013"/>
              <a:ext cx="34919" cy="35511"/>
            </a:xfrm>
            <a:custGeom>
              <a:avLst/>
              <a:gdLst/>
              <a:ahLst/>
              <a:cxnLst/>
              <a:rect l="l" t="t" r="r" b="b"/>
              <a:pathLst>
                <a:path w="177" h="180" extrusionOk="0">
                  <a:moveTo>
                    <a:pt x="94" y="1"/>
                  </a:moveTo>
                  <a:cubicBezTo>
                    <a:pt x="35" y="1"/>
                    <a:pt x="1" y="49"/>
                    <a:pt x="1" y="97"/>
                  </a:cubicBezTo>
                  <a:cubicBezTo>
                    <a:pt x="1" y="143"/>
                    <a:pt x="35" y="180"/>
                    <a:pt x="94" y="180"/>
                  </a:cubicBezTo>
                  <a:cubicBezTo>
                    <a:pt x="143" y="180"/>
                    <a:pt x="177" y="143"/>
                    <a:pt x="177" y="97"/>
                  </a:cubicBezTo>
                  <a:cubicBezTo>
                    <a:pt x="177" y="49"/>
                    <a:pt x="143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5"/>
            <p:cNvSpPr/>
            <p:nvPr/>
          </p:nvSpPr>
          <p:spPr>
            <a:xfrm>
              <a:off x="8942585" y="2860064"/>
              <a:ext cx="34919" cy="35116"/>
            </a:xfrm>
            <a:custGeom>
              <a:avLst/>
              <a:gdLst/>
              <a:ahLst/>
              <a:cxnLst/>
              <a:rect l="l" t="t" r="r" b="b"/>
              <a:pathLst>
                <a:path w="177" h="178" extrusionOk="0">
                  <a:moveTo>
                    <a:pt x="83" y="1"/>
                  </a:moveTo>
                  <a:cubicBezTo>
                    <a:pt x="34" y="1"/>
                    <a:pt x="0" y="35"/>
                    <a:pt x="0" y="83"/>
                  </a:cubicBezTo>
                  <a:cubicBezTo>
                    <a:pt x="0" y="143"/>
                    <a:pt x="34" y="177"/>
                    <a:pt x="83" y="177"/>
                  </a:cubicBezTo>
                  <a:cubicBezTo>
                    <a:pt x="131" y="177"/>
                    <a:pt x="177" y="143"/>
                    <a:pt x="177" y="83"/>
                  </a:cubicBezTo>
                  <a:cubicBezTo>
                    <a:pt x="177" y="35"/>
                    <a:pt x="131" y="1"/>
                    <a:pt x="8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5"/>
            <p:cNvSpPr/>
            <p:nvPr/>
          </p:nvSpPr>
          <p:spPr>
            <a:xfrm>
              <a:off x="8666383" y="3189533"/>
              <a:ext cx="56226" cy="56423"/>
            </a:xfrm>
            <a:custGeom>
              <a:avLst/>
              <a:gdLst/>
              <a:ahLst/>
              <a:cxnLst/>
              <a:rect l="l" t="t" r="r" b="b"/>
              <a:pathLst>
                <a:path w="285" h="28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26"/>
                    <a:pt x="72" y="285"/>
                    <a:pt x="143" y="285"/>
                  </a:cubicBezTo>
                  <a:cubicBezTo>
                    <a:pt x="225" y="285"/>
                    <a:pt x="285" y="226"/>
                    <a:pt x="285" y="143"/>
                  </a:cubicBezTo>
                  <a:cubicBezTo>
                    <a:pt x="285" y="72"/>
                    <a:pt x="225" y="1"/>
                    <a:pt x="14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" name="Google Shape;220;p15"/>
          <p:cNvGrpSpPr/>
          <p:nvPr/>
        </p:nvGrpSpPr>
        <p:grpSpPr>
          <a:xfrm rot="10800000">
            <a:off x="188937" y="3435936"/>
            <a:ext cx="373340" cy="1406218"/>
            <a:chOff x="10945362" y="2723798"/>
            <a:chExt cx="373340" cy="1406218"/>
          </a:xfrm>
        </p:grpSpPr>
        <p:sp>
          <p:nvSpPr>
            <p:cNvPr id="221" name="Google Shape;221;p15"/>
            <p:cNvSpPr/>
            <p:nvPr/>
          </p:nvSpPr>
          <p:spPr>
            <a:xfrm>
              <a:off x="11084325" y="3702102"/>
              <a:ext cx="37878" cy="37878"/>
            </a:xfrm>
            <a:custGeom>
              <a:avLst/>
              <a:gdLst/>
              <a:ahLst/>
              <a:cxnLst/>
              <a:rect l="l" t="t" r="r" b="b"/>
              <a:pathLst>
                <a:path w="192" h="192" extrusionOk="0">
                  <a:moveTo>
                    <a:pt x="98" y="1"/>
                  </a:moveTo>
                  <a:cubicBezTo>
                    <a:pt x="38" y="1"/>
                    <a:pt x="1" y="35"/>
                    <a:pt x="1" y="95"/>
                  </a:cubicBezTo>
                  <a:cubicBezTo>
                    <a:pt x="1" y="143"/>
                    <a:pt x="38" y="192"/>
                    <a:pt x="98" y="192"/>
                  </a:cubicBezTo>
                  <a:cubicBezTo>
                    <a:pt x="143" y="192"/>
                    <a:pt x="191" y="143"/>
                    <a:pt x="191" y="95"/>
                  </a:cubicBezTo>
                  <a:cubicBezTo>
                    <a:pt x="191" y="35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5"/>
            <p:cNvSpPr/>
            <p:nvPr/>
          </p:nvSpPr>
          <p:spPr>
            <a:xfrm>
              <a:off x="10945362" y="3007911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17"/>
                    <a:pt x="35" y="143"/>
                    <a:pt x="72" y="143"/>
                  </a:cubicBezTo>
                  <a:cubicBezTo>
                    <a:pt x="106" y="143"/>
                    <a:pt x="143" y="117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5"/>
            <p:cNvSpPr/>
            <p:nvPr/>
          </p:nvSpPr>
          <p:spPr>
            <a:xfrm>
              <a:off x="11089455" y="3126813"/>
              <a:ext cx="28211" cy="28409"/>
            </a:xfrm>
            <a:custGeom>
              <a:avLst/>
              <a:gdLst/>
              <a:ahLst/>
              <a:cxnLst/>
              <a:rect l="l" t="t" r="r" b="b"/>
              <a:pathLst>
                <a:path w="143" h="144" extrusionOk="0">
                  <a:moveTo>
                    <a:pt x="72" y="1"/>
                  </a:moveTo>
                  <a:cubicBezTo>
                    <a:pt x="23" y="1"/>
                    <a:pt x="0" y="24"/>
                    <a:pt x="0" y="72"/>
                  </a:cubicBezTo>
                  <a:cubicBezTo>
                    <a:pt x="0" y="106"/>
                    <a:pt x="23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24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5"/>
            <p:cNvSpPr/>
            <p:nvPr/>
          </p:nvSpPr>
          <p:spPr>
            <a:xfrm>
              <a:off x="10952517" y="2809586"/>
              <a:ext cx="37878" cy="37878"/>
            </a:xfrm>
            <a:custGeom>
              <a:avLst/>
              <a:gdLst/>
              <a:ahLst/>
              <a:cxnLst/>
              <a:rect l="l" t="t" r="r" b="b"/>
              <a:pathLst>
                <a:path w="192" h="192" extrusionOk="0">
                  <a:moveTo>
                    <a:pt x="94" y="1"/>
                  </a:moveTo>
                  <a:cubicBezTo>
                    <a:pt x="49" y="1"/>
                    <a:pt x="1" y="35"/>
                    <a:pt x="1" y="95"/>
                  </a:cubicBezTo>
                  <a:cubicBezTo>
                    <a:pt x="1" y="143"/>
                    <a:pt x="49" y="191"/>
                    <a:pt x="94" y="191"/>
                  </a:cubicBezTo>
                  <a:cubicBezTo>
                    <a:pt x="154" y="191"/>
                    <a:pt x="191" y="143"/>
                    <a:pt x="191" y="95"/>
                  </a:cubicBezTo>
                  <a:cubicBezTo>
                    <a:pt x="191" y="35"/>
                    <a:pt x="154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5"/>
            <p:cNvSpPr/>
            <p:nvPr/>
          </p:nvSpPr>
          <p:spPr>
            <a:xfrm>
              <a:off x="11274116" y="3762866"/>
              <a:ext cx="40048" cy="40048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4" y="0"/>
                  </a:moveTo>
                  <a:cubicBezTo>
                    <a:pt x="46" y="0"/>
                    <a:pt x="0" y="37"/>
                    <a:pt x="0" y="97"/>
                  </a:cubicBezTo>
                  <a:cubicBezTo>
                    <a:pt x="0" y="154"/>
                    <a:pt x="46" y="202"/>
                    <a:pt x="94" y="202"/>
                  </a:cubicBezTo>
                  <a:cubicBezTo>
                    <a:pt x="154" y="202"/>
                    <a:pt x="202" y="154"/>
                    <a:pt x="202" y="97"/>
                  </a:cubicBezTo>
                  <a:cubicBezTo>
                    <a:pt x="202" y="37"/>
                    <a:pt x="154" y="0"/>
                    <a:pt x="94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5"/>
            <p:cNvSpPr/>
            <p:nvPr/>
          </p:nvSpPr>
          <p:spPr>
            <a:xfrm>
              <a:off x="11016458" y="4090559"/>
              <a:ext cx="40048" cy="39457"/>
            </a:xfrm>
            <a:custGeom>
              <a:avLst/>
              <a:gdLst/>
              <a:ahLst/>
              <a:cxnLst/>
              <a:rect l="l" t="t" r="r" b="b"/>
              <a:pathLst>
                <a:path w="203" h="200" extrusionOk="0">
                  <a:moveTo>
                    <a:pt x="109" y="1"/>
                  </a:moveTo>
                  <a:cubicBezTo>
                    <a:pt x="49" y="1"/>
                    <a:pt x="1" y="46"/>
                    <a:pt x="1" y="95"/>
                  </a:cubicBezTo>
                  <a:cubicBezTo>
                    <a:pt x="1" y="154"/>
                    <a:pt x="49" y="200"/>
                    <a:pt x="109" y="200"/>
                  </a:cubicBezTo>
                  <a:cubicBezTo>
                    <a:pt x="169" y="200"/>
                    <a:pt x="203" y="154"/>
                    <a:pt x="203" y="95"/>
                  </a:cubicBezTo>
                  <a:cubicBezTo>
                    <a:pt x="203" y="46"/>
                    <a:pt x="169" y="1"/>
                    <a:pt x="109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5"/>
            <p:cNvSpPr/>
            <p:nvPr/>
          </p:nvSpPr>
          <p:spPr>
            <a:xfrm>
              <a:off x="10990402" y="3324798"/>
              <a:ext cx="26041" cy="23279"/>
            </a:xfrm>
            <a:custGeom>
              <a:avLst/>
              <a:gdLst/>
              <a:ahLst/>
              <a:cxnLst/>
              <a:rect l="l" t="t" r="r" b="b"/>
              <a:pathLst>
                <a:path w="132" h="118" extrusionOk="0">
                  <a:moveTo>
                    <a:pt x="72" y="1"/>
                  </a:moveTo>
                  <a:cubicBezTo>
                    <a:pt x="38" y="1"/>
                    <a:pt x="1" y="24"/>
                    <a:pt x="1" y="58"/>
                  </a:cubicBezTo>
                  <a:cubicBezTo>
                    <a:pt x="1" y="95"/>
                    <a:pt x="38" y="118"/>
                    <a:pt x="72" y="118"/>
                  </a:cubicBezTo>
                  <a:cubicBezTo>
                    <a:pt x="109" y="118"/>
                    <a:pt x="132" y="95"/>
                    <a:pt x="132" y="58"/>
                  </a:cubicBezTo>
                  <a:cubicBezTo>
                    <a:pt x="132" y="24"/>
                    <a:pt x="109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5"/>
            <p:cNvSpPr/>
            <p:nvPr/>
          </p:nvSpPr>
          <p:spPr>
            <a:xfrm>
              <a:off x="11292661" y="3557293"/>
              <a:ext cx="26041" cy="25647"/>
            </a:xfrm>
            <a:custGeom>
              <a:avLst/>
              <a:gdLst/>
              <a:ahLst/>
              <a:cxnLst/>
              <a:rect l="l" t="t" r="r" b="b"/>
              <a:pathLst>
                <a:path w="132" h="130" extrusionOk="0">
                  <a:moveTo>
                    <a:pt x="60" y="1"/>
                  </a:moveTo>
                  <a:cubicBezTo>
                    <a:pt x="23" y="1"/>
                    <a:pt x="0" y="35"/>
                    <a:pt x="0" y="72"/>
                  </a:cubicBezTo>
                  <a:cubicBezTo>
                    <a:pt x="0" y="95"/>
                    <a:pt x="23" y="129"/>
                    <a:pt x="60" y="129"/>
                  </a:cubicBezTo>
                  <a:cubicBezTo>
                    <a:pt x="94" y="129"/>
                    <a:pt x="131" y="95"/>
                    <a:pt x="131" y="72"/>
                  </a:cubicBezTo>
                  <a:cubicBezTo>
                    <a:pt x="131" y="35"/>
                    <a:pt x="94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5"/>
            <p:cNvSpPr/>
            <p:nvPr/>
          </p:nvSpPr>
          <p:spPr>
            <a:xfrm>
              <a:off x="11168567" y="3905307"/>
              <a:ext cx="23871" cy="26041"/>
            </a:xfrm>
            <a:custGeom>
              <a:avLst/>
              <a:gdLst/>
              <a:ahLst/>
              <a:cxnLst/>
              <a:rect l="l" t="t" r="r" b="b"/>
              <a:pathLst>
                <a:path w="121" h="132" extrusionOk="0">
                  <a:moveTo>
                    <a:pt x="60" y="1"/>
                  </a:moveTo>
                  <a:cubicBezTo>
                    <a:pt x="26" y="1"/>
                    <a:pt x="1" y="38"/>
                    <a:pt x="1" y="72"/>
                  </a:cubicBezTo>
                  <a:cubicBezTo>
                    <a:pt x="1" y="98"/>
                    <a:pt x="26" y="132"/>
                    <a:pt x="60" y="132"/>
                  </a:cubicBezTo>
                  <a:cubicBezTo>
                    <a:pt x="97" y="132"/>
                    <a:pt x="120" y="98"/>
                    <a:pt x="120" y="72"/>
                  </a:cubicBezTo>
                  <a:cubicBezTo>
                    <a:pt x="120" y="38"/>
                    <a:pt x="97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5"/>
            <p:cNvSpPr/>
            <p:nvPr/>
          </p:nvSpPr>
          <p:spPr>
            <a:xfrm>
              <a:off x="11124177" y="3491794"/>
              <a:ext cx="26041" cy="25844"/>
            </a:xfrm>
            <a:custGeom>
              <a:avLst/>
              <a:gdLst/>
              <a:ahLst/>
              <a:cxnLst/>
              <a:rect l="l" t="t" r="r" b="b"/>
              <a:pathLst>
                <a:path w="132" h="131" extrusionOk="0">
                  <a:moveTo>
                    <a:pt x="72" y="0"/>
                  </a:moveTo>
                  <a:cubicBezTo>
                    <a:pt x="38" y="0"/>
                    <a:pt x="1" y="23"/>
                    <a:pt x="1" y="71"/>
                  </a:cubicBezTo>
                  <a:cubicBezTo>
                    <a:pt x="1" y="105"/>
                    <a:pt x="38" y="131"/>
                    <a:pt x="72" y="131"/>
                  </a:cubicBezTo>
                  <a:cubicBezTo>
                    <a:pt x="109" y="131"/>
                    <a:pt x="132" y="105"/>
                    <a:pt x="132" y="71"/>
                  </a:cubicBezTo>
                  <a:cubicBezTo>
                    <a:pt x="132" y="23"/>
                    <a:pt x="109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5"/>
            <p:cNvSpPr/>
            <p:nvPr/>
          </p:nvSpPr>
          <p:spPr>
            <a:xfrm>
              <a:off x="11090542" y="2723798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0"/>
                  </a:moveTo>
                  <a:cubicBezTo>
                    <a:pt x="26" y="0"/>
                    <a:pt x="1" y="37"/>
                    <a:pt x="1" y="72"/>
                  </a:cubicBezTo>
                  <a:cubicBezTo>
                    <a:pt x="1" y="109"/>
                    <a:pt x="26" y="131"/>
                    <a:pt x="61" y="131"/>
                  </a:cubicBezTo>
                  <a:cubicBezTo>
                    <a:pt x="98" y="131"/>
                    <a:pt x="132" y="109"/>
                    <a:pt x="132" y="72"/>
                  </a:cubicBezTo>
                  <a:cubicBezTo>
                    <a:pt x="132" y="37"/>
                    <a:pt x="98" y="0"/>
                    <a:pt x="61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5"/>
            <p:cNvSpPr/>
            <p:nvPr/>
          </p:nvSpPr>
          <p:spPr>
            <a:xfrm>
              <a:off x="11182766" y="2945755"/>
              <a:ext cx="23674" cy="26041"/>
            </a:xfrm>
            <a:custGeom>
              <a:avLst/>
              <a:gdLst/>
              <a:ahLst/>
              <a:cxnLst/>
              <a:rect l="l" t="t" r="r" b="b"/>
              <a:pathLst>
                <a:path w="120" h="132" extrusionOk="0">
                  <a:moveTo>
                    <a:pt x="60" y="0"/>
                  </a:moveTo>
                  <a:cubicBezTo>
                    <a:pt x="23" y="0"/>
                    <a:pt x="0" y="23"/>
                    <a:pt x="0" y="60"/>
                  </a:cubicBezTo>
                  <a:cubicBezTo>
                    <a:pt x="0" y="94"/>
                    <a:pt x="23" y="131"/>
                    <a:pt x="60" y="131"/>
                  </a:cubicBezTo>
                  <a:cubicBezTo>
                    <a:pt x="94" y="131"/>
                    <a:pt x="120" y="94"/>
                    <a:pt x="120" y="60"/>
                  </a:cubicBezTo>
                  <a:cubicBezTo>
                    <a:pt x="120" y="23"/>
                    <a:pt x="94" y="0"/>
                    <a:pt x="60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5"/>
            <p:cNvSpPr/>
            <p:nvPr/>
          </p:nvSpPr>
          <p:spPr>
            <a:xfrm>
              <a:off x="11233464" y="3196556"/>
              <a:ext cx="20912" cy="20912"/>
            </a:xfrm>
            <a:custGeom>
              <a:avLst/>
              <a:gdLst/>
              <a:ahLst/>
              <a:cxnLst/>
              <a:rect l="l" t="t" r="r" b="b"/>
              <a:pathLst>
                <a:path w="106" h="106" extrusionOk="0">
                  <a:moveTo>
                    <a:pt x="46" y="0"/>
                  </a:moveTo>
                  <a:cubicBezTo>
                    <a:pt x="23" y="0"/>
                    <a:pt x="0" y="23"/>
                    <a:pt x="0" y="48"/>
                  </a:cubicBezTo>
                  <a:cubicBezTo>
                    <a:pt x="0" y="83"/>
                    <a:pt x="23" y="105"/>
                    <a:pt x="46" y="105"/>
                  </a:cubicBezTo>
                  <a:cubicBezTo>
                    <a:pt x="83" y="105"/>
                    <a:pt x="105" y="83"/>
                    <a:pt x="105" y="48"/>
                  </a:cubicBezTo>
                  <a:cubicBezTo>
                    <a:pt x="105" y="23"/>
                    <a:pt x="83" y="0"/>
                    <a:pt x="46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322700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37" name="Google Shape;237;p16"/>
          <p:cNvGrpSpPr/>
          <p:nvPr/>
        </p:nvGrpSpPr>
        <p:grpSpPr>
          <a:xfrm rot="-1798509">
            <a:off x="8427998" y="4434950"/>
            <a:ext cx="328817" cy="90456"/>
            <a:chOff x="1942660" y="4074759"/>
            <a:chExt cx="328833" cy="90460"/>
          </a:xfrm>
        </p:grpSpPr>
        <p:sp>
          <p:nvSpPr>
            <p:cNvPr id="238" name="Google Shape;238;p16"/>
            <p:cNvSpPr/>
            <p:nvPr/>
          </p:nvSpPr>
          <p:spPr>
            <a:xfrm>
              <a:off x="1942660" y="4074759"/>
              <a:ext cx="328833" cy="90460"/>
            </a:xfrm>
            <a:custGeom>
              <a:avLst/>
              <a:gdLst/>
              <a:ahLst/>
              <a:cxnLst/>
              <a:rect l="l" t="t" r="r" b="b"/>
              <a:pathLst>
                <a:path w="2112" h="581" extrusionOk="0">
                  <a:moveTo>
                    <a:pt x="297" y="1"/>
                  </a:moveTo>
                  <a:cubicBezTo>
                    <a:pt x="132" y="1"/>
                    <a:pt x="1" y="131"/>
                    <a:pt x="1" y="296"/>
                  </a:cubicBezTo>
                  <a:cubicBezTo>
                    <a:pt x="1" y="450"/>
                    <a:pt x="132" y="581"/>
                    <a:pt x="297" y="581"/>
                  </a:cubicBezTo>
                  <a:lnTo>
                    <a:pt x="1827" y="581"/>
                  </a:lnTo>
                  <a:cubicBezTo>
                    <a:pt x="1981" y="581"/>
                    <a:pt x="2112" y="450"/>
                    <a:pt x="2112" y="296"/>
                  </a:cubicBezTo>
                  <a:cubicBezTo>
                    <a:pt x="2112" y="131"/>
                    <a:pt x="1981" y="1"/>
                    <a:pt x="1827" y="1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6"/>
            <p:cNvSpPr/>
            <p:nvPr/>
          </p:nvSpPr>
          <p:spPr>
            <a:xfrm>
              <a:off x="1942660" y="4074759"/>
              <a:ext cx="166285" cy="90460"/>
            </a:xfrm>
            <a:custGeom>
              <a:avLst/>
              <a:gdLst/>
              <a:ahLst/>
              <a:cxnLst/>
              <a:rect l="l" t="t" r="r" b="b"/>
              <a:pathLst>
                <a:path w="1068" h="581" extrusionOk="0">
                  <a:moveTo>
                    <a:pt x="297" y="1"/>
                  </a:moveTo>
                  <a:cubicBezTo>
                    <a:pt x="132" y="1"/>
                    <a:pt x="1" y="131"/>
                    <a:pt x="1" y="296"/>
                  </a:cubicBezTo>
                  <a:cubicBezTo>
                    <a:pt x="1" y="450"/>
                    <a:pt x="132" y="581"/>
                    <a:pt x="297" y="581"/>
                  </a:cubicBezTo>
                  <a:lnTo>
                    <a:pt x="1068" y="581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FF71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0" name="Google Shape;240;p16"/>
          <p:cNvGrpSpPr/>
          <p:nvPr/>
        </p:nvGrpSpPr>
        <p:grpSpPr>
          <a:xfrm rot="2204356">
            <a:off x="8516973" y="4728697"/>
            <a:ext cx="288053" cy="105257"/>
            <a:chOff x="1363299" y="4227968"/>
            <a:chExt cx="288040" cy="105252"/>
          </a:xfrm>
        </p:grpSpPr>
        <p:sp>
          <p:nvSpPr>
            <p:cNvPr id="241" name="Google Shape;241;p16"/>
            <p:cNvSpPr/>
            <p:nvPr/>
          </p:nvSpPr>
          <p:spPr>
            <a:xfrm>
              <a:off x="1363299" y="4259419"/>
              <a:ext cx="288040" cy="73801"/>
            </a:xfrm>
            <a:custGeom>
              <a:avLst/>
              <a:gdLst/>
              <a:ahLst/>
              <a:cxnLst/>
              <a:rect l="l" t="t" r="r" b="b"/>
              <a:pathLst>
                <a:path w="1850" h="474" extrusionOk="0">
                  <a:moveTo>
                    <a:pt x="1" y="1"/>
                  </a:moveTo>
                  <a:lnTo>
                    <a:pt x="1" y="271"/>
                  </a:lnTo>
                  <a:cubicBezTo>
                    <a:pt x="1" y="379"/>
                    <a:pt x="413" y="473"/>
                    <a:pt x="925" y="473"/>
                  </a:cubicBezTo>
                  <a:cubicBezTo>
                    <a:pt x="1435" y="473"/>
                    <a:pt x="1850" y="379"/>
                    <a:pt x="1850" y="271"/>
                  </a:cubicBezTo>
                  <a:lnTo>
                    <a:pt x="1850" y="1"/>
                  </a:ln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6"/>
            <p:cNvSpPr/>
            <p:nvPr/>
          </p:nvSpPr>
          <p:spPr>
            <a:xfrm>
              <a:off x="1363299" y="4227968"/>
              <a:ext cx="288040" cy="62590"/>
            </a:xfrm>
            <a:custGeom>
              <a:avLst/>
              <a:gdLst/>
              <a:ahLst/>
              <a:cxnLst/>
              <a:rect l="l" t="t" r="r" b="b"/>
              <a:pathLst>
                <a:path w="1850" h="402" extrusionOk="0">
                  <a:moveTo>
                    <a:pt x="854" y="1"/>
                  </a:moveTo>
                  <a:cubicBezTo>
                    <a:pt x="379" y="12"/>
                    <a:pt x="1" y="95"/>
                    <a:pt x="1" y="203"/>
                  </a:cubicBezTo>
                  <a:cubicBezTo>
                    <a:pt x="1" y="319"/>
                    <a:pt x="413" y="402"/>
                    <a:pt x="925" y="402"/>
                  </a:cubicBezTo>
                  <a:cubicBezTo>
                    <a:pt x="1435" y="402"/>
                    <a:pt x="1850" y="319"/>
                    <a:pt x="1850" y="203"/>
                  </a:cubicBezTo>
                  <a:cubicBezTo>
                    <a:pt x="1850" y="95"/>
                    <a:pt x="1469" y="12"/>
                    <a:pt x="982" y="1"/>
                  </a:cubicBezTo>
                  <a:cubicBezTo>
                    <a:pt x="971" y="24"/>
                    <a:pt x="948" y="46"/>
                    <a:pt x="925" y="46"/>
                  </a:cubicBezTo>
                  <a:cubicBezTo>
                    <a:pt x="888" y="46"/>
                    <a:pt x="866" y="24"/>
                    <a:pt x="854" y="1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6"/>
            <p:cNvSpPr/>
            <p:nvPr/>
          </p:nvSpPr>
          <p:spPr>
            <a:xfrm>
              <a:off x="1496267" y="4227968"/>
              <a:ext cx="20085" cy="68351"/>
            </a:xfrm>
            <a:custGeom>
              <a:avLst/>
              <a:gdLst/>
              <a:ahLst/>
              <a:cxnLst/>
              <a:rect l="l" t="t" r="r" b="b"/>
              <a:pathLst>
                <a:path w="129" h="439" extrusionOk="0">
                  <a:moveTo>
                    <a:pt x="0" y="1"/>
                  </a:moveTo>
                  <a:lnTo>
                    <a:pt x="0" y="439"/>
                  </a:lnTo>
                  <a:lnTo>
                    <a:pt x="128" y="439"/>
                  </a:lnTo>
                  <a:lnTo>
                    <a:pt x="128" y="1"/>
                  </a:lnTo>
                  <a:cubicBezTo>
                    <a:pt x="111" y="18"/>
                    <a:pt x="91" y="26"/>
                    <a:pt x="68" y="26"/>
                  </a:cubicBezTo>
                  <a:cubicBezTo>
                    <a:pt x="46" y="26"/>
                    <a:pt x="23" y="18"/>
                    <a:pt x="0" y="1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4" name="Google Shape;244;p16"/>
          <p:cNvGrpSpPr/>
          <p:nvPr/>
        </p:nvGrpSpPr>
        <p:grpSpPr>
          <a:xfrm rot="3734790">
            <a:off x="8647248" y="4110051"/>
            <a:ext cx="243905" cy="67105"/>
            <a:chOff x="1942660" y="4074759"/>
            <a:chExt cx="328833" cy="90460"/>
          </a:xfrm>
        </p:grpSpPr>
        <p:sp>
          <p:nvSpPr>
            <p:cNvPr id="245" name="Google Shape;245;p16"/>
            <p:cNvSpPr/>
            <p:nvPr/>
          </p:nvSpPr>
          <p:spPr>
            <a:xfrm>
              <a:off x="1942660" y="4074759"/>
              <a:ext cx="328833" cy="90460"/>
            </a:xfrm>
            <a:custGeom>
              <a:avLst/>
              <a:gdLst/>
              <a:ahLst/>
              <a:cxnLst/>
              <a:rect l="l" t="t" r="r" b="b"/>
              <a:pathLst>
                <a:path w="2112" h="581" extrusionOk="0">
                  <a:moveTo>
                    <a:pt x="297" y="1"/>
                  </a:moveTo>
                  <a:cubicBezTo>
                    <a:pt x="132" y="1"/>
                    <a:pt x="1" y="131"/>
                    <a:pt x="1" y="296"/>
                  </a:cubicBezTo>
                  <a:cubicBezTo>
                    <a:pt x="1" y="450"/>
                    <a:pt x="132" y="581"/>
                    <a:pt x="297" y="581"/>
                  </a:cubicBezTo>
                  <a:lnTo>
                    <a:pt x="1827" y="581"/>
                  </a:lnTo>
                  <a:cubicBezTo>
                    <a:pt x="1981" y="581"/>
                    <a:pt x="2112" y="450"/>
                    <a:pt x="2112" y="296"/>
                  </a:cubicBezTo>
                  <a:cubicBezTo>
                    <a:pt x="2112" y="131"/>
                    <a:pt x="1981" y="1"/>
                    <a:pt x="1827" y="1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6"/>
            <p:cNvSpPr/>
            <p:nvPr/>
          </p:nvSpPr>
          <p:spPr>
            <a:xfrm>
              <a:off x="1942660" y="4074759"/>
              <a:ext cx="166285" cy="90460"/>
            </a:xfrm>
            <a:custGeom>
              <a:avLst/>
              <a:gdLst/>
              <a:ahLst/>
              <a:cxnLst/>
              <a:rect l="l" t="t" r="r" b="b"/>
              <a:pathLst>
                <a:path w="1068" h="581" extrusionOk="0">
                  <a:moveTo>
                    <a:pt x="297" y="1"/>
                  </a:moveTo>
                  <a:cubicBezTo>
                    <a:pt x="132" y="1"/>
                    <a:pt x="1" y="131"/>
                    <a:pt x="1" y="296"/>
                  </a:cubicBezTo>
                  <a:cubicBezTo>
                    <a:pt x="1" y="450"/>
                    <a:pt x="132" y="581"/>
                    <a:pt x="297" y="581"/>
                  </a:cubicBezTo>
                  <a:lnTo>
                    <a:pt x="1068" y="581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FF71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7" name="Google Shape;247;p16"/>
          <p:cNvGrpSpPr/>
          <p:nvPr/>
        </p:nvGrpSpPr>
        <p:grpSpPr>
          <a:xfrm rot="-1222159">
            <a:off x="8180534" y="4754550"/>
            <a:ext cx="235848" cy="86187"/>
            <a:chOff x="1363299" y="4227968"/>
            <a:chExt cx="288040" cy="105252"/>
          </a:xfrm>
        </p:grpSpPr>
        <p:sp>
          <p:nvSpPr>
            <p:cNvPr id="248" name="Google Shape;248;p16"/>
            <p:cNvSpPr/>
            <p:nvPr/>
          </p:nvSpPr>
          <p:spPr>
            <a:xfrm>
              <a:off x="1363299" y="4259419"/>
              <a:ext cx="288040" cy="73801"/>
            </a:xfrm>
            <a:custGeom>
              <a:avLst/>
              <a:gdLst/>
              <a:ahLst/>
              <a:cxnLst/>
              <a:rect l="l" t="t" r="r" b="b"/>
              <a:pathLst>
                <a:path w="1850" h="474" extrusionOk="0">
                  <a:moveTo>
                    <a:pt x="1" y="1"/>
                  </a:moveTo>
                  <a:lnTo>
                    <a:pt x="1" y="271"/>
                  </a:lnTo>
                  <a:cubicBezTo>
                    <a:pt x="1" y="379"/>
                    <a:pt x="413" y="473"/>
                    <a:pt x="925" y="473"/>
                  </a:cubicBezTo>
                  <a:cubicBezTo>
                    <a:pt x="1435" y="473"/>
                    <a:pt x="1850" y="379"/>
                    <a:pt x="1850" y="271"/>
                  </a:cubicBezTo>
                  <a:lnTo>
                    <a:pt x="1850" y="1"/>
                  </a:ln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6"/>
            <p:cNvSpPr/>
            <p:nvPr/>
          </p:nvSpPr>
          <p:spPr>
            <a:xfrm>
              <a:off x="1363299" y="4227968"/>
              <a:ext cx="288040" cy="62590"/>
            </a:xfrm>
            <a:custGeom>
              <a:avLst/>
              <a:gdLst/>
              <a:ahLst/>
              <a:cxnLst/>
              <a:rect l="l" t="t" r="r" b="b"/>
              <a:pathLst>
                <a:path w="1850" h="402" extrusionOk="0">
                  <a:moveTo>
                    <a:pt x="854" y="1"/>
                  </a:moveTo>
                  <a:cubicBezTo>
                    <a:pt x="379" y="12"/>
                    <a:pt x="1" y="95"/>
                    <a:pt x="1" y="203"/>
                  </a:cubicBezTo>
                  <a:cubicBezTo>
                    <a:pt x="1" y="319"/>
                    <a:pt x="413" y="402"/>
                    <a:pt x="925" y="402"/>
                  </a:cubicBezTo>
                  <a:cubicBezTo>
                    <a:pt x="1435" y="402"/>
                    <a:pt x="1850" y="319"/>
                    <a:pt x="1850" y="203"/>
                  </a:cubicBezTo>
                  <a:cubicBezTo>
                    <a:pt x="1850" y="95"/>
                    <a:pt x="1469" y="12"/>
                    <a:pt x="982" y="1"/>
                  </a:cubicBezTo>
                  <a:cubicBezTo>
                    <a:pt x="971" y="24"/>
                    <a:pt x="948" y="46"/>
                    <a:pt x="925" y="46"/>
                  </a:cubicBezTo>
                  <a:cubicBezTo>
                    <a:pt x="888" y="46"/>
                    <a:pt x="866" y="24"/>
                    <a:pt x="854" y="1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6"/>
            <p:cNvSpPr/>
            <p:nvPr/>
          </p:nvSpPr>
          <p:spPr>
            <a:xfrm>
              <a:off x="1496267" y="4227968"/>
              <a:ext cx="20085" cy="68351"/>
            </a:xfrm>
            <a:custGeom>
              <a:avLst/>
              <a:gdLst/>
              <a:ahLst/>
              <a:cxnLst/>
              <a:rect l="l" t="t" r="r" b="b"/>
              <a:pathLst>
                <a:path w="129" h="439" extrusionOk="0">
                  <a:moveTo>
                    <a:pt x="0" y="1"/>
                  </a:moveTo>
                  <a:lnTo>
                    <a:pt x="0" y="439"/>
                  </a:lnTo>
                  <a:lnTo>
                    <a:pt x="128" y="439"/>
                  </a:lnTo>
                  <a:lnTo>
                    <a:pt x="128" y="1"/>
                  </a:lnTo>
                  <a:cubicBezTo>
                    <a:pt x="111" y="18"/>
                    <a:pt x="91" y="26"/>
                    <a:pt x="68" y="26"/>
                  </a:cubicBezTo>
                  <a:cubicBezTo>
                    <a:pt x="46" y="26"/>
                    <a:pt x="23" y="18"/>
                    <a:pt x="0" y="1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1" name="Google Shape;251;p16"/>
          <p:cNvGrpSpPr/>
          <p:nvPr/>
        </p:nvGrpSpPr>
        <p:grpSpPr>
          <a:xfrm rot="5624659">
            <a:off x="8064170" y="191833"/>
            <a:ext cx="851633" cy="870174"/>
            <a:chOff x="8666383" y="2375725"/>
            <a:chExt cx="851689" cy="870231"/>
          </a:xfrm>
        </p:grpSpPr>
        <p:sp>
          <p:nvSpPr>
            <p:cNvPr id="252" name="Google Shape;252;p16"/>
            <p:cNvSpPr/>
            <p:nvPr/>
          </p:nvSpPr>
          <p:spPr>
            <a:xfrm>
              <a:off x="9482364" y="2621544"/>
              <a:ext cx="35708" cy="37286"/>
            </a:xfrm>
            <a:custGeom>
              <a:avLst/>
              <a:gdLst/>
              <a:ahLst/>
              <a:cxnLst/>
              <a:rect l="l" t="t" r="r" b="b"/>
              <a:pathLst>
                <a:path w="181" h="189" extrusionOk="0">
                  <a:moveTo>
                    <a:pt x="98" y="1"/>
                  </a:moveTo>
                  <a:cubicBezTo>
                    <a:pt x="38" y="1"/>
                    <a:pt x="1" y="46"/>
                    <a:pt x="1" y="95"/>
                  </a:cubicBezTo>
                  <a:cubicBezTo>
                    <a:pt x="1" y="143"/>
                    <a:pt x="38" y="189"/>
                    <a:pt x="98" y="189"/>
                  </a:cubicBezTo>
                  <a:cubicBezTo>
                    <a:pt x="143" y="189"/>
                    <a:pt x="180" y="143"/>
                    <a:pt x="180" y="95"/>
                  </a:cubicBezTo>
                  <a:cubicBezTo>
                    <a:pt x="180" y="46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6"/>
            <p:cNvSpPr/>
            <p:nvPr/>
          </p:nvSpPr>
          <p:spPr>
            <a:xfrm>
              <a:off x="9110872" y="2649559"/>
              <a:ext cx="68062" cy="68260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7" y="1"/>
                  </a:moveTo>
                  <a:cubicBezTo>
                    <a:pt x="83" y="1"/>
                    <a:pt x="1" y="72"/>
                    <a:pt x="1" y="166"/>
                  </a:cubicBezTo>
                  <a:cubicBezTo>
                    <a:pt x="1" y="260"/>
                    <a:pt x="83" y="345"/>
                    <a:pt x="177" y="345"/>
                  </a:cubicBezTo>
                  <a:cubicBezTo>
                    <a:pt x="274" y="345"/>
                    <a:pt x="345" y="260"/>
                    <a:pt x="345" y="166"/>
                  </a:cubicBezTo>
                  <a:cubicBezTo>
                    <a:pt x="345" y="72"/>
                    <a:pt x="274" y="1"/>
                    <a:pt x="177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6"/>
            <p:cNvSpPr/>
            <p:nvPr/>
          </p:nvSpPr>
          <p:spPr>
            <a:xfrm>
              <a:off x="9365767" y="2838757"/>
              <a:ext cx="44389" cy="42416"/>
            </a:xfrm>
            <a:custGeom>
              <a:avLst/>
              <a:gdLst/>
              <a:ahLst/>
              <a:cxnLst/>
              <a:rect l="l" t="t" r="r" b="b"/>
              <a:pathLst>
                <a:path w="225" h="215" extrusionOk="0">
                  <a:moveTo>
                    <a:pt x="120" y="1"/>
                  </a:moveTo>
                  <a:cubicBezTo>
                    <a:pt x="49" y="1"/>
                    <a:pt x="0" y="49"/>
                    <a:pt x="0" y="109"/>
                  </a:cubicBezTo>
                  <a:cubicBezTo>
                    <a:pt x="0" y="169"/>
                    <a:pt x="49" y="214"/>
                    <a:pt x="120" y="214"/>
                  </a:cubicBezTo>
                  <a:cubicBezTo>
                    <a:pt x="179" y="214"/>
                    <a:pt x="225" y="169"/>
                    <a:pt x="225" y="109"/>
                  </a:cubicBezTo>
                  <a:cubicBezTo>
                    <a:pt x="225" y="49"/>
                    <a:pt x="179" y="1"/>
                    <a:pt x="12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6"/>
            <p:cNvSpPr/>
            <p:nvPr/>
          </p:nvSpPr>
          <p:spPr>
            <a:xfrm>
              <a:off x="9305002" y="2375725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6"/>
            <p:cNvSpPr/>
            <p:nvPr/>
          </p:nvSpPr>
          <p:spPr>
            <a:xfrm>
              <a:off x="9052474" y="2495281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06"/>
                    <a:pt x="35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6"/>
            <p:cNvSpPr/>
            <p:nvPr/>
          </p:nvSpPr>
          <p:spPr>
            <a:xfrm>
              <a:off x="9305002" y="2555848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6"/>
            <p:cNvSpPr/>
            <p:nvPr/>
          </p:nvSpPr>
          <p:spPr>
            <a:xfrm>
              <a:off x="8825791" y="2621544"/>
              <a:ext cx="60763" cy="60763"/>
            </a:xfrm>
            <a:custGeom>
              <a:avLst/>
              <a:gdLst/>
              <a:ahLst/>
              <a:cxnLst/>
              <a:rect l="l" t="t" r="r" b="b"/>
              <a:pathLst>
                <a:path w="308" h="308" extrusionOk="0">
                  <a:moveTo>
                    <a:pt x="154" y="1"/>
                  </a:moveTo>
                  <a:cubicBezTo>
                    <a:pt x="72" y="1"/>
                    <a:pt x="0" y="72"/>
                    <a:pt x="0" y="154"/>
                  </a:cubicBezTo>
                  <a:cubicBezTo>
                    <a:pt x="0" y="237"/>
                    <a:pt x="72" y="308"/>
                    <a:pt x="154" y="308"/>
                  </a:cubicBezTo>
                  <a:cubicBezTo>
                    <a:pt x="237" y="308"/>
                    <a:pt x="308" y="237"/>
                    <a:pt x="308" y="154"/>
                  </a:cubicBezTo>
                  <a:cubicBezTo>
                    <a:pt x="308" y="72"/>
                    <a:pt x="237" y="1"/>
                    <a:pt x="15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6"/>
            <p:cNvSpPr/>
            <p:nvPr/>
          </p:nvSpPr>
          <p:spPr>
            <a:xfrm>
              <a:off x="8687690" y="2951013"/>
              <a:ext cx="34919" cy="35511"/>
            </a:xfrm>
            <a:custGeom>
              <a:avLst/>
              <a:gdLst/>
              <a:ahLst/>
              <a:cxnLst/>
              <a:rect l="l" t="t" r="r" b="b"/>
              <a:pathLst>
                <a:path w="177" h="180" extrusionOk="0">
                  <a:moveTo>
                    <a:pt x="94" y="1"/>
                  </a:moveTo>
                  <a:cubicBezTo>
                    <a:pt x="35" y="1"/>
                    <a:pt x="1" y="49"/>
                    <a:pt x="1" y="97"/>
                  </a:cubicBezTo>
                  <a:cubicBezTo>
                    <a:pt x="1" y="143"/>
                    <a:pt x="35" y="180"/>
                    <a:pt x="94" y="180"/>
                  </a:cubicBezTo>
                  <a:cubicBezTo>
                    <a:pt x="143" y="180"/>
                    <a:pt x="177" y="143"/>
                    <a:pt x="177" y="97"/>
                  </a:cubicBezTo>
                  <a:cubicBezTo>
                    <a:pt x="177" y="49"/>
                    <a:pt x="143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6"/>
            <p:cNvSpPr/>
            <p:nvPr/>
          </p:nvSpPr>
          <p:spPr>
            <a:xfrm>
              <a:off x="8942585" y="2860064"/>
              <a:ext cx="34919" cy="35116"/>
            </a:xfrm>
            <a:custGeom>
              <a:avLst/>
              <a:gdLst/>
              <a:ahLst/>
              <a:cxnLst/>
              <a:rect l="l" t="t" r="r" b="b"/>
              <a:pathLst>
                <a:path w="177" h="178" extrusionOk="0">
                  <a:moveTo>
                    <a:pt x="83" y="1"/>
                  </a:moveTo>
                  <a:cubicBezTo>
                    <a:pt x="34" y="1"/>
                    <a:pt x="0" y="35"/>
                    <a:pt x="0" y="83"/>
                  </a:cubicBezTo>
                  <a:cubicBezTo>
                    <a:pt x="0" y="143"/>
                    <a:pt x="34" y="177"/>
                    <a:pt x="83" y="177"/>
                  </a:cubicBezTo>
                  <a:cubicBezTo>
                    <a:pt x="131" y="177"/>
                    <a:pt x="177" y="143"/>
                    <a:pt x="177" y="83"/>
                  </a:cubicBezTo>
                  <a:cubicBezTo>
                    <a:pt x="177" y="35"/>
                    <a:pt x="131" y="1"/>
                    <a:pt x="8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6"/>
            <p:cNvSpPr/>
            <p:nvPr/>
          </p:nvSpPr>
          <p:spPr>
            <a:xfrm>
              <a:off x="8666383" y="3189533"/>
              <a:ext cx="56226" cy="56423"/>
            </a:xfrm>
            <a:custGeom>
              <a:avLst/>
              <a:gdLst/>
              <a:ahLst/>
              <a:cxnLst/>
              <a:rect l="l" t="t" r="r" b="b"/>
              <a:pathLst>
                <a:path w="285" h="28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26"/>
                    <a:pt x="72" y="285"/>
                    <a:pt x="143" y="285"/>
                  </a:cubicBezTo>
                  <a:cubicBezTo>
                    <a:pt x="225" y="285"/>
                    <a:pt x="285" y="226"/>
                    <a:pt x="285" y="143"/>
                  </a:cubicBezTo>
                  <a:cubicBezTo>
                    <a:pt x="285" y="72"/>
                    <a:pt x="225" y="1"/>
                    <a:pt x="14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" name="Google Shape;262;p16"/>
          <p:cNvGrpSpPr/>
          <p:nvPr/>
        </p:nvGrpSpPr>
        <p:grpSpPr>
          <a:xfrm>
            <a:off x="212091" y="4442867"/>
            <a:ext cx="640409" cy="518201"/>
            <a:chOff x="9579360" y="2507084"/>
            <a:chExt cx="505015" cy="408643"/>
          </a:xfrm>
        </p:grpSpPr>
        <p:sp>
          <p:nvSpPr>
            <p:cNvPr id="263" name="Google Shape;263;p16"/>
            <p:cNvSpPr/>
            <p:nvPr/>
          </p:nvSpPr>
          <p:spPr>
            <a:xfrm>
              <a:off x="9739126" y="2655146"/>
              <a:ext cx="16572" cy="16374"/>
            </a:xfrm>
            <a:custGeom>
              <a:avLst/>
              <a:gdLst/>
              <a:ahLst/>
              <a:cxnLst/>
              <a:rect l="l" t="t" r="r" b="b"/>
              <a:pathLst>
                <a:path w="84" h="83" extrusionOk="0">
                  <a:moveTo>
                    <a:pt x="35" y="0"/>
                  </a:moveTo>
                  <a:cubicBezTo>
                    <a:pt x="12" y="0"/>
                    <a:pt x="1" y="12"/>
                    <a:pt x="1" y="34"/>
                  </a:cubicBezTo>
                  <a:cubicBezTo>
                    <a:pt x="1" y="60"/>
                    <a:pt x="12" y="83"/>
                    <a:pt x="35" y="83"/>
                  </a:cubicBezTo>
                  <a:cubicBezTo>
                    <a:pt x="61" y="83"/>
                    <a:pt x="83" y="60"/>
                    <a:pt x="83" y="34"/>
                  </a:cubicBezTo>
                  <a:cubicBezTo>
                    <a:pt x="83" y="12"/>
                    <a:pt x="61" y="0"/>
                    <a:pt x="35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6"/>
            <p:cNvSpPr/>
            <p:nvPr/>
          </p:nvSpPr>
          <p:spPr>
            <a:xfrm>
              <a:off x="9935071" y="2887516"/>
              <a:ext cx="28409" cy="28211"/>
            </a:xfrm>
            <a:custGeom>
              <a:avLst/>
              <a:gdLst/>
              <a:ahLst/>
              <a:cxnLst/>
              <a:rect l="l" t="t" r="r" b="b"/>
              <a:pathLst>
                <a:path w="144" h="143" extrusionOk="0">
                  <a:moveTo>
                    <a:pt x="72" y="0"/>
                  </a:moveTo>
                  <a:cubicBezTo>
                    <a:pt x="38" y="0"/>
                    <a:pt x="1" y="37"/>
                    <a:pt x="1" y="71"/>
                  </a:cubicBezTo>
                  <a:cubicBezTo>
                    <a:pt x="1" y="120"/>
                    <a:pt x="38" y="143"/>
                    <a:pt x="72" y="143"/>
                  </a:cubicBezTo>
                  <a:cubicBezTo>
                    <a:pt x="120" y="143"/>
                    <a:pt x="143" y="120"/>
                    <a:pt x="143" y="71"/>
                  </a:cubicBezTo>
                  <a:cubicBezTo>
                    <a:pt x="143" y="37"/>
                    <a:pt x="120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6"/>
            <p:cNvSpPr/>
            <p:nvPr/>
          </p:nvSpPr>
          <p:spPr>
            <a:xfrm>
              <a:off x="9579360" y="2834836"/>
              <a:ext cx="37681" cy="37286"/>
            </a:xfrm>
            <a:custGeom>
              <a:avLst/>
              <a:gdLst/>
              <a:ahLst/>
              <a:cxnLst/>
              <a:rect l="l" t="t" r="r" b="b"/>
              <a:pathLst>
                <a:path w="191" h="189" extrusionOk="0">
                  <a:moveTo>
                    <a:pt x="97" y="0"/>
                  </a:moveTo>
                  <a:cubicBezTo>
                    <a:pt x="49" y="0"/>
                    <a:pt x="0" y="46"/>
                    <a:pt x="0" y="94"/>
                  </a:cubicBezTo>
                  <a:cubicBezTo>
                    <a:pt x="0" y="143"/>
                    <a:pt x="49" y="188"/>
                    <a:pt x="97" y="188"/>
                  </a:cubicBezTo>
                  <a:cubicBezTo>
                    <a:pt x="157" y="188"/>
                    <a:pt x="191" y="143"/>
                    <a:pt x="191" y="94"/>
                  </a:cubicBezTo>
                  <a:cubicBezTo>
                    <a:pt x="191" y="46"/>
                    <a:pt x="157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6"/>
            <p:cNvSpPr/>
            <p:nvPr/>
          </p:nvSpPr>
          <p:spPr>
            <a:xfrm>
              <a:off x="10060701" y="2507084"/>
              <a:ext cx="23674" cy="23674"/>
            </a:xfrm>
            <a:custGeom>
              <a:avLst/>
              <a:gdLst/>
              <a:ahLst/>
              <a:cxnLst/>
              <a:rect l="l" t="t" r="r" b="b"/>
              <a:pathLst>
                <a:path w="120" h="120" extrusionOk="0">
                  <a:moveTo>
                    <a:pt x="60" y="1"/>
                  </a:moveTo>
                  <a:cubicBezTo>
                    <a:pt x="37" y="1"/>
                    <a:pt x="0" y="26"/>
                    <a:pt x="0" y="60"/>
                  </a:cubicBezTo>
                  <a:cubicBezTo>
                    <a:pt x="0" y="97"/>
                    <a:pt x="37" y="120"/>
                    <a:pt x="60" y="120"/>
                  </a:cubicBezTo>
                  <a:cubicBezTo>
                    <a:pt x="97" y="120"/>
                    <a:pt x="120" y="97"/>
                    <a:pt x="120" y="60"/>
                  </a:cubicBezTo>
                  <a:cubicBezTo>
                    <a:pt x="120" y="26"/>
                    <a:pt x="97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6"/>
            <p:cNvSpPr/>
            <p:nvPr/>
          </p:nvSpPr>
          <p:spPr>
            <a:xfrm>
              <a:off x="9730743" y="2537391"/>
              <a:ext cx="33341" cy="32749"/>
            </a:xfrm>
            <a:custGeom>
              <a:avLst/>
              <a:gdLst/>
              <a:ahLst/>
              <a:cxnLst/>
              <a:rect l="l" t="t" r="r" b="b"/>
              <a:pathLst>
                <a:path w="169" h="166" extrusionOk="0">
                  <a:moveTo>
                    <a:pt x="86" y="0"/>
                  </a:moveTo>
                  <a:cubicBezTo>
                    <a:pt x="37" y="0"/>
                    <a:pt x="0" y="35"/>
                    <a:pt x="0" y="83"/>
                  </a:cubicBezTo>
                  <a:cubicBezTo>
                    <a:pt x="0" y="131"/>
                    <a:pt x="37" y="165"/>
                    <a:pt x="86" y="165"/>
                  </a:cubicBezTo>
                  <a:cubicBezTo>
                    <a:pt x="120" y="165"/>
                    <a:pt x="168" y="131"/>
                    <a:pt x="168" y="83"/>
                  </a:cubicBezTo>
                  <a:cubicBezTo>
                    <a:pt x="168" y="35"/>
                    <a:pt x="120" y="0"/>
                    <a:pt x="86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6"/>
            <p:cNvSpPr/>
            <p:nvPr/>
          </p:nvSpPr>
          <p:spPr>
            <a:xfrm>
              <a:off x="10032006" y="2744517"/>
              <a:ext cx="40048" cy="40048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7" y="0"/>
                  </a:moveTo>
                  <a:cubicBezTo>
                    <a:pt x="49" y="0"/>
                    <a:pt x="0" y="46"/>
                    <a:pt x="0" y="106"/>
                  </a:cubicBezTo>
                  <a:cubicBezTo>
                    <a:pt x="0" y="154"/>
                    <a:pt x="49" y="202"/>
                    <a:pt x="97" y="202"/>
                  </a:cubicBezTo>
                  <a:cubicBezTo>
                    <a:pt x="157" y="202"/>
                    <a:pt x="202" y="154"/>
                    <a:pt x="202" y="106"/>
                  </a:cubicBezTo>
                  <a:cubicBezTo>
                    <a:pt x="202" y="46"/>
                    <a:pt x="157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723607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72" name="Google Shape;272;p17"/>
          <p:cNvGrpSpPr/>
          <p:nvPr/>
        </p:nvGrpSpPr>
        <p:grpSpPr>
          <a:xfrm>
            <a:off x="328301" y="4320145"/>
            <a:ext cx="767447" cy="627174"/>
            <a:chOff x="3004689" y="3409507"/>
            <a:chExt cx="767447" cy="627174"/>
          </a:xfrm>
        </p:grpSpPr>
        <p:sp>
          <p:nvSpPr>
            <p:cNvPr id="273" name="Google Shape;273;p17"/>
            <p:cNvSpPr/>
            <p:nvPr/>
          </p:nvSpPr>
          <p:spPr>
            <a:xfrm>
              <a:off x="3659683" y="3654932"/>
              <a:ext cx="37681" cy="37681"/>
            </a:xfrm>
            <a:custGeom>
              <a:avLst/>
              <a:gdLst/>
              <a:ahLst/>
              <a:cxnLst/>
              <a:rect l="l" t="t" r="r" b="b"/>
              <a:pathLst>
                <a:path w="191" h="191" extrusionOk="0">
                  <a:moveTo>
                    <a:pt x="94" y="0"/>
                  </a:moveTo>
                  <a:cubicBezTo>
                    <a:pt x="49" y="0"/>
                    <a:pt x="0" y="49"/>
                    <a:pt x="0" y="97"/>
                  </a:cubicBezTo>
                  <a:cubicBezTo>
                    <a:pt x="0" y="142"/>
                    <a:pt x="49" y="191"/>
                    <a:pt x="94" y="191"/>
                  </a:cubicBezTo>
                  <a:cubicBezTo>
                    <a:pt x="154" y="191"/>
                    <a:pt x="191" y="142"/>
                    <a:pt x="191" y="97"/>
                  </a:cubicBezTo>
                  <a:cubicBezTo>
                    <a:pt x="191" y="49"/>
                    <a:pt x="154" y="0"/>
                    <a:pt x="94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7"/>
            <p:cNvSpPr/>
            <p:nvPr/>
          </p:nvSpPr>
          <p:spPr>
            <a:xfrm>
              <a:off x="3290361" y="3682947"/>
              <a:ext cx="67471" cy="68062"/>
            </a:xfrm>
            <a:custGeom>
              <a:avLst/>
              <a:gdLst/>
              <a:ahLst/>
              <a:cxnLst/>
              <a:rect l="l" t="t" r="r" b="b"/>
              <a:pathLst>
                <a:path w="342" h="345" extrusionOk="0">
                  <a:moveTo>
                    <a:pt x="165" y="0"/>
                  </a:moveTo>
                  <a:cubicBezTo>
                    <a:pt x="71" y="0"/>
                    <a:pt x="0" y="72"/>
                    <a:pt x="0" y="168"/>
                  </a:cubicBezTo>
                  <a:cubicBezTo>
                    <a:pt x="0" y="262"/>
                    <a:pt x="71" y="345"/>
                    <a:pt x="165" y="345"/>
                  </a:cubicBezTo>
                  <a:cubicBezTo>
                    <a:pt x="259" y="345"/>
                    <a:pt x="342" y="262"/>
                    <a:pt x="342" y="168"/>
                  </a:cubicBezTo>
                  <a:cubicBezTo>
                    <a:pt x="342" y="72"/>
                    <a:pt x="259" y="0"/>
                    <a:pt x="165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7"/>
            <p:cNvSpPr/>
            <p:nvPr/>
          </p:nvSpPr>
          <p:spPr>
            <a:xfrm>
              <a:off x="3743727" y="4008470"/>
              <a:ext cx="28409" cy="28211"/>
            </a:xfrm>
            <a:custGeom>
              <a:avLst/>
              <a:gdLst/>
              <a:ahLst/>
              <a:cxnLst/>
              <a:rect l="l" t="t" r="r" b="b"/>
              <a:pathLst>
                <a:path w="144" h="143" extrusionOk="0">
                  <a:moveTo>
                    <a:pt x="72" y="0"/>
                  </a:moveTo>
                  <a:cubicBezTo>
                    <a:pt x="35" y="0"/>
                    <a:pt x="1" y="23"/>
                    <a:pt x="1" y="72"/>
                  </a:cubicBezTo>
                  <a:cubicBezTo>
                    <a:pt x="1" y="106"/>
                    <a:pt x="35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23"/>
                    <a:pt x="106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7"/>
            <p:cNvSpPr/>
            <p:nvPr/>
          </p:nvSpPr>
          <p:spPr>
            <a:xfrm>
              <a:off x="3545059" y="3872737"/>
              <a:ext cx="42416" cy="42218"/>
            </a:xfrm>
            <a:custGeom>
              <a:avLst/>
              <a:gdLst/>
              <a:ahLst/>
              <a:cxnLst/>
              <a:rect l="l" t="t" r="r" b="b"/>
              <a:pathLst>
                <a:path w="215" h="214" extrusionOk="0">
                  <a:moveTo>
                    <a:pt x="106" y="0"/>
                  </a:moveTo>
                  <a:cubicBezTo>
                    <a:pt x="46" y="0"/>
                    <a:pt x="1" y="48"/>
                    <a:pt x="1" y="105"/>
                  </a:cubicBezTo>
                  <a:cubicBezTo>
                    <a:pt x="1" y="165"/>
                    <a:pt x="46" y="213"/>
                    <a:pt x="106" y="213"/>
                  </a:cubicBezTo>
                  <a:cubicBezTo>
                    <a:pt x="166" y="213"/>
                    <a:pt x="214" y="165"/>
                    <a:pt x="214" y="105"/>
                  </a:cubicBezTo>
                  <a:cubicBezTo>
                    <a:pt x="214" y="48"/>
                    <a:pt x="166" y="0"/>
                    <a:pt x="106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7"/>
            <p:cNvSpPr/>
            <p:nvPr/>
          </p:nvSpPr>
          <p:spPr>
            <a:xfrm>
              <a:off x="3481730" y="3409507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71" y="1"/>
                  </a:moveTo>
                  <a:cubicBezTo>
                    <a:pt x="37" y="1"/>
                    <a:pt x="0" y="35"/>
                    <a:pt x="0" y="72"/>
                  </a:cubicBezTo>
                  <a:cubicBezTo>
                    <a:pt x="0" y="106"/>
                    <a:pt x="37" y="132"/>
                    <a:pt x="71" y="132"/>
                  </a:cubicBezTo>
                  <a:cubicBezTo>
                    <a:pt x="108" y="132"/>
                    <a:pt x="131" y="106"/>
                    <a:pt x="131" y="72"/>
                  </a:cubicBezTo>
                  <a:cubicBezTo>
                    <a:pt x="131" y="35"/>
                    <a:pt x="108" y="1"/>
                    <a:pt x="7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7"/>
            <p:cNvSpPr/>
            <p:nvPr/>
          </p:nvSpPr>
          <p:spPr>
            <a:xfrm>
              <a:off x="3215194" y="3442060"/>
              <a:ext cx="30382" cy="30579"/>
            </a:xfrm>
            <a:custGeom>
              <a:avLst/>
              <a:gdLst/>
              <a:ahLst/>
              <a:cxnLst/>
              <a:rect l="l" t="t" r="r" b="b"/>
              <a:pathLst>
                <a:path w="154" h="155" extrusionOk="0">
                  <a:moveTo>
                    <a:pt x="71" y="1"/>
                  </a:moveTo>
                  <a:cubicBezTo>
                    <a:pt x="37" y="1"/>
                    <a:pt x="0" y="38"/>
                    <a:pt x="0" y="72"/>
                  </a:cubicBezTo>
                  <a:cubicBezTo>
                    <a:pt x="0" y="120"/>
                    <a:pt x="37" y="155"/>
                    <a:pt x="71" y="155"/>
                  </a:cubicBezTo>
                  <a:cubicBezTo>
                    <a:pt x="120" y="155"/>
                    <a:pt x="154" y="120"/>
                    <a:pt x="154" y="72"/>
                  </a:cubicBezTo>
                  <a:cubicBezTo>
                    <a:pt x="154" y="38"/>
                    <a:pt x="120" y="1"/>
                    <a:pt x="7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17"/>
            <p:cNvSpPr/>
            <p:nvPr/>
          </p:nvSpPr>
          <p:spPr>
            <a:xfrm>
              <a:off x="3481730" y="3589827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71" y="0"/>
                  </a:moveTo>
                  <a:cubicBezTo>
                    <a:pt x="37" y="0"/>
                    <a:pt x="0" y="34"/>
                    <a:pt x="0" y="71"/>
                  </a:cubicBezTo>
                  <a:cubicBezTo>
                    <a:pt x="0" y="105"/>
                    <a:pt x="37" y="131"/>
                    <a:pt x="71" y="131"/>
                  </a:cubicBezTo>
                  <a:cubicBezTo>
                    <a:pt x="108" y="131"/>
                    <a:pt x="131" y="105"/>
                    <a:pt x="131" y="71"/>
                  </a:cubicBezTo>
                  <a:cubicBezTo>
                    <a:pt x="131" y="34"/>
                    <a:pt x="108" y="0"/>
                    <a:pt x="71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17"/>
            <p:cNvSpPr/>
            <p:nvPr/>
          </p:nvSpPr>
          <p:spPr>
            <a:xfrm>
              <a:off x="3004689" y="3654932"/>
              <a:ext cx="58593" cy="61355"/>
            </a:xfrm>
            <a:custGeom>
              <a:avLst/>
              <a:gdLst/>
              <a:ahLst/>
              <a:cxnLst/>
              <a:rect l="l" t="t" r="r" b="b"/>
              <a:pathLst>
                <a:path w="297" h="311" extrusionOk="0">
                  <a:moveTo>
                    <a:pt x="142" y="0"/>
                  </a:moveTo>
                  <a:cubicBezTo>
                    <a:pt x="60" y="0"/>
                    <a:pt x="0" y="71"/>
                    <a:pt x="0" y="157"/>
                  </a:cubicBezTo>
                  <a:cubicBezTo>
                    <a:pt x="0" y="239"/>
                    <a:pt x="60" y="310"/>
                    <a:pt x="142" y="310"/>
                  </a:cubicBezTo>
                  <a:cubicBezTo>
                    <a:pt x="225" y="310"/>
                    <a:pt x="296" y="239"/>
                    <a:pt x="296" y="157"/>
                  </a:cubicBezTo>
                  <a:cubicBezTo>
                    <a:pt x="296" y="71"/>
                    <a:pt x="225" y="0"/>
                    <a:pt x="14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17"/>
            <p:cNvSpPr/>
            <p:nvPr/>
          </p:nvSpPr>
          <p:spPr>
            <a:xfrm>
              <a:off x="3004689" y="3456264"/>
              <a:ext cx="35511" cy="35511"/>
            </a:xfrm>
            <a:custGeom>
              <a:avLst/>
              <a:gdLst/>
              <a:ahLst/>
              <a:cxnLst/>
              <a:rect l="l" t="t" r="r" b="b"/>
              <a:pathLst>
                <a:path w="180" h="180" extrusionOk="0">
                  <a:moveTo>
                    <a:pt x="83" y="0"/>
                  </a:moveTo>
                  <a:cubicBezTo>
                    <a:pt x="37" y="0"/>
                    <a:pt x="0" y="48"/>
                    <a:pt x="0" y="97"/>
                  </a:cubicBezTo>
                  <a:cubicBezTo>
                    <a:pt x="0" y="142"/>
                    <a:pt x="37" y="179"/>
                    <a:pt x="83" y="179"/>
                  </a:cubicBezTo>
                  <a:cubicBezTo>
                    <a:pt x="131" y="179"/>
                    <a:pt x="179" y="142"/>
                    <a:pt x="179" y="97"/>
                  </a:cubicBezTo>
                  <a:cubicBezTo>
                    <a:pt x="179" y="48"/>
                    <a:pt x="131" y="0"/>
                    <a:pt x="83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17"/>
            <p:cNvSpPr/>
            <p:nvPr/>
          </p:nvSpPr>
          <p:spPr>
            <a:xfrm>
              <a:off x="3119115" y="3893452"/>
              <a:ext cx="35511" cy="35511"/>
            </a:xfrm>
            <a:custGeom>
              <a:avLst/>
              <a:gdLst/>
              <a:ahLst/>
              <a:cxnLst/>
              <a:rect l="l" t="t" r="r" b="b"/>
              <a:pathLst>
                <a:path w="180" h="180" extrusionOk="0">
                  <a:moveTo>
                    <a:pt x="97" y="0"/>
                  </a:moveTo>
                  <a:cubicBezTo>
                    <a:pt x="49" y="0"/>
                    <a:pt x="1" y="37"/>
                    <a:pt x="1" y="86"/>
                  </a:cubicBezTo>
                  <a:cubicBezTo>
                    <a:pt x="1" y="143"/>
                    <a:pt x="49" y="180"/>
                    <a:pt x="97" y="180"/>
                  </a:cubicBezTo>
                  <a:cubicBezTo>
                    <a:pt x="143" y="180"/>
                    <a:pt x="180" y="143"/>
                    <a:pt x="180" y="86"/>
                  </a:cubicBezTo>
                  <a:cubicBezTo>
                    <a:pt x="180" y="37"/>
                    <a:pt x="143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17"/>
            <p:cNvSpPr/>
            <p:nvPr/>
          </p:nvSpPr>
          <p:spPr>
            <a:xfrm>
              <a:off x="3357636" y="3984795"/>
              <a:ext cx="35511" cy="37878"/>
            </a:xfrm>
            <a:custGeom>
              <a:avLst/>
              <a:gdLst/>
              <a:ahLst/>
              <a:cxnLst/>
              <a:rect l="l" t="t" r="r" b="b"/>
              <a:pathLst>
                <a:path w="180" h="192" extrusionOk="0">
                  <a:moveTo>
                    <a:pt x="86" y="1"/>
                  </a:moveTo>
                  <a:cubicBezTo>
                    <a:pt x="38" y="1"/>
                    <a:pt x="1" y="49"/>
                    <a:pt x="1" y="95"/>
                  </a:cubicBezTo>
                  <a:cubicBezTo>
                    <a:pt x="1" y="143"/>
                    <a:pt x="38" y="192"/>
                    <a:pt x="86" y="192"/>
                  </a:cubicBezTo>
                  <a:cubicBezTo>
                    <a:pt x="131" y="192"/>
                    <a:pt x="180" y="143"/>
                    <a:pt x="180" y="95"/>
                  </a:cubicBezTo>
                  <a:cubicBezTo>
                    <a:pt x="180" y="49"/>
                    <a:pt x="131" y="1"/>
                    <a:pt x="86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4" name="Google Shape;284;p17"/>
          <p:cNvGrpSpPr/>
          <p:nvPr/>
        </p:nvGrpSpPr>
        <p:grpSpPr>
          <a:xfrm rot="10800000">
            <a:off x="8155777" y="4198612"/>
            <a:ext cx="851689" cy="870231"/>
            <a:chOff x="8666383" y="2375725"/>
            <a:chExt cx="851689" cy="870231"/>
          </a:xfrm>
        </p:grpSpPr>
        <p:sp>
          <p:nvSpPr>
            <p:cNvPr id="285" name="Google Shape;285;p17"/>
            <p:cNvSpPr/>
            <p:nvPr/>
          </p:nvSpPr>
          <p:spPr>
            <a:xfrm>
              <a:off x="9482364" y="2621544"/>
              <a:ext cx="35708" cy="37286"/>
            </a:xfrm>
            <a:custGeom>
              <a:avLst/>
              <a:gdLst/>
              <a:ahLst/>
              <a:cxnLst/>
              <a:rect l="l" t="t" r="r" b="b"/>
              <a:pathLst>
                <a:path w="181" h="189" extrusionOk="0">
                  <a:moveTo>
                    <a:pt x="98" y="1"/>
                  </a:moveTo>
                  <a:cubicBezTo>
                    <a:pt x="38" y="1"/>
                    <a:pt x="1" y="46"/>
                    <a:pt x="1" y="95"/>
                  </a:cubicBezTo>
                  <a:cubicBezTo>
                    <a:pt x="1" y="143"/>
                    <a:pt x="38" y="189"/>
                    <a:pt x="98" y="189"/>
                  </a:cubicBezTo>
                  <a:cubicBezTo>
                    <a:pt x="143" y="189"/>
                    <a:pt x="180" y="143"/>
                    <a:pt x="180" y="95"/>
                  </a:cubicBezTo>
                  <a:cubicBezTo>
                    <a:pt x="180" y="46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17"/>
            <p:cNvSpPr/>
            <p:nvPr/>
          </p:nvSpPr>
          <p:spPr>
            <a:xfrm>
              <a:off x="9110872" y="2649559"/>
              <a:ext cx="68062" cy="68260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7" y="1"/>
                  </a:moveTo>
                  <a:cubicBezTo>
                    <a:pt x="83" y="1"/>
                    <a:pt x="1" y="72"/>
                    <a:pt x="1" y="166"/>
                  </a:cubicBezTo>
                  <a:cubicBezTo>
                    <a:pt x="1" y="260"/>
                    <a:pt x="83" y="345"/>
                    <a:pt x="177" y="345"/>
                  </a:cubicBezTo>
                  <a:cubicBezTo>
                    <a:pt x="274" y="345"/>
                    <a:pt x="345" y="260"/>
                    <a:pt x="345" y="166"/>
                  </a:cubicBezTo>
                  <a:cubicBezTo>
                    <a:pt x="345" y="72"/>
                    <a:pt x="274" y="1"/>
                    <a:pt x="177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17"/>
            <p:cNvSpPr/>
            <p:nvPr/>
          </p:nvSpPr>
          <p:spPr>
            <a:xfrm>
              <a:off x="9365767" y="2838757"/>
              <a:ext cx="44389" cy="42416"/>
            </a:xfrm>
            <a:custGeom>
              <a:avLst/>
              <a:gdLst/>
              <a:ahLst/>
              <a:cxnLst/>
              <a:rect l="l" t="t" r="r" b="b"/>
              <a:pathLst>
                <a:path w="225" h="215" extrusionOk="0">
                  <a:moveTo>
                    <a:pt x="120" y="1"/>
                  </a:moveTo>
                  <a:cubicBezTo>
                    <a:pt x="49" y="1"/>
                    <a:pt x="0" y="49"/>
                    <a:pt x="0" y="109"/>
                  </a:cubicBezTo>
                  <a:cubicBezTo>
                    <a:pt x="0" y="169"/>
                    <a:pt x="49" y="214"/>
                    <a:pt x="120" y="214"/>
                  </a:cubicBezTo>
                  <a:cubicBezTo>
                    <a:pt x="179" y="214"/>
                    <a:pt x="225" y="169"/>
                    <a:pt x="225" y="109"/>
                  </a:cubicBezTo>
                  <a:cubicBezTo>
                    <a:pt x="225" y="49"/>
                    <a:pt x="179" y="1"/>
                    <a:pt x="12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17"/>
            <p:cNvSpPr/>
            <p:nvPr/>
          </p:nvSpPr>
          <p:spPr>
            <a:xfrm>
              <a:off x="9305002" y="2375725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7"/>
            <p:cNvSpPr/>
            <p:nvPr/>
          </p:nvSpPr>
          <p:spPr>
            <a:xfrm>
              <a:off x="9052474" y="2495281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06"/>
                    <a:pt x="35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7"/>
            <p:cNvSpPr/>
            <p:nvPr/>
          </p:nvSpPr>
          <p:spPr>
            <a:xfrm>
              <a:off x="9305002" y="2555848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7"/>
            <p:cNvSpPr/>
            <p:nvPr/>
          </p:nvSpPr>
          <p:spPr>
            <a:xfrm>
              <a:off x="8825791" y="2621544"/>
              <a:ext cx="60763" cy="60763"/>
            </a:xfrm>
            <a:custGeom>
              <a:avLst/>
              <a:gdLst/>
              <a:ahLst/>
              <a:cxnLst/>
              <a:rect l="l" t="t" r="r" b="b"/>
              <a:pathLst>
                <a:path w="308" h="308" extrusionOk="0">
                  <a:moveTo>
                    <a:pt x="154" y="1"/>
                  </a:moveTo>
                  <a:cubicBezTo>
                    <a:pt x="72" y="1"/>
                    <a:pt x="0" y="72"/>
                    <a:pt x="0" y="154"/>
                  </a:cubicBezTo>
                  <a:cubicBezTo>
                    <a:pt x="0" y="237"/>
                    <a:pt x="72" y="308"/>
                    <a:pt x="154" y="308"/>
                  </a:cubicBezTo>
                  <a:cubicBezTo>
                    <a:pt x="237" y="308"/>
                    <a:pt x="308" y="237"/>
                    <a:pt x="308" y="154"/>
                  </a:cubicBezTo>
                  <a:cubicBezTo>
                    <a:pt x="308" y="72"/>
                    <a:pt x="237" y="1"/>
                    <a:pt x="15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7"/>
            <p:cNvSpPr/>
            <p:nvPr/>
          </p:nvSpPr>
          <p:spPr>
            <a:xfrm>
              <a:off x="8687690" y="2951013"/>
              <a:ext cx="34919" cy="35511"/>
            </a:xfrm>
            <a:custGeom>
              <a:avLst/>
              <a:gdLst/>
              <a:ahLst/>
              <a:cxnLst/>
              <a:rect l="l" t="t" r="r" b="b"/>
              <a:pathLst>
                <a:path w="177" h="180" extrusionOk="0">
                  <a:moveTo>
                    <a:pt x="94" y="1"/>
                  </a:moveTo>
                  <a:cubicBezTo>
                    <a:pt x="35" y="1"/>
                    <a:pt x="1" y="49"/>
                    <a:pt x="1" y="97"/>
                  </a:cubicBezTo>
                  <a:cubicBezTo>
                    <a:pt x="1" y="143"/>
                    <a:pt x="35" y="180"/>
                    <a:pt x="94" y="180"/>
                  </a:cubicBezTo>
                  <a:cubicBezTo>
                    <a:pt x="143" y="180"/>
                    <a:pt x="177" y="143"/>
                    <a:pt x="177" y="97"/>
                  </a:cubicBezTo>
                  <a:cubicBezTo>
                    <a:pt x="177" y="49"/>
                    <a:pt x="143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7"/>
            <p:cNvSpPr/>
            <p:nvPr/>
          </p:nvSpPr>
          <p:spPr>
            <a:xfrm>
              <a:off x="8942585" y="2860064"/>
              <a:ext cx="34919" cy="35116"/>
            </a:xfrm>
            <a:custGeom>
              <a:avLst/>
              <a:gdLst/>
              <a:ahLst/>
              <a:cxnLst/>
              <a:rect l="l" t="t" r="r" b="b"/>
              <a:pathLst>
                <a:path w="177" h="178" extrusionOk="0">
                  <a:moveTo>
                    <a:pt x="83" y="1"/>
                  </a:moveTo>
                  <a:cubicBezTo>
                    <a:pt x="34" y="1"/>
                    <a:pt x="0" y="35"/>
                    <a:pt x="0" y="83"/>
                  </a:cubicBezTo>
                  <a:cubicBezTo>
                    <a:pt x="0" y="143"/>
                    <a:pt x="34" y="177"/>
                    <a:pt x="83" y="177"/>
                  </a:cubicBezTo>
                  <a:cubicBezTo>
                    <a:pt x="131" y="177"/>
                    <a:pt x="177" y="143"/>
                    <a:pt x="177" y="83"/>
                  </a:cubicBezTo>
                  <a:cubicBezTo>
                    <a:pt x="177" y="35"/>
                    <a:pt x="131" y="1"/>
                    <a:pt x="8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7"/>
            <p:cNvSpPr/>
            <p:nvPr/>
          </p:nvSpPr>
          <p:spPr>
            <a:xfrm>
              <a:off x="8666383" y="3189533"/>
              <a:ext cx="56226" cy="56423"/>
            </a:xfrm>
            <a:custGeom>
              <a:avLst/>
              <a:gdLst/>
              <a:ahLst/>
              <a:cxnLst/>
              <a:rect l="l" t="t" r="r" b="b"/>
              <a:pathLst>
                <a:path w="285" h="28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26"/>
                    <a:pt x="72" y="285"/>
                    <a:pt x="143" y="285"/>
                  </a:cubicBezTo>
                  <a:cubicBezTo>
                    <a:pt x="225" y="285"/>
                    <a:pt x="285" y="226"/>
                    <a:pt x="285" y="143"/>
                  </a:cubicBezTo>
                  <a:cubicBezTo>
                    <a:pt x="285" y="72"/>
                    <a:pt x="225" y="1"/>
                    <a:pt x="14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1102627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98" name="Google Shape;298;p18"/>
          <p:cNvGrpSpPr/>
          <p:nvPr/>
        </p:nvGrpSpPr>
        <p:grpSpPr>
          <a:xfrm rot="-1116533">
            <a:off x="260329" y="228439"/>
            <a:ext cx="851672" cy="870213"/>
            <a:chOff x="8666383" y="2375725"/>
            <a:chExt cx="851689" cy="870231"/>
          </a:xfrm>
        </p:grpSpPr>
        <p:sp>
          <p:nvSpPr>
            <p:cNvPr id="299" name="Google Shape;299;p18"/>
            <p:cNvSpPr/>
            <p:nvPr/>
          </p:nvSpPr>
          <p:spPr>
            <a:xfrm>
              <a:off x="9482364" y="2621544"/>
              <a:ext cx="35708" cy="37286"/>
            </a:xfrm>
            <a:custGeom>
              <a:avLst/>
              <a:gdLst/>
              <a:ahLst/>
              <a:cxnLst/>
              <a:rect l="l" t="t" r="r" b="b"/>
              <a:pathLst>
                <a:path w="181" h="189" extrusionOk="0">
                  <a:moveTo>
                    <a:pt x="98" y="1"/>
                  </a:moveTo>
                  <a:cubicBezTo>
                    <a:pt x="38" y="1"/>
                    <a:pt x="1" y="46"/>
                    <a:pt x="1" y="95"/>
                  </a:cubicBezTo>
                  <a:cubicBezTo>
                    <a:pt x="1" y="143"/>
                    <a:pt x="38" y="189"/>
                    <a:pt x="98" y="189"/>
                  </a:cubicBezTo>
                  <a:cubicBezTo>
                    <a:pt x="143" y="189"/>
                    <a:pt x="180" y="143"/>
                    <a:pt x="180" y="95"/>
                  </a:cubicBezTo>
                  <a:cubicBezTo>
                    <a:pt x="180" y="46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8"/>
            <p:cNvSpPr/>
            <p:nvPr/>
          </p:nvSpPr>
          <p:spPr>
            <a:xfrm>
              <a:off x="9110872" y="2649559"/>
              <a:ext cx="68062" cy="68260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7" y="1"/>
                  </a:moveTo>
                  <a:cubicBezTo>
                    <a:pt x="83" y="1"/>
                    <a:pt x="1" y="72"/>
                    <a:pt x="1" y="166"/>
                  </a:cubicBezTo>
                  <a:cubicBezTo>
                    <a:pt x="1" y="260"/>
                    <a:pt x="83" y="345"/>
                    <a:pt x="177" y="345"/>
                  </a:cubicBezTo>
                  <a:cubicBezTo>
                    <a:pt x="274" y="345"/>
                    <a:pt x="345" y="260"/>
                    <a:pt x="345" y="166"/>
                  </a:cubicBezTo>
                  <a:cubicBezTo>
                    <a:pt x="345" y="72"/>
                    <a:pt x="274" y="1"/>
                    <a:pt x="177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8"/>
            <p:cNvSpPr/>
            <p:nvPr/>
          </p:nvSpPr>
          <p:spPr>
            <a:xfrm>
              <a:off x="9365767" y="2838757"/>
              <a:ext cx="44389" cy="42416"/>
            </a:xfrm>
            <a:custGeom>
              <a:avLst/>
              <a:gdLst/>
              <a:ahLst/>
              <a:cxnLst/>
              <a:rect l="l" t="t" r="r" b="b"/>
              <a:pathLst>
                <a:path w="225" h="215" extrusionOk="0">
                  <a:moveTo>
                    <a:pt x="120" y="1"/>
                  </a:moveTo>
                  <a:cubicBezTo>
                    <a:pt x="49" y="1"/>
                    <a:pt x="0" y="49"/>
                    <a:pt x="0" y="109"/>
                  </a:cubicBezTo>
                  <a:cubicBezTo>
                    <a:pt x="0" y="169"/>
                    <a:pt x="49" y="214"/>
                    <a:pt x="120" y="214"/>
                  </a:cubicBezTo>
                  <a:cubicBezTo>
                    <a:pt x="179" y="214"/>
                    <a:pt x="225" y="169"/>
                    <a:pt x="225" y="109"/>
                  </a:cubicBezTo>
                  <a:cubicBezTo>
                    <a:pt x="225" y="49"/>
                    <a:pt x="179" y="1"/>
                    <a:pt x="12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8"/>
            <p:cNvSpPr/>
            <p:nvPr/>
          </p:nvSpPr>
          <p:spPr>
            <a:xfrm>
              <a:off x="9305002" y="2375725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8"/>
            <p:cNvSpPr/>
            <p:nvPr/>
          </p:nvSpPr>
          <p:spPr>
            <a:xfrm>
              <a:off x="9052474" y="2495281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06"/>
                    <a:pt x="35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8"/>
            <p:cNvSpPr/>
            <p:nvPr/>
          </p:nvSpPr>
          <p:spPr>
            <a:xfrm>
              <a:off x="9305002" y="2555848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8"/>
            <p:cNvSpPr/>
            <p:nvPr/>
          </p:nvSpPr>
          <p:spPr>
            <a:xfrm>
              <a:off x="8825791" y="2621544"/>
              <a:ext cx="60763" cy="60763"/>
            </a:xfrm>
            <a:custGeom>
              <a:avLst/>
              <a:gdLst/>
              <a:ahLst/>
              <a:cxnLst/>
              <a:rect l="l" t="t" r="r" b="b"/>
              <a:pathLst>
                <a:path w="308" h="308" extrusionOk="0">
                  <a:moveTo>
                    <a:pt x="154" y="1"/>
                  </a:moveTo>
                  <a:cubicBezTo>
                    <a:pt x="72" y="1"/>
                    <a:pt x="0" y="72"/>
                    <a:pt x="0" y="154"/>
                  </a:cubicBezTo>
                  <a:cubicBezTo>
                    <a:pt x="0" y="237"/>
                    <a:pt x="72" y="308"/>
                    <a:pt x="154" y="308"/>
                  </a:cubicBezTo>
                  <a:cubicBezTo>
                    <a:pt x="237" y="308"/>
                    <a:pt x="308" y="237"/>
                    <a:pt x="308" y="154"/>
                  </a:cubicBezTo>
                  <a:cubicBezTo>
                    <a:pt x="308" y="72"/>
                    <a:pt x="237" y="1"/>
                    <a:pt x="15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8"/>
            <p:cNvSpPr/>
            <p:nvPr/>
          </p:nvSpPr>
          <p:spPr>
            <a:xfrm>
              <a:off x="8687690" y="2951013"/>
              <a:ext cx="34919" cy="35511"/>
            </a:xfrm>
            <a:custGeom>
              <a:avLst/>
              <a:gdLst/>
              <a:ahLst/>
              <a:cxnLst/>
              <a:rect l="l" t="t" r="r" b="b"/>
              <a:pathLst>
                <a:path w="177" h="180" extrusionOk="0">
                  <a:moveTo>
                    <a:pt x="94" y="1"/>
                  </a:moveTo>
                  <a:cubicBezTo>
                    <a:pt x="35" y="1"/>
                    <a:pt x="1" y="49"/>
                    <a:pt x="1" y="97"/>
                  </a:cubicBezTo>
                  <a:cubicBezTo>
                    <a:pt x="1" y="143"/>
                    <a:pt x="35" y="180"/>
                    <a:pt x="94" y="180"/>
                  </a:cubicBezTo>
                  <a:cubicBezTo>
                    <a:pt x="143" y="180"/>
                    <a:pt x="177" y="143"/>
                    <a:pt x="177" y="97"/>
                  </a:cubicBezTo>
                  <a:cubicBezTo>
                    <a:pt x="177" y="49"/>
                    <a:pt x="143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18"/>
            <p:cNvSpPr/>
            <p:nvPr/>
          </p:nvSpPr>
          <p:spPr>
            <a:xfrm>
              <a:off x="8942585" y="2860064"/>
              <a:ext cx="34919" cy="35116"/>
            </a:xfrm>
            <a:custGeom>
              <a:avLst/>
              <a:gdLst/>
              <a:ahLst/>
              <a:cxnLst/>
              <a:rect l="l" t="t" r="r" b="b"/>
              <a:pathLst>
                <a:path w="177" h="178" extrusionOk="0">
                  <a:moveTo>
                    <a:pt x="83" y="1"/>
                  </a:moveTo>
                  <a:cubicBezTo>
                    <a:pt x="34" y="1"/>
                    <a:pt x="0" y="35"/>
                    <a:pt x="0" y="83"/>
                  </a:cubicBezTo>
                  <a:cubicBezTo>
                    <a:pt x="0" y="143"/>
                    <a:pt x="34" y="177"/>
                    <a:pt x="83" y="177"/>
                  </a:cubicBezTo>
                  <a:cubicBezTo>
                    <a:pt x="131" y="177"/>
                    <a:pt x="177" y="143"/>
                    <a:pt x="177" y="83"/>
                  </a:cubicBezTo>
                  <a:cubicBezTo>
                    <a:pt x="177" y="35"/>
                    <a:pt x="131" y="1"/>
                    <a:pt x="8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8"/>
            <p:cNvSpPr/>
            <p:nvPr/>
          </p:nvSpPr>
          <p:spPr>
            <a:xfrm>
              <a:off x="8666383" y="3189533"/>
              <a:ext cx="56226" cy="56423"/>
            </a:xfrm>
            <a:custGeom>
              <a:avLst/>
              <a:gdLst/>
              <a:ahLst/>
              <a:cxnLst/>
              <a:rect l="l" t="t" r="r" b="b"/>
              <a:pathLst>
                <a:path w="285" h="28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26"/>
                    <a:pt x="72" y="285"/>
                    <a:pt x="143" y="285"/>
                  </a:cubicBezTo>
                  <a:cubicBezTo>
                    <a:pt x="225" y="285"/>
                    <a:pt x="285" y="226"/>
                    <a:pt x="285" y="143"/>
                  </a:cubicBezTo>
                  <a:cubicBezTo>
                    <a:pt x="285" y="72"/>
                    <a:pt x="225" y="1"/>
                    <a:pt x="14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9" name="Google Shape;309;p18"/>
          <p:cNvGrpSpPr/>
          <p:nvPr/>
        </p:nvGrpSpPr>
        <p:grpSpPr>
          <a:xfrm rot="-1798509">
            <a:off x="8478648" y="654800"/>
            <a:ext cx="328817" cy="90456"/>
            <a:chOff x="1942660" y="4074759"/>
            <a:chExt cx="328833" cy="90460"/>
          </a:xfrm>
        </p:grpSpPr>
        <p:sp>
          <p:nvSpPr>
            <p:cNvPr id="310" name="Google Shape;310;p18"/>
            <p:cNvSpPr/>
            <p:nvPr/>
          </p:nvSpPr>
          <p:spPr>
            <a:xfrm>
              <a:off x="1942660" y="4074759"/>
              <a:ext cx="328833" cy="90460"/>
            </a:xfrm>
            <a:custGeom>
              <a:avLst/>
              <a:gdLst/>
              <a:ahLst/>
              <a:cxnLst/>
              <a:rect l="l" t="t" r="r" b="b"/>
              <a:pathLst>
                <a:path w="2112" h="581" extrusionOk="0">
                  <a:moveTo>
                    <a:pt x="297" y="1"/>
                  </a:moveTo>
                  <a:cubicBezTo>
                    <a:pt x="132" y="1"/>
                    <a:pt x="1" y="131"/>
                    <a:pt x="1" y="296"/>
                  </a:cubicBezTo>
                  <a:cubicBezTo>
                    <a:pt x="1" y="450"/>
                    <a:pt x="132" y="581"/>
                    <a:pt x="297" y="581"/>
                  </a:cubicBezTo>
                  <a:lnTo>
                    <a:pt x="1827" y="581"/>
                  </a:lnTo>
                  <a:cubicBezTo>
                    <a:pt x="1981" y="581"/>
                    <a:pt x="2112" y="450"/>
                    <a:pt x="2112" y="296"/>
                  </a:cubicBezTo>
                  <a:cubicBezTo>
                    <a:pt x="2112" y="131"/>
                    <a:pt x="1981" y="1"/>
                    <a:pt x="1827" y="1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18"/>
            <p:cNvSpPr/>
            <p:nvPr/>
          </p:nvSpPr>
          <p:spPr>
            <a:xfrm>
              <a:off x="1942660" y="4074759"/>
              <a:ext cx="166285" cy="90460"/>
            </a:xfrm>
            <a:custGeom>
              <a:avLst/>
              <a:gdLst/>
              <a:ahLst/>
              <a:cxnLst/>
              <a:rect l="l" t="t" r="r" b="b"/>
              <a:pathLst>
                <a:path w="1068" h="581" extrusionOk="0">
                  <a:moveTo>
                    <a:pt x="297" y="1"/>
                  </a:moveTo>
                  <a:cubicBezTo>
                    <a:pt x="132" y="1"/>
                    <a:pt x="1" y="131"/>
                    <a:pt x="1" y="296"/>
                  </a:cubicBezTo>
                  <a:cubicBezTo>
                    <a:pt x="1" y="450"/>
                    <a:pt x="132" y="581"/>
                    <a:pt x="297" y="581"/>
                  </a:cubicBezTo>
                  <a:lnTo>
                    <a:pt x="1068" y="581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FF71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2" name="Google Shape;312;p18"/>
          <p:cNvGrpSpPr/>
          <p:nvPr/>
        </p:nvGrpSpPr>
        <p:grpSpPr>
          <a:xfrm rot="2204356">
            <a:off x="8329173" y="1037122"/>
            <a:ext cx="288053" cy="105257"/>
            <a:chOff x="1363299" y="4227968"/>
            <a:chExt cx="288040" cy="105252"/>
          </a:xfrm>
        </p:grpSpPr>
        <p:sp>
          <p:nvSpPr>
            <p:cNvPr id="313" name="Google Shape;313;p18"/>
            <p:cNvSpPr/>
            <p:nvPr/>
          </p:nvSpPr>
          <p:spPr>
            <a:xfrm>
              <a:off x="1363299" y="4259419"/>
              <a:ext cx="288040" cy="73801"/>
            </a:xfrm>
            <a:custGeom>
              <a:avLst/>
              <a:gdLst/>
              <a:ahLst/>
              <a:cxnLst/>
              <a:rect l="l" t="t" r="r" b="b"/>
              <a:pathLst>
                <a:path w="1850" h="474" extrusionOk="0">
                  <a:moveTo>
                    <a:pt x="1" y="1"/>
                  </a:moveTo>
                  <a:lnTo>
                    <a:pt x="1" y="271"/>
                  </a:lnTo>
                  <a:cubicBezTo>
                    <a:pt x="1" y="379"/>
                    <a:pt x="413" y="473"/>
                    <a:pt x="925" y="473"/>
                  </a:cubicBezTo>
                  <a:cubicBezTo>
                    <a:pt x="1435" y="473"/>
                    <a:pt x="1850" y="379"/>
                    <a:pt x="1850" y="271"/>
                  </a:cubicBezTo>
                  <a:lnTo>
                    <a:pt x="1850" y="1"/>
                  </a:ln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8"/>
            <p:cNvSpPr/>
            <p:nvPr/>
          </p:nvSpPr>
          <p:spPr>
            <a:xfrm>
              <a:off x="1363299" y="4227968"/>
              <a:ext cx="288040" cy="62590"/>
            </a:xfrm>
            <a:custGeom>
              <a:avLst/>
              <a:gdLst/>
              <a:ahLst/>
              <a:cxnLst/>
              <a:rect l="l" t="t" r="r" b="b"/>
              <a:pathLst>
                <a:path w="1850" h="402" extrusionOk="0">
                  <a:moveTo>
                    <a:pt x="854" y="1"/>
                  </a:moveTo>
                  <a:cubicBezTo>
                    <a:pt x="379" y="12"/>
                    <a:pt x="1" y="95"/>
                    <a:pt x="1" y="203"/>
                  </a:cubicBezTo>
                  <a:cubicBezTo>
                    <a:pt x="1" y="319"/>
                    <a:pt x="413" y="402"/>
                    <a:pt x="925" y="402"/>
                  </a:cubicBezTo>
                  <a:cubicBezTo>
                    <a:pt x="1435" y="402"/>
                    <a:pt x="1850" y="319"/>
                    <a:pt x="1850" y="203"/>
                  </a:cubicBezTo>
                  <a:cubicBezTo>
                    <a:pt x="1850" y="95"/>
                    <a:pt x="1469" y="12"/>
                    <a:pt x="982" y="1"/>
                  </a:cubicBezTo>
                  <a:cubicBezTo>
                    <a:pt x="971" y="24"/>
                    <a:pt x="948" y="46"/>
                    <a:pt x="925" y="46"/>
                  </a:cubicBezTo>
                  <a:cubicBezTo>
                    <a:pt x="888" y="46"/>
                    <a:pt x="866" y="24"/>
                    <a:pt x="854" y="1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18"/>
            <p:cNvSpPr/>
            <p:nvPr/>
          </p:nvSpPr>
          <p:spPr>
            <a:xfrm>
              <a:off x="1496267" y="4227968"/>
              <a:ext cx="20085" cy="68351"/>
            </a:xfrm>
            <a:custGeom>
              <a:avLst/>
              <a:gdLst/>
              <a:ahLst/>
              <a:cxnLst/>
              <a:rect l="l" t="t" r="r" b="b"/>
              <a:pathLst>
                <a:path w="129" h="439" extrusionOk="0">
                  <a:moveTo>
                    <a:pt x="0" y="1"/>
                  </a:moveTo>
                  <a:lnTo>
                    <a:pt x="0" y="439"/>
                  </a:lnTo>
                  <a:lnTo>
                    <a:pt x="128" y="439"/>
                  </a:lnTo>
                  <a:lnTo>
                    <a:pt x="128" y="1"/>
                  </a:lnTo>
                  <a:cubicBezTo>
                    <a:pt x="111" y="18"/>
                    <a:pt x="91" y="26"/>
                    <a:pt x="68" y="26"/>
                  </a:cubicBezTo>
                  <a:cubicBezTo>
                    <a:pt x="46" y="26"/>
                    <a:pt x="23" y="18"/>
                    <a:pt x="0" y="1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6" name="Google Shape;316;p18"/>
          <p:cNvGrpSpPr/>
          <p:nvPr/>
        </p:nvGrpSpPr>
        <p:grpSpPr>
          <a:xfrm rot="3734790">
            <a:off x="795298" y="630001"/>
            <a:ext cx="243905" cy="67105"/>
            <a:chOff x="1942660" y="4074759"/>
            <a:chExt cx="328833" cy="90460"/>
          </a:xfrm>
        </p:grpSpPr>
        <p:sp>
          <p:nvSpPr>
            <p:cNvPr id="317" name="Google Shape;317;p18"/>
            <p:cNvSpPr/>
            <p:nvPr/>
          </p:nvSpPr>
          <p:spPr>
            <a:xfrm>
              <a:off x="1942660" y="4074759"/>
              <a:ext cx="328833" cy="90460"/>
            </a:xfrm>
            <a:custGeom>
              <a:avLst/>
              <a:gdLst/>
              <a:ahLst/>
              <a:cxnLst/>
              <a:rect l="l" t="t" r="r" b="b"/>
              <a:pathLst>
                <a:path w="2112" h="581" extrusionOk="0">
                  <a:moveTo>
                    <a:pt x="297" y="1"/>
                  </a:moveTo>
                  <a:cubicBezTo>
                    <a:pt x="132" y="1"/>
                    <a:pt x="1" y="131"/>
                    <a:pt x="1" y="296"/>
                  </a:cubicBezTo>
                  <a:cubicBezTo>
                    <a:pt x="1" y="450"/>
                    <a:pt x="132" y="581"/>
                    <a:pt x="297" y="581"/>
                  </a:cubicBezTo>
                  <a:lnTo>
                    <a:pt x="1827" y="581"/>
                  </a:lnTo>
                  <a:cubicBezTo>
                    <a:pt x="1981" y="581"/>
                    <a:pt x="2112" y="450"/>
                    <a:pt x="2112" y="296"/>
                  </a:cubicBezTo>
                  <a:cubicBezTo>
                    <a:pt x="2112" y="131"/>
                    <a:pt x="1981" y="1"/>
                    <a:pt x="1827" y="1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18"/>
            <p:cNvSpPr/>
            <p:nvPr/>
          </p:nvSpPr>
          <p:spPr>
            <a:xfrm>
              <a:off x="1942660" y="4074759"/>
              <a:ext cx="166285" cy="90460"/>
            </a:xfrm>
            <a:custGeom>
              <a:avLst/>
              <a:gdLst/>
              <a:ahLst/>
              <a:cxnLst/>
              <a:rect l="l" t="t" r="r" b="b"/>
              <a:pathLst>
                <a:path w="1068" h="581" extrusionOk="0">
                  <a:moveTo>
                    <a:pt x="297" y="1"/>
                  </a:moveTo>
                  <a:cubicBezTo>
                    <a:pt x="132" y="1"/>
                    <a:pt x="1" y="131"/>
                    <a:pt x="1" y="296"/>
                  </a:cubicBezTo>
                  <a:cubicBezTo>
                    <a:pt x="1" y="450"/>
                    <a:pt x="132" y="581"/>
                    <a:pt x="297" y="581"/>
                  </a:cubicBezTo>
                  <a:lnTo>
                    <a:pt x="1068" y="581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FF71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9" name="Google Shape;319;p18"/>
          <p:cNvGrpSpPr/>
          <p:nvPr/>
        </p:nvGrpSpPr>
        <p:grpSpPr>
          <a:xfrm rot="-1222159">
            <a:off x="568234" y="789025"/>
            <a:ext cx="235848" cy="86187"/>
            <a:chOff x="1363299" y="4227968"/>
            <a:chExt cx="288040" cy="105252"/>
          </a:xfrm>
        </p:grpSpPr>
        <p:sp>
          <p:nvSpPr>
            <p:cNvPr id="320" name="Google Shape;320;p18"/>
            <p:cNvSpPr/>
            <p:nvPr/>
          </p:nvSpPr>
          <p:spPr>
            <a:xfrm>
              <a:off x="1363299" y="4259419"/>
              <a:ext cx="288040" cy="73801"/>
            </a:xfrm>
            <a:custGeom>
              <a:avLst/>
              <a:gdLst/>
              <a:ahLst/>
              <a:cxnLst/>
              <a:rect l="l" t="t" r="r" b="b"/>
              <a:pathLst>
                <a:path w="1850" h="474" extrusionOk="0">
                  <a:moveTo>
                    <a:pt x="1" y="1"/>
                  </a:moveTo>
                  <a:lnTo>
                    <a:pt x="1" y="271"/>
                  </a:lnTo>
                  <a:cubicBezTo>
                    <a:pt x="1" y="379"/>
                    <a:pt x="413" y="473"/>
                    <a:pt x="925" y="473"/>
                  </a:cubicBezTo>
                  <a:cubicBezTo>
                    <a:pt x="1435" y="473"/>
                    <a:pt x="1850" y="379"/>
                    <a:pt x="1850" y="271"/>
                  </a:cubicBezTo>
                  <a:lnTo>
                    <a:pt x="1850" y="1"/>
                  </a:ln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18"/>
            <p:cNvSpPr/>
            <p:nvPr/>
          </p:nvSpPr>
          <p:spPr>
            <a:xfrm>
              <a:off x="1363299" y="4227968"/>
              <a:ext cx="288040" cy="62590"/>
            </a:xfrm>
            <a:custGeom>
              <a:avLst/>
              <a:gdLst/>
              <a:ahLst/>
              <a:cxnLst/>
              <a:rect l="l" t="t" r="r" b="b"/>
              <a:pathLst>
                <a:path w="1850" h="402" extrusionOk="0">
                  <a:moveTo>
                    <a:pt x="854" y="1"/>
                  </a:moveTo>
                  <a:cubicBezTo>
                    <a:pt x="379" y="12"/>
                    <a:pt x="1" y="95"/>
                    <a:pt x="1" y="203"/>
                  </a:cubicBezTo>
                  <a:cubicBezTo>
                    <a:pt x="1" y="319"/>
                    <a:pt x="413" y="402"/>
                    <a:pt x="925" y="402"/>
                  </a:cubicBezTo>
                  <a:cubicBezTo>
                    <a:pt x="1435" y="402"/>
                    <a:pt x="1850" y="319"/>
                    <a:pt x="1850" y="203"/>
                  </a:cubicBezTo>
                  <a:cubicBezTo>
                    <a:pt x="1850" y="95"/>
                    <a:pt x="1469" y="12"/>
                    <a:pt x="982" y="1"/>
                  </a:cubicBezTo>
                  <a:cubicBezTo>
                    <a:pt x="971" y="24"/>
                    <a:pt x="948" y="46"/>
                    <a:pt x="925" y="46"/>
                  </a:cubicBezTo>
                  <a:cubicBezTo>
                    <a:pt x="888" y="46"/>
                    <a:pt x="866" y="24"/>
                    <a:pt x="854" y="1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18"/>
            <p:cNvSpPr/>
            <p:nvPr/>
          </p:nvSpPr>
          <p:spPr>
            <a:xfrm>
              <a:off x="1496267" y="4227968"/>
              <a:ext cx="20085" cy="68351"/>
            </a:xfrm>
            <a:custGeom>
              <a:avLst/>
              <a:gdLst/>
              <a:ahLst/>
              <a:cxnLst/>
              <a:rect l="l" t="t" r="r" b="b"/>
              <a:pathLst>
                <a:path w="129" h="439" extrusionOk="0">
                  <a:moveTo>
                    <a:pt x="0" y="1"/>
                  </a:moveTo>
                  <a:lnTo>
                    <a:pt x="0" y="439"/>
                  </a:lnTo>
                  <a:lnTo>
                    <a:pt x="128" y="439"/>
                  </a:lnTo>
                  <a:lnTo>
                    <a:pt x="128" y="1"/>
                  </a:lnTo>
                  <a:cubicBezTo>
                    <a:pt x="111" y="18"/>
                    <a:pt x="91" y="26"/>
                    <a:pt x="68" y="26"/>
                  </a:cubicBezTo>
                  <a:cubicBezTo>
                    <a:pt x="46" y="26"/>
                    <a:pt x="23" y="18"/>
                    <a:pt x="0" y="1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3" name="Google Shape;323;p18"/>
          <p:cNvGrpSpPr/>
          <p:nvPr/>
        </p:nvGrpSpPr>
        <p:grpSpPr>
          <a:xfrm rot="3846378">
            <a:off x="8169735" y="487379"/>
            <a:ext cx="288039" cy="105251"/>
            <a:chOff x="1363299" y="4227968"/>
            <a:chExt cx="288040" cy="105252"/>
          </a:xfrm>
        </p:grpSpPr>
        <p:sp>
          <p:nvSpPr>
            <p:cNvPr id="324" name="Google Shape;324;p18"/>
            <p:cNvSpPr/>
            <p:nvPr/>
          </p:nvSpPr>
          <p:spPr>
            <a:xfrm>
              <a:off x="1363299" y="4259419"/>
              <a:ext cx="288040" cy="73801"/>
            </a:xfrm>
            <a:custGeom>
              <a:avLst/>
              <a:gdLst/>
              <a:ahLst/>
              <a:cxnLst/>
              <a:rect l="l" t="t" r="r" b="b"/>
              <a:pathLst>
                <a:path w="1850" h="474" extrusionOk="0">
                  <a:moveTo>
                    <a:pt x="1" y="1"/>
                  </a:moveTo>
                  <a:lnTo>
                    <a:pt x="1" y="271"/>
                  </a:lnTo>
                  <a:cubicBezTo>
                    <a:pt x="1" y="379"/>
                    <a:pt x="413" y="473"/>
                    <a:pt x="925" y="473"/>
                  </a:cubicBezTo>
                  <a:cubicBezTo>
                    <a:pt x="1435" y="473"/>
                    <a:pt x="1850" y="379"/>
                    <a:pt x="1850" y="271"/>
                  </a:cubicBezTo>
                  <a:lnTo>
                    <a:pt x="1850" y="1"/>
                  </a:ln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18"/>
            <p:cNvSpPr/>
            <p:nvPr/>
          </p:nvSpPr>
          <p:spPr>
            <a:xfrm>
              <a:off x="1363299" y="4227968"/>
              <a:ext cx="288040" cy="62590"/>
            </a:xfrm>
            <a:custGeom>
              <a:avLst/>
              <a:gdLst/>
              <a:ahLst/>
              <a:cxnLst/>
              <a:rect l="l" t="t" r="r" b="b"/>
              <a:pathLst>
                <a:path w="1850" h="402" extrusionOk="0">
                  <a:moveTo>
                    <a:pt x="854" y="1"/>
                  </a:moveTo>
                  <a:cubicBezTo>
                    <a:pt x="379" y="12"/>
                    <a:pt x="1" y="95"/>
                    <a:pt x="1" y="203"/>
                  </a:cubicBezTo>
                  <a:cubicBezTo>
                    <a:pt x="1" y="319"/>
                    <a:pt x="413" y="402"/>
                    <a:pt x="925" y="402"/>
                  </a:cubicBezTo>
                  <a:cubicBezTo>
                    <a:pt x="1435" y="402"/>
                    <a:pt x="1850" y="319"/>
                    <a:pt x="1850" y="203"/>
                  </a:cubicBezTo>
                  <a:cubicBezTo>
                    <a:pt x="1850" y="95"/>
                    <a:pt x="1469" y="12"/>
                    <a:pt x="982" y="1"/>
                  </a:cubicBezTo>
                  <a:cubicBezTo>
                    <a:pt x="971" y="24"/>
                    <a:pt x="948" y="46"/>
                    <a:pt x="925" y="46"/>
                  </a:cubicBezTo>
                  <a:cubicBezTo>
                    <a:pt x="888" y="46"/>
                    <a:pt x="866" y="24"/>
                    <a:pt x="854" y="1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18"/>
            <p:cNvSpPr/>
            <p:nvPr/>
          </p:nvSpPr>
          <p:spPr>
            <a:xfrm>
              <a:off x="1496267" y="4227968"/>
              <a:ext cx="20085" cy="68351"/>
            </a:xfrm>
            <a:custGeom>
              <a:avLst/>
              <a:gdLst/>
              <a:ahLst/>
              <a:cxnLst/>
              <a:rect l="l" t="t" r="r" b="b"/>
              <a:pathLst>
                <a:path w="129" h="439" extrusionOk="0">
                  <a:moveTo>
                    <a:pt x="0" y="1"/>
                  </a:moveTo>
                  <a:lnTo>
                    <a:pt x="0" y="439"/>
                  </a:lnTo>
                  <a:lnTo>
                    <a:pt x="128" y="439"/>
                  </a:lnTo>
                  <a:lnTo>
                    <a:pt x="128" y="1"/>
                  </a:lnTo>
                  <a:cubicBezTo>
                    <a:pt x="111" y="18"/>
                    <a:pt x="91" y="26"/>
                    <a:pt x="68" y="26"/>
                  </a:cubicBezTo>
                  <a:cubicBezTo>
                    <a:pt x="46" y="26"/>
                    <a:pt x="23" y="18"/>
                    <a:pt x="0" y="1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7" name="Google Shape;327;p18"/>
          <p:cNvGrpSpPr/>
          <p:nvPr/>
        </p:nvGrpSpPr>
        <p:grpSpPr>
          <a:xfrm rot="-1798509">
            <a:off x="397398" y="412150"/>
            <a:ext cx="328817" cy="90456"/>
            <a:chOff x="1942660" y="4074759"/>
            <a:chExt cx="328833" cy="90460"/>
          </a:xfrm>
        </p:grpSpPr>
        <p:sp>
          <p:nvSpPr>
            <p:cNvPr id="328" name="Google Shape;328;p18"/>
            <p:cNvSpPr/>
            <p:nvPr/>
          </p:nvSpPr>
          <p:spPr>
            <a:xfrm>
              <a:off x="1942660" y="4074759"/>
              <a:ext cx="328833" cy="90460"/>
            </a:xfrm>
            <a:custGeom>
              <a:avLst/>
              <a:gdLst/>
              <a:ahLst/>
              <a:cxnLst/>
              <a:rect l="l" t="t" r="r" b="b"/>
              <a:pathLst>
                <a:path w="2112" h="581" extrusionOk="0">
                  <a:moveTo>
                    <a:pt x="297" y="1"/>
                  </a:moveTo>
                  <a:cubicBezTo>
                    <a:pt x="132" y="1"/>
                    <a:pt x="1" y="131"/>
                    <a:pt x="1" y="296"/>
                  </a:cubicBezTo>
                  <a:cubicBezTo>
                    <a:pt x="1" y="450"/>
                    <a:pt x="132" y="581"/>
                    <a:pt x="297" y="581"/>
                  </a:cubicBezTo>
                  <a:lnTo>
                    <a:pt x="1827" y="581"/>
                  </a:lnTo>
                  <a:cubicBezTo>
                    <a:pt x="1981" y="581"/>
                    <a:pt x="2112" y="450"/>
                    <a:pt x="2112" y="296"/>
                  </a:cubicBezTo>
                  <a:cubicBezTo>
                    <a:pt x="2112" y="131"/>
                    <a:pt x="1981" y="1"/>
                    <a:pt x="1827" y="1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18"/>
            <p:cNvSpPr/>
            <p:nvPr/>
          </p:nvSpPr>
          <p:spPr>
            <a:xfrm>
              <a:off x="1942660" y="4074759"/>
              <a:ext cx="166285" cy="90460"/>
            </a:xfrm>
            <a:custGeom>
              <a:avLst/>
              <a:gdLst/>
              <a:ahLst/>
              <a:cxnLst/>
              <a:rect l="l" t="t" r="r" b="b"/>
              <a:pathLst>
                <a:path w="1068" h="581" extrusionOk="0">
                  <a:moveTo>
                    <a:pt x="297" y="1"/>
                  </a:moveTo>
                  <a:cubicBezTo>
                    <a:pt x="132" y="1"/>
                    <a:pt x="1" y="131"/>
                    <a:pt x="1" y="296"/>
                  </a:cubicBezTo>
                  <a:cubicBezTo>
                    <a:pt x="1" y="450"/>
                    <a:pt x="132" y="581"/>
                    <a:pt x="297" y="581"/>
                  </a:cubicBezTo>
                  <a:lnTo>
                    <a:pt x="1068" y="581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FF71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0" name="Google Shape;330;p18"/>
          <p:cNvGrpSpPr/>
          <p:nvPr/>
        </p:nvGrpSpPr>
        <p:grpSpPr>
          <a:xfrm>
            <a:off x="8554062" y="2061936"/>
            <a:ext cx="373340" cy="1406218"/>
            <a:chOff x="10945362" y="2723798"/>
            <a:chExt cx="373340" cy="1406218"/>
          </a:xfrm>
        </p:grpSpPr>
        <p:sp>
          <p:nvSpPr>
            <p:cNvPr id="331" name="Google Shape;331;p18"/>
            <p:cNvSpPr/>
            <p:nvPr/>
          </p:nvSpPr>
          <p:spPr>
            <a:xfrm>
              <a:off x="11084325" y="3702102"/>
              <a:ext cx="37878" cy="37878"/>
            </a:xfrm>
            <a:custGeom>
              <a:avLst/>
              <a:gdLst/>
              <a:ahLst/>
              <a:cxnLst/>
              <a:rect l="l" t="t" r="r" b="b"/>
              <a:pathLst>
                <a:path w="192" h="192" extrusionOk="0">
                  <a:moveTo>
                    <a:pt x="98" y="1"/>
                  </a:moveTo>
                  <a:cubicBezTo>
                    <a:pt x="38" y="1"/>
                    <a:pt x="1" y="35"/>
                    <a:pt x="1" y="95"/>
                  </a:cubicBezTo>
                  <a:cubicBezTo>
                    <a:pt x="1" y="143"/>
                    <a:pt x="38" y="192"/>
                    <a:pt x="98" y="192"/>
                  </a:cubicBezTo>
                  <a:cubicBezTo>
                    <a:pt x="143" y="192"/>
                    <a:pt x="191" y="143"/>
                    <a:pt x="191" y="95"/>
                  </a:cubicBezTo>
                  <a:cubicBezTo>
                    <a:pt x="191" y="35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18"/>
            <p:cNvSpPr/>
            <p:nvPr/>
          </p:nvSpPr>
          <p:spPr>
            <a:xfrm>
              <a:off x="10945362" y="3007911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17"/>
                    <a:pt x="35" y="143"/>
                    <a:pt x="72" y="143"/>
                  </a:cubicBezTo>
                  <a:cubicBezTo>
                    <a:pt x="106" y="143"/>
                    <a:pt x="143" y="117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18"/>
            <p:cNvSpPr/>
            <p:nvPr/>
          </p:nvSpPr>
          <p:spPr>
            <a:xfrm>
              <a:off x="11089455" y="3126813"/>
              <a:ext cx="28211" cy="28409"/>
            </a:xfrm>
            <a:custGeom>
              <a:avLst/>
              <a:gdLst/>
              <a:ahLst/>
              <a:cxnLst/>
              <a:rect l="l" t="t" r="r" b="b"/>
              <a:pathLst>
                <a:path w="143" h="144" extrusionOk="0">
                  <a:moveTo>
                    <a:pt x="72" y="1"/>
                  </a:moveTo>
                  <a:cubicBezTo>
                    <a:pt x="23" y="1"/>
                    <a:pt x="0" y="24"/>
                    <a:pt x="0" y="72"/>
                  </a:cubicBezTo>
                  <a:cubicBezTo>
                    <a:pt x="0" y="106"/>
                    <a:pt x="23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24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8"/>
            <p:cNvSpPr/>
            <p:nvPr/>
          </p:nvSpPr>
          <p:spPr>
            <a:xfrm>
              <a:off x="10952517" y="2809586"/>
              <a:ext cx="37878" cy="37878"/>
            </a:xfrm>
            <a:custGeom>
              <a:avLst/>
              <a:gdLst/>
              <a:ahLst/>
              <a:cxnLst/>
              <a:rect l="l" t="t" r="r" b="b"/>
              <a:pathLst>
                <a:path w="192" h="192" extrusionOk="0">
                  <a:moveTo>
                    <a:pt x="94" y="1"/>
                  </a:moveTo>
                  <a:cubicBezTo>
                    <a:pt x="49" y="1"/>
                    <a:pt x="1" y="35"/>
                    <a:pt x="1" y="95"/>
                  </a:cubicBezTo>
                  <a:cubicBezTo>
                    <a:pt x="1" y="143"/>
                    <a:pt x="49" y="191"/>
                    <a:pt x="94" y="191"/>
                  </a:cubicBezTo>
                  <a:cubicBezTo>
                    <a:pt x="154" y="191"/>
                    <a:pt x="191" y="143"/>
                    <a:pt x="191" y="95"/>
                  </a:cubicBezTo>
                  <a:cubicBezTo>
                    <a:pt x="191" y="35"/>
                    <a:pt x="154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8"/>
            <p:cNvSpPr/>
            <p:nvPr/>
          </p:nvSpPr>
          <p:spPr>
            <a:xfrm>
              <a:off x="11274116" y="3762866"/>
              <a:ext cx="40048" cy="40048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4" y="0"/>
                  </a:moveTo>
                  <a:cubicBezTo>
                    <a:pt x="46" y="0"/>
                    <a:pt x="0" y="37"/>
                    <a:pt x="0" y="97"/>
                  </a:cubicBezTo>
                  <a:cubicBezTo>
                    <a:pt x="0" y="154"/>
                    <a:pt x="46" y="202"/>
                    <a:pt x="94" y="202"/>
                  </a:cubicBezTo>
                  <a:cubicBezTo>
                    <a:pt x="154" y="202"/>
                    <a:pt x="202" y="154"/>
                    <a:pt x="202" y="97"/>
                  </a:cubicBezTo>
                  <a:cubicBezTo>
                    <a:pt x="202" y="37"/>
                    <a:pt x="154" y="0"/>
                    <a:pt x="94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8"/>
            <p:cNvSpPr/>
            <p:nvPr/>
          </p:nvSpPr>
          <p:spPr>
            <a:xfrm>
              <a:off x="11016458" y="4090559"/>
              <a:ext cx="40048" cy="39457"/>
            </a:xfrm>
            <a:custGeom>
              <a:avLst/>
              <a:gdLst/>
              <a:ahLst/>
              <a:cxnLst/>
              <a:rect l="l" t="t" r="r" b="b"/>
              <a:pathLst>
                <a:path w="203" h="200" extrusionOk="0">
                  <a:moveTo>
                    <a:pt x="109" y="1"/>
                  </a:moveTo>
                  <a:cubicBezTo>
                    <a:pt x="49" y="1"/>
                    <a:pt x="1" y="46"/>
                    <a:pt x="1" y="95"/>
                  </a:cubicBezTo>
                  <a:cubicBezTo>
                    <a:pt x="1" y="154"/>
                    <a:pt x="49" y="200"/>
                    <a:pt x="109" y="200"/>
                  </a:cubicBezTo>
                  <a:cubicBezTo>
                    <a:pt x="169" y="200"/>
                    <a:pt x="203" y="154"/>
                    <a:pt x="203" y="95"/>
                  </a:cubicBezTo>
                  <a:cubicBezTo>
                    <a:pt x="203" y="46"/>
                    <a:pt x="169" y="1"/>
                    <a:pt x="109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8"/>
            <p:cNvSpPr/>
            <p:nvPr/>
          </p:nvSpPr>
          <p:spPr>
            <a:xfrm>
              <a:off x="10990402" y="3324798"/>
              <a:ext cx="26041" cy="23279"/>
            </a:xfrm>
            <a:custGeom>
              <a:avLst/>
              <a:gdLst/>
              <a:ahLst/>
              <a:cxnLst/>
              <a:rect l="l" t="t" r="r" b="b"/>
              <a:pathLst>
                <a:path w="132" h="118" extrusionOk="0">
                  <a:moveTo>
                    <a:pt x="72" y="1"/>
                  </a:moveTo>
                  <a:cubicBezTo>
                    <a:pt x="38" y="1"/>
                    <a:pt x="1" y="24"/>
                    <a:pt x="1" y="58"/>
                  </a:cubicBezTo>
                  <a:cubicBezTo>
                    <a:pt x="1" y="95"/>
                    <a:pt x="38" y="118"/>
                    <a:pt x="72" y="118"/>
                  </a:cubicBezTo>
                  <a:cubicBezTo>
                    <a:pt x="109" y="118"/>
                    <a:pt x="132" y="95"/>
                    <a:pt x="132" y="58"/>
                  </a:cubicBezTo>
                  <a:cubicBezTo>
                    <a:pt x="132" y="24"/>
                    <a:pt x="109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18"/>
            <p:cNvSpPr/>
            <p:nvPr/>
          </p:nvSpPr>
          <p:spPr>
            <a:xfrm>
              <a:off x="11292661" y="3557293"/>
              <a:ext cx="26041" cy="25647"/>
            </a:xfrm>
            <a:custGeom>
              <a:avLst/>
              <a:gdLst/>
              <a:ahLst/>
              <a:cxnLst/>
              <a:rect l="l" t="t" r="r" b="b"/>
              <a:pathLst>
                <a:path w="132" h="130" extrusionOk="0">
                  <a:moveTo>
                    <a:pt x="60" y="1"/>
                  </a:moveTo>
                  <a:cubicBezTo>
                    <a:pt x="23" y="1"/>
                    <a:pt x="0" y="35"/>
                    <a:pt x="0" y="72"/>
                  </a:cubicBezTo>
                  <a:cubicBezTo>
                    <a:pt x="0" y="95"/>
                    <a:pt x="23" y="129"/>
                    <a:pt x="60" y="129"/>
                  </a:cubicBezTo>
                  <a:cubicBezTo>
                    <a:pt x="94" y="129"/>
                    <a:pt x="131" y="95"/>
                    <a:pt x="131" y="72"/>
                  </a:cubicBezTo>
                  <a:cubicBezTo>
                    <a:pt x="131" y="35"/>
                    <a:pt x="94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8"/>
            <p:cNvSpPr/>
            <p:nvPr/>
          </p:nvSpPr>
          <p:spPr>
            <a:xfrm>
              <a:off x="11168567" y="3905307"/>
              <a:ext cx="23871" cy="26041"/>
            </a:xfrm>
            <a:custGeom>
              <a:avLst/>
              <a:gdLst/>
              <a:ahLst/>
              <a:cxnLst/>
              <a:rect l="l" t="t" r="r" b="b"/>
              <a:pathLst>
                <a:path w="121" h="132" extrusionOk="0">
                  <a:moveTo>
                    <a:pt x="60" y="1"/>
                  </a:moveTo>
                  <a:cubicBezTo>
                    <a:pt x="26" y="1"/>
                    <a:pt x="1" y="38"/>
                    <a:pt x="1" y="72"/>
                  </a:cubicBezTo>
                  <a:cubicBezTo>
                    <a:pt x="1" y="98"/>
                    <a:pt x="26" y="132"/>
                    <a:pt x="60" y="132"/>
                  </a:cubicBezTo>
                  <a:cubicBezTo>
                    <a:pt x="97" y="132"/>
                    <a:pt x="120" y="98"/>
                    <a:pt x="120" y="72"/>
                  </a:cubicBezTo>
                  <a:cubicBezTo>
                    <a:pt x="120" y="38"/>
                    <a:pt x="97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8"/>
            <p:cNvSpPr/>
            <p:nvPr/>
          </p:nvSpPr>
          <p:spPr>
            <a:xfrm>
              <a:off x="11124177" y="3491794"/>
              <a:ext cx="26041" cy="25844"/>
            </a:xfrm>
            <a:custGeom>
              <a:avLst/>
              <a:gdLst/>
              <a:ahLst/>
              <a:cxnLst/>
              <a:rect l="l" t="t" r="r" b="b"/>
              <a:pathLst>
                <a:path w="132" h="131" extrusionOk="0">
                  <a:moveTo>
                    <a:pt x="72" y="0"/>
                  </a:moveTo>
                  <a:cubicBezTo>
                    <a:pt x="38" y="0"/>
                    <a:pt x="1" y="23"/>
                    <a:pt x="1" y="71"/>
                  </a:cubicBezTo>
                  <a:cubicBezTo>
                    <a:pt x="1" y="105"/>
                    <a:pt x="38" y="131"/>
                    <a:pt x="72" y="131"/>
                  </a:cubicBezTo>
                  <a:cubicBezTo>
                    <a:pt x="109" y="131"/>
                    <a:pt x="132" y="105"/>
                    <a:pt x="132" y="71"/>
                  </a:cubicBezTo>
                  <a:cubicBezTo>
                    <a:pt x="132" y="23"/>
                    <a:pt x="109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8"/>
            <p:cNvSpPr/>
            <p:nvPr/>
          </p:nvSpPr>
          <p:spPr>
            <a:xfrm>
              <a:off x="11090542" y="2723798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0"/>
                  </a:moveTo>
                  <a:cubicBezTo>
                    <a:pt x="26" y="0"/>
                    <a:pt x="1" y="37"/>
                    <a:pt x="1" y="72"/>
                  </a:cubicBezTo>
                  <a:cubicBezTo>
                    <a:pt x="1" y="109"/>
                    <a:pt x="26" y="131"/>
                    <a:pt x="61" y="131"/>
                  </a:cubicBezTo>
                  <a:cubicBezTo>
                    <a:pt x="98" y="131"/>
                    <a:pt x="132" y="109"/>
                    <a:pt x="132" y="72"/>
                  </a:cubicBezTo>
                  <a:cubicBezTo>
                    <a:pt x="132" y="37"/>
                    <a:pt x="98" y="0"/>
                    <a:pt x="61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8"/>
            <p:cNvSpPr/>
            <p:nvPr/>
          </p:nvSpPr>
          <p:spPr>
            <a:xfrm>
              <a:off x="11182766" y="2945755"/>
              <a:ext cx="23674" cy="26041"/>
            </a:xfrm>
            <a:custGeom>
              <a:avLst/>
              <a:gdLst/>
              <a:ahLst/>
              <a:cxnLst/>
              <a:rect l="l" t="t" r="r" b="b"/>
              <a:pathLst>
                <a:path w="120" h="132" extrusionOk="0">
                  <a:moveTo>
                    <a:pt x="60" y="0"/>
                  </a:moveTo>
                  <a:cubicBezTo>
                    <a:pt x="23" y="0"/>
                    <a:pt x="0" y="23"/>
                    <a:pt x="0" y="60"/>
                  </a:cubicBezTo>
                  <a:cubicBezTo>
                    <a:pt x="0" y="94"/>
                    <a:pt x="23" y="131"/>
                    <a:pt x="60" y="131"/>
                  </a:cubicBezTo>
                  <a:cubicBezTo>
                    <a:pt x="94" y="131"/>
                    <a:pt x="120" y="94"/>
                    <a:pt x="120" y="60"/>
                  </a:cubicBezTo>
                  <a:cubicBezTo>
                    <a:pt x="120" y="23"/>
                    <a:pt x="94" y="0"/>
                    <a:pt x="60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18"/>
            <p:cNvSpPr/>
            <p:nvPr/>
          </p:nvSpPr>
          <p:spPr>
            <a:xfrm>
              <a:off x="11233464" y="3196556"/>
              <a:ext cx="20912" cy="20912"/>
            </a:xfrm>
            <a:custGeom>
              <a:avLst/>
              <a:gdLst/>
              <a:ahLst/>
              <a:cxnLst/>
              <a:rect l="l" t="t" r="r" b="b"/>
              <a:pathLst>
                <a:path w="106" h="106" extrusionOk="0">
                  <a:moveTo>
                    <a:pt x="46" y="0"/>
                  </a:moveTo>
                  <a:cubicBezTo>
                    <a:pt x="23" y="0"/>
                    <a:pt x="0" y="23"/>
                    <a:pt x="0" y="48"/>
                  </a:cubicBezTo>
                  <a:cubicBezTo>
                    <a:pt x="0" y="83"/>
                    <a:pt x="23" y="105"/>
                    <a:pt x="46" y="105"/>
                  </a:cubicBezTo>
                  <a:cubicBezTo>
                    <a:pt x="83" y="105"/>
                    <a:pt x="105" y="83"/>
                    <a:pt x="105" y="48"/>
                  </a:cubicBezTo>
                  <a:cubicBezTo>
                    <a:pt x="105" y="23"/>
                    <a:pt x="83" y="0"/>
                    <a:pt x="46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4" name="Google Shape;344;p18"/>
          <p:cNvGrpSpPr/>
          <p:nvPr/>
        </p:nvGrpSpPr>
        <p:grpSpPr>
          <a:xfrm>
            <a:off x="365954" y="4344017"/>
            <a:ext cx="640409" cy="518201"/>
            <a:chOff x="9579360" y="2507084"/>
            <a:chExt cx="505015" cy="408643"/>
          </a:xfrm>
        </p:grpSpPr>
        <p:sp>
          <p:nvSpPr>
            <p:cNvPr id="345" name="Google Shape;345;p18"/>
            <p:cNvSpPr/>
            <p:nvPr/>
          </p:nvSpPr>
          <p:spPr>
            <a:xfrm>
              <a:off x="9739126" y="2655146"/>
              <a:ext cx="16572" cy="16374"/>
            </a:xfrm>
            <a:custGeom>
              <a:avLst/>
              <a:gdLst/>
              <a:ahLst/>
              <a:cxnLst/>
              <a:rect l="l" t="t" r="r" b="b"/>
              <a:pathLst>
                <a:path w="84" h="83" extrusionOk="0">
                  <a:moveTo>
                    <a:pt x="35" y="0"/>
                  </a:moveTo>
                  <a:cubicBezTo>
                    <a:pt x="12" y="0"/>
                    <a:pt x="1" y="12"/>
                    <a:pt x="1" y="34"/>
                  </a:cubicBezTo>
                  <a:cubicBezTo>
                    <a:pt x="1" y="60"/>
                    <a:pt x="12" y="83"/>
                    <a:pt x="35" y="83"/>
                  </a:cubicBezTo>
                  <a:cubicBezTo>
                    <a:pt x="61" y="83"/>
                    <a:pt x="83" y="60"/>
                    <a:pt x="83" y="34"/>
                  </a:cubicBezTo>
                  <a:cubicBezTo>
                    <a:pt x="83" y="12"/>
                    <a:pt x="61" y="0"/>
                    <a:pt x="35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8"/>
            <p:cNvSpPr/>
            <p:nvPr/>
          </p:nvSpPr>
          <p:spPr>
            <a:xfrm>
              <a:off x="9935071" y="2887516"/>
              <a:ext cx="28409" cy="28211"/>
            </a:xfrm>
            <a:custGeom>
              <a:avLst/>
              <a:gdLst/>
              <a:ahLst/>
              <a:cxnLst/>
              <a:rect l="l" t="t" r="r" b="b"/>
              <a:pathLst>
                <a:path w="144" h="143" extrusionOk="0">
                  <a:moveTo>
                    <a:pt x="72" y="0"/>
                  </a:moveTo>
                  <a:cubicBezTo>
                    <a:pt x="38" y="0"/>
                    <a:pt x="1" y="37"/>
                    <a:pt x="1" y="71"/>
                  </a:cubicBezTo>
                  <a:cubicBezTo>
                    <a:pt x="1" y="120"/>
                    <a:pt x="38" y="143"/>
                    <a:pt x="72" y="143"/>
                  </a:cubicBezTo>
                  <a:cubicBezTo>
                    <a:pt x="120" y="143"/>
                    <a:pt x="143" y="120"/>
                    <a:pt x="143" y="71"/>
                  </a:cubicBezTo>
                  <a:cubicBezTo>
                    <a:pt x="143" y="37"/>
                    <a:pt x="120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8"/>
            <p:cNvSpPr/>
            <p:nvPr/>
          </p:nvSpPr>
          <p:spPr>
            <a:xfrm>
              <a:off x="9579360" y="2834836"/>
              <a:ext cx="37681" cy="37286"/>
            </a:xfrm>
            <a:custGeom>
              <a:avLst/>
              <a:gdLst/>
              <a:ahLst/>
              <a:cxnLst/>
              <a:rect l="l" t="t" r="r" b="b"/>
              <a:pathLst>
                <a:path w="191" h="189" extrusionOk="0">
                  <a:moveTo>
                    <a:pt x="97" y="0"/>
                  </a:moveTo>
                  <a:cubicBezTo>
                    <a:pt x="49" y="0"/>
                    <a:pt x="0" y="46"/>
                    <a:pt x="0" y="94"/>
                  </a:cubicBezTo>
                  <a:cubicBezTo>
                    <a:pt x="0" y="143"/>
                    <a:pt x="49" y="188"/>
                    <a:pt x="97" y="188"/>
                  </a:cubicBezTo>
                  <a:cubicBezTo>
                    <a:pt x="157" y="188"/>
                    <a:pt x="191" y="143"/>
                    <a:pt x="191" y="94"/>
                  </a:cubicBezTo>
                  <a:cubicBezTo>
                    <a:pt x="191" y="46"/>
                    <a:pt x="157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8"/>
            <p:cNvSpPr/>
            <p:nvPr/>
          </p:nvSpPr>
          <p:spPr>
            <a:xfrm>
              <a:off x="10060701" y="2507084"/>
              <a:ext cx="23674" cy="23674"/>
            </a:xfrm>
            <a:custGeom>
              <a:avLst/>
              <a:gdLst/>
              <a:ahLst/>
              <a:cxnLst/>
              <a:rect l="l" t="t" r="r" b="b"/>
              <a:pathLst>
                <a:path w="120" h="120" extrusionOk="0">
                  <a:moveTo>
                    <a:pt x="60" y="1"/>
                  </a:moveTo>
                  <a:cubicBezTo>
                    <a:pt x="37" y="1"/>
                    <a:pt x="0" y="26"/>
                    <a:pt x="0" y="60"/>
                  </a:cubicBezTo>
                  <a:cubicBezTo>
                    <a:pt x="0" y="97"/>
                    <a:pt x="37" y="120"/>
                    <a:pt x="60" y="120"/>
                  </a:cubicBezTo>
                  <a:cubicBezTo>
                    <a:pt x="97" y="120"/>
                    <a:pt x="120" y="97"/>
                    <a:pt x="120" y="60"/>
                  </a:cubicBezTo>
                  <a:cubicBezTo>
                    <a:pt x="120" y="26"/>
                    <a:pt x="97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8"/>
            <p:cNvSpPr/>
            <p:nvPr/>
          </p:nvSpPr>
          <p:spPr>
            <a:xfrm>
              <a:off x="9730743" y="2537391"/>
              <a:ext cx="33341" cy="32749"/>
            </a:xfrm>
            <a:custGeom>
              <a:avLst/>
              <a:gdLst/>
              <a:ahLst/>
              <a:cxnLst/>
              <a:rect l="l" t="t" r="r" b="b"/>
              <a:pathLst>
                <a:path w="169" h="166" extrusionOk="0">
                  <a:moveTo>
                    <a:pt x="86" y="0"/>
                  </a:moveTo>
                  <a:cubicBezTo>
                    <a:pt x="37" y="0"/>
                    <a:pt x="0" y="35"/>
                    <a:pt x="0" y="83"/>
                  </a:cubicBezTo>
                  <a:cubicBezTo>
                    <a:pt x="0" y="131"/>
                    <a:pt x="37" y="165"/>
                    <a:pt x="86" y="165"/>
                  </a:cubicBezTo>
                  <a:cubicBezTo>
                    <a:pt x="120" y="165"/>
                    <a:pt x="168" y="131"/>
                    <a:pt x="168" y="83"/>
                  </a:cubicBezTo>
                  <a:cubicBezTo>
                    <a:pt x="168" y="35"/>
                    <a:pt x="120" y="0"/>
                    <a:pt x="86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8"/>
            <p:cNvSpPr/>
            <p:nvPr/>
          </p:nvSpPr>
          <p:spPr>
            <a:xfrm>
              <a:off x="10032006" y="2744517"/>
              <a:ext cx="40048" cy="40048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7" y="0"/>
                  </a:moveTo>
                  <a:cubicBezTo>
                    <a:pt x="49" y="0"/>
                    <a:pt x="0" y="46"/>
                    <a:pt x="0" y="106"/>
                  </a:cubicBezTo>
                  <a:cubicBezTo>
                    <a:pt x="0" y="154"/>
                    <a:pt x="49" y="202"/>
                    <a:pt x="97" y="202"/>
                  </a:cubicBezTo>
                  <a:cubicBezTo>
                    <a:pt x="157" y="202"/>
                    <a:pt x="202" y="154"/>
                    <a:pt x="202" y="106"/>
                  </a:cubicBezTo>
                  <a:cubicBezTo>
                    <a:pt x="202" y="46"/>
                    <a:pt x="157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1" name="Google Shape;351;p18"/>
          <p:cNvSpPr/>
          <p:nvPr/>
        </p:nvSpPr>
        <p:spPr>
          <a:xfrm rot="1728991">
            <a:off x="544042" y="4305736"/>
            <a:ext cx="284240" cy="397435"/>
          </a:xfrm>
          <a:custGeom>
            <a:avLst/>
            <a:gdLst/>
            <a:ahLst/>
            <a:cxnLst/>
            <a:rect l="l" t="t" r="r" b="b"/>
            <a:pathLst>
              <a:path w="2333" h="3262" extrusionOk="0">
                <a:moveTo>
                  <a:pt x="711" y="1"/>
                </a:moveTo>
                <a:cubicBezTo>
                  <a:pt x="450" y="1"/>
                  <a:pt x="213" y="61"/>
                  <a:pt x="0" y="166"/>
                </a:cubicBezTo>
                <a:cubicBezTo>
                  <a:pt x="34" y="155"/>
                  <a:pt x="71" y="155"/>
                  <a:pt x="117" y="155"/>
                </a:cubicBezTo>
                <a:cubicBezTo>
                  <a:pt x="925" y="155"/>
                  <a:pt x="1588" y="820"/>
                  <a:pt x="1588" y="1625"/>
                </a:cubicBezTo>
                <a:cubicBezTo>
                  <a:pt x="1588" y="2442"/>
                  <a:pt x="925" y="3096"/>
                  <a:pt x="117" y="3096"/>
                </a:cubicBezTo>
                <a:lnTo>
                  <a:pt x="0" y="3096"/>
                </a:lnTo>
                <a:cubicBezTo>
                  <a:pt x="213" y="3201"/>
                  <a:pt x="450" y="3261"/>
                  <a:pt x="711" y="3261"/>
                </a:cubicBezTo>
                <a:cubicBezTo>
                  <a:pt x="1610" y="3261"/>
                  <a:pt x="2333" y="2527"/>
                  <a:pt x="2333" y="1625"/>
                </a:cubicBezTo>
                <a:cubicBezTo>
                  <a:pt x="2333" y="724"/>
                  <a:pt x="1610" y="1"/>
                  <a:pt x="711" y="1"/>
                </a:cubicBezTo>
                <a:close/>
              </a:path>
            </a:pathLst>
          </a:custGeom>
          <a:solidFill>
            <a:srgbClr val="EAE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503803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 only 5"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355" name="Google Shape;355;p19"/>
          <p:cNvGrpSpPr/>
          <p:nvPr/>
        </p:nvGrpSpPr>
        <p:grpSpPr>
          <a:xfrm>
            <a:off x="160962" y="174886"/>
            <a:ext cx="373340" cy="1406218"/>
            <a:chOff x="10945362" y="2723798"/>
            <a:chExt cx="373340" cy="1406218"/>
          </a:xfrm>
        </p:grpSpPr>
        <p:sp>
          <p:nvSpPr>
            <p:cNvPr id="356" name="Google Shape;356;p19"/>
            <p:cNvSpPr/>
            <p:nvPr/>
          </p:nvSpPr>
          <p:spPr>
            <a:xfrm>
              <a:off x="11084325" y="3702102"/>
              <a:ext cx="37878" cy="37878"/>
            </a:xfrm>
            <a:custGeom>
              <a:avLst/>
              <a:gdLst/>
              <a:ahLst/>
              <a:cxnLst/>
              <a:rect l="l" t="t" r="r" b="b"/>
              <a:pathLst>
                <a:path w="192" h="192" extrusionOk="0">
                  <a:moveTo>
                    <a:pt x="98" y="1"/>
                  </a:moveTo>
                  <a:cubicBezTo>
                    <a:pt x="38" y="1"/>
                    <a:pt x="1" y="35"/>
                    <a:pt x="1" y="95"/>
                  </a:cubicBezTo>
                  <a:cubicBezTo>
                    <a:pt x="1" y="143"/>
                    <a:pt x="38" y="192"/>
                    <a:pt x="98" y="192"/>
                  </a:cubicBezTo>
                  <a:cubicBezTo>
                    <a:pt x="143" y="192"/>
                    <a:pt x="191" y="143"/>
                    <a:pt x="191" y="95"/>
                  </a:cubicBezTo>
                  <a:cubicBezTo>
                    <a:pt x="191" y="35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9"/>
            <p:cNvSpPr/>
            <p:nvPr/>
          </p:nvSpPr>
          <p:spPr>
            <a:xfrm>
              <a:off x="10945362" y="3007911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17"/>
                    <a:pt x="35" y="143"/>
                    <a:pt x="72" y="143"/>
                  </a:cubicBezTo>
                  <a:cubicBezTo>
                    <a:pt x="106" y="143"/>
                    <a:pt x="143" y="117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9"/>
            <p:cNvSpPr/>
            <p:nvPr/>
          </p:nvSpPr>
          <p:spPr>
            <a:xfrm>
              <a:off x="11089455" y="3126813"/>
              <a:ext cx="28211" cy="28409"/>
            </a:xfrm>
            <a:custGeom>
              <a:avLst/>
              <a:gdLst/>
              <a:ahLst/>
              <a:cxnLst/>
              <a:rect l="l" t="t" r="r" b="b"/>
              <a:pathLst>
                <a:path w="143" h="144" extrusionOk="0">
                  <a:moveTo>
                    <a:pt x="72" y="1"/>
                  </a:moveTo>
                  <a:cubicBezTo>
                    <a:pt x="23" y="1"/>
                    <a:pt x="0" y="24"/>
                    <a:pt x="0" y="72"/>
                  </a:cubicBezTo>
                  <a:cubicBezTo>
                    <a:pt x="0" y="106"/>
                    <a:pt x="23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24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9"/>
            <p:cNvSpPr/>
            <p:nvPr/>
          </p:nvSpPr>
          <p:spPr>
            <a:xfrm>
              <a:off x="10952517" y="2809586"/>
              <a:ext cx="37878" cy="37878"/>
            </a:xfrm>
            <a:custGeom>
              <a:avLst/>
              <a:gdLst/>
              <a:ahLst/>
              <a:cxnLst/>
              <a:rect l="l" t="t" r="r" b="b"/>
              <a:pathLst>
                <a:path w="192" h="192" extrusionOk="0">
                  <a:moveTo>
                    <a:pt x="94" y="1"/>
                  </a:moveTo>
                  <a:cubicBezTo>
                    <a:pt x="49" y="1"/>
                    <a:pt x="1" y="35"/>
                    <a:pt x="1" y="95"/>
                  </a:cubicBezTo>
                  <a:cubicBezTo>
                    <a:pt x="1" y="143"/>
                    <a:pt x="49" y="191"/>
                    <a:pt x="94" y="191"/>
                  </a:cubicBezTo>
                  <a:cubicBezTo>
                    <a:pt x="154" y="191"/>
                    <a:pt x="191" y="143"/>
                    <a:pt x="191" y="95"/>
                  </a:cubicBezTo>
                  <a:cubicBezTo>
                    <a:pt x="191" y="35"/>
                    <a:pt x="154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9"/>
            <p:cNvSpPr/>
            <p:nvPr/>
          </p:nvSpPr>
          <p:spPr>
            <a:xfrm>
              <a:off x="11274116" y="3762866"/>
              <a:ext cx="40048" cy="40048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4" y="0"/>
                  </a:moveTo>
                  <a:cubicBezTo>
                    <a:pt x="46" y="0"/>
                    <a:pt x="0" y="37"/>
                    <a:pt x="0" y="97"/>
                  </a:cubicBezTo>
                  <a:cubicBezTo>
                    <a:pt x="0" y="154"/>
                    <a:pt x="46" y="202"/>
                    <a:pt x="94" y="202"/>
                  </a:cubicBezTo>
                  <a:cubicBezTo>
                    <a:pt x="154" y="202"/>
                    <a:pt x="202" y="154"/>
                    <a:pt x="202" y="97"/>
                  </a:cubicBezTo>
                  <a:cubicBezTo>
                    <a:pt x="202" y="37"/>
                    <a:pt x="154" y="0"/>
                    <a:pt x="94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9"/>
            <p:cNvSpPr/>
            <p:nvPr/>
          </p:nvSpPr>
          <p:spPr>
            <a:xfrm>
              <a:off x="11016458" y="4090559"/>
              <a:ext cx="40048" cy="39457"/>
            </a:xfrm>
            <a:custGeom>
              <a:avLst/>
              <a:gdLst/>
              <a:ahLst/>
              <a:cxnLst/>
              <a:rect l="l" t="t" r="r" b="b"/>
              <a:pathLst>
                <a:path w="203" h="200" extrusionOk="0">
                  <a:moveTo>
                    <a:pt x="109" y="1"/>
                  </a:moveTo>
                  <a:cubicBezTo>
                    <a:pt x="49" y="1"/>
                    <a:pt x="1" y="46"/>
                    <a:pt x="1" y="95"/>
                  </a:cubicBezTo>
                  <a:cubicBezTo>
                    <a:pt x="1" y="154"/>
                    <a:pt x="49" y="200"/>
                    <a:pt x="109" y="200"/>
                  </a:cubicBezTo>
                  <a:cubicBezTo>
                    <a:pt x="169" y="200"/>
                    <a:pt x="203" y="154"/>
                    <a:pt x="203" y="95"/>
                  </a:cubicBezTo>
                  <a:cubicBezTo>
                    <a:pt x="203" y="46"/>
                    <a:pt x="169" y="1"/>
                    <a:pt x="109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9"/>
            <p:cNvSpPr/>
            <p:nvPr/>
          </p:nvSpPr>
          <p:spPr>
            <a:xfrm>
              <a:off x="10990402" y="3324798"/>
              <a:ext cx="26041" cy="23279"/>
            </a:xfrm>
            <a:custGeom>
              <a:avLst/>
              <a:gdLst/>
              <a:ahLst/>
              <a:cxnLst/>
              <a:rect l="l" t="t" r="r" b="b"/>
              <a:pathLst>
                <a:path w="132" h="118" extrusionOk="0">
                  <a:moveTo>
                    <a:pt x="72" y="1"/>
                  </a:moveTo>
                  <a:cubicBezTo>
                    <a:pt x="38" y="1"/>
                    <a:pt x="1" y="24"/>
                    <a:pt x="1" y="58"/>
                  </a:cubicBezTo>
                  <a:cubicBezTo>
                    <a:pt x="1" y="95"/>
                    <a:pt x="38" y="118"/>
                    <a:pt x="72" y="118"/>
                  </a:cubicBezTo>
                  <a:cubicBezTo>
                    <a:pt x="109" y="118"/>
                    <a:pt x="132" y="95"/>
                    <a:pt x="132" y="58"/>
                  </a:cubicBezTo>
                  <a:cubicBezTo>
                    <a:pt x="132" y="24"/>
                    <a:pt x="109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9"/>
            <p:cNvSpPr/>
            <p:nvPr/>
          </p:nvSpPr>
          <p:spPr>
            <a:xfrm>
              <a:off x="11292661" y="3557293"/>
              <a:ext cx="26041" cy="25647"/>
            </a:xfrm>
            <a:custGeom>
              <a:avLst/>
              <a:gdLst/>
              <a:ahLst/>
              <a:cxnLst/>
              <a:rect l="l" t="t" r="r" b="b"/>
              <a:pathLst>
                <a:path w="132" h="130" extrusionOk="0">
                  <a:moveTo>
                    <a:pt x="60" y="1"/>
                  </a:moveTo>
                  <a:cubicBezTo>
                    <a:pt x="23" y="1"/>
                    <a:pt x="0" y="35"/>
                    <a:pt x="0" y="72"/>
                  </a:cubicBezTo>
                  <a:cubicBezTo>
                    <a:pt x="0" y="95"/>
                    <a:pt x="23" y="129"/>
                    <a:pt x="60" y="129"/>
                  </a:cubicBezTo>
                  <a:cubicBezTo>
                    <a:pt x="94" y="129"/>
                    <a:pt x="131" y="95"/>
                    <a:pt x="131" y="72"/>
                  </a:cubicBezTo>
                  <a:cubicBezTo>
                    <a:pt x="131" y="35"/>
                    <a:pt x="94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9"/>
            <p:cNvSpPr/>
            <p:nvPr/>
          </p:nvSpPr>
          <p:spPr>
            <a:xfrm>
              <a:off x="11168567" y="3905307"/>
              <a:ext cx="23871" cy="26041"/>
            </a:xfrm>
            <a:custGeom>
              <a:avLst/>
              <a:gdLst/>
              <a:ahLst/>
              <a:cxnLst/>
              <a:rect l="l" t="t" r="r" b="b"/>
              <a:pathLst>
                <a:path w="121" h="132" extrusionOk="0">
                  <a:moveTo>
                    <a:pt x="60" y="1"/>
                  </a:moveTo>
                  <a:cubicBezTo>
                    <a:pt x="26" y="1"/>
                    <a:pt x="1" y="38"/>
                    <a:pt x="1" y="72"/>
                  </a:cubicBezTo>
                  <a:cubicBezTo>
                    <a:pt x="1" y="98"/>
                    <a:pt x="26" y="132"/>
                    <a:pt x="60" y="132"/>
                  </a:cubicBezTo>
                  <a:cubicBezTo>
                    <a:pt x="97" y="132"/>
                    <a:pt x="120" y="98"/>
                    <a:pt x="120" y="72"/>
                  </a:cubicBezTo>
                  <a:cubicBezTo>
                    <a:pt x="120" y="38"/>
                    <a:pt x="97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9"/>
            <p:cNvSpPr/>
            <p:nvPr/>
          </p:nvSpPr>
          <p:spPr>
            <a:xfrm>
              <a:off x="11124177" y="3491794"/>
              <a:ext cx="26041" cy="25844"/>
            </a:xfrm>
            <a:custGeom>
              <a:avLst/>
              <a:gdLst/>
              <a:ahLst/>
              <a:cxnLst/>
              <a:rect l="l" t="t" r="r" b="b"/>
              <a:pathLst>
                <a:path w="132" h="131" extrusionOk="0">
                  <a:moveTo>
                    <a:pt x="72" y="0"/>
                  </a:moveTo>
                  <a:cubicBezTo>
                    <a:pt x="38" y="0"/>
                    <a:pt x="1" y="23"/>
                    <a:pt x="1" y="71"/>
                  </a:cubicBezTo>
                  <a:cubicBezTo>
                    <a:pt x="1" y="105"/>
                    <a:pt x="38" y="131"/>
                    <a:pt x="72" y="131"/>
                  </a:cubicBezTo>
                  <a:cubicBezTo>
                    <a:pt x="109" y="131"/>
                    <a:pt x="132" y="105"/>
                    <a:pt x="132" y="71"/>
                  </a:cubicBezTo>
                  <a:cubicBezTo>
                    <a:pt x="132" y="23"/>
                    <a:pt x="109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19"/>
            <p:cNvSpPr/>
            <p:nvPr/>
          </p:nvSpPr>
          <p:spPr>
            <a:xfrm>
              <a:off x="11090542" y="2723798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0"/>
                  </a:moveTo>
                  <a:cubicBezTo>
                    <a:pt x="26" y="0"/>
                    <a:pt x="1" y="37"/>
                    <a:pt x="1" y="72"/>
                  </a:cubicBezTo>
                  <a:cubicBezTo>
                    <a:pt x="1" y="109"/>
                    <a:pt x="26" y="131"/>
                    <a:pt x="61" y="131"/>
                  </a:cubicBezTo>
                  <a:cubicBezTo>
                    <a:pt x="98" y="131"/>
                    <a:pt x="132" y="109"/>
                    <a:pt x="132" y="72"/>
                  </a:cubicBezTo>
                  <a:cubicBezTo>
                    <a:pt x="132" y="37"/>
                    <a:pt x="98" y="0"/>
                    <a:pt x="61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9"/>
            <p:cNvSpPr/>
            <p:nvPr/>
          </p:nvSpPr>
          <p:spPr>
            <a:xfrm>
              <a:off x="11182766" y="2945755"/>
              <a:ext cx="23674" cy="26041"/>
            </a:xfrm>
            <a:custGeom>
              <a:avLst/>
              <a:gdLst/>
              <a:ahLst/>
              <a:cxnLst/>
              <a:rect l="l" t="t" r="r" b="b"/>
              <a:pathLst>
                <a:path w="120" h="132" extrusionOk="0">
                  <a:moveTo>
                    <a:pt x="60" y="0"/>
                  </a:moveTo>
                  <a:cubicBezTo>
                    <a:pt x="23" y="0"/>
                    <a:pt x="0" y="23"/>
                    <a:pt x="0" y="60"/>
                  </a:cubicBezTo>
                  <a:cubicBezTo>
                    <a:pt x="0" y="94"/>
                    <a:pt x="23" y="131"/>
                    <a:pt x="60" y="131"/>
                  </a:cubicBezTo>
                  <a:cubicBezTo>
                    <a:pt x="94" y="131"/>
                    <a:pt x="120" y="94"/>
                    <a:pt x="120" y="60"/>
                  </a:cubicBezTo>
                  <a:cubicBezTo>
                    <a:pt x="120" y="23"/>
                    <a:pt x="94" y="0"/>
                    <a:pt x="60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9"/>
            <p:cNvSpPr/>
            <p:nvPr/>
          </p:nvSpPr>
          <p:spPr>
            <a:xfrm>
              <a:off x="11233464" y="3196556"/>
              <a:ext cx="20912" cy="20912"/>
            </a:xfrm>
            <a:custGeom>
              <a:avLst/>
              <a:gdLst/>
              <a:ahLst/>
              <a:cxnLst/>
              <a:rect l="l" t="t" r="r" b="b"/>
              <a:pathLst>
                <a:path w="106" h="106" extrusionOk="0">
                  <a:moveTo>
                    <a:pt x="46" y="0"/>
                  </a:moveTo>
                  <a:cubicBezTo>
                    <a:pt x="23" y="0"/>
                    <a:pt x="0" y="23"/>
                    <a:pt x="0" y="48"/>
                  </a:cubicBezTo>
                  <a:cubicBezTo>
                    <a:pt x="0" y="83"/>
                    <a:pt x="23" y="105"/>
                    <a:pt x="46" y="105"/>
                  </a:cubicBezTo>
                  <a:cubicBezTo>
                    <a:pt x="83" y="105"/>
                    <a:pt x="105" y="83"/>
                    <a:pt x="105" y="48"/>
                  </a:cubicBezTo>
                  <a:cubicBezTo>
                    <a:pt x="105" y="23"/>
                    <a:pt x="83" y="0"/>
                    <a:pt x="46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9" name="Google Shape;369;p19"/>
          <p:cNvGrpSpPr/>
          <p:nvPr/>
        </p:nvGrpSpPr>
        <p:grpSpPr>
          <a:xfrm rot="-1798509">
            <a:off x="8203686" y="474025"/>
            <a:ext cx="328817" cy="90456"/>
            <a:chOff x="1942660" y="4074759"/>
            <a:chExt cx="328833" cy="90460"/>
          </a:xfrm>
        </p:grpSpPr>
        <p:sp>
          <p:nvSpPr>
            <p:cNvPr id="370" name="Google Shape;370;p19"/>
            <p:cNvSpPr/>
            <p:nvPr/>
          </p:nvSpPr>
          <p:spPr>
            <a:xfrm>
              <a:off x="1942660" y="4074759"/>
              <a:ext cx="328833" cy="90460"/>
            </a:xfrm>
            <a:custGeom>
              <a:avLst/>
              <a:gdLst/>
              <a:ahLst/>
              <a:cxnLst/>
              <a:rect l="l" t="t" r="r" b="b"/>
              <a:pathLst>
                <a:path w="2112" h="581" extrusionOk="0">
                  <a:moveTo>
                    <a:pt x="297" y="1"/>
                  </a:moveTo>
                  <a:cubicBezTo>
                    <a:pt x="132" y="1"/>
                    <a:pt x="1" y="131"/>
                    <a:pt x="1" y="296"/>
                  </a:cubicBezTo>
                  <a:cubicBezTo>
                    <a:pt x="1" y="450"/>
                    <a:pt x="132" y="581"/>
                    <a:pt x="297" y="581"/>
                  </a:cubicBezTo>
                  <a:lnTo>
                    <a:pt x="1827" y="581"/>
                  </a:lnTo>
                  <a:cubicBezTo>
                    <a:pt x="1981" y="581"/>
                    <a:pt x="2112" y="450"/>
                    <a:pt x="2112" y="296"/>
                  </a:cubicBezTo>
                  <a:cubicBezTo>
                    <a:pt x="2112" y="131"/>
                    <a:pt x="1981" y="1"/>
                    <a:pt x="1827" y="1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9"/>
            <p:cNvSpPr/>
            <p:nvPr/>
          </p:nvSpPr>
          <p:spPr>
            <a:xfrm>
              <a:off x="1942660" y="4074759"/>
              <a:ext cx="166285" cy="90460"/>
            </a:xfrm>
            <a:custGeom>
              <a:avLst/>
              <a:gdLst/>
              <a:ahLst/>
              <a:cxnLst/>
              <a:rect l="l" t="t" r="r" b="b"/>
              <a:pathLst>
                <a:path w="1068" h="581" extrusionOk="0">
                  <a:moveTo>
                    <a:pt x="297" y="1"/>
                  </a:moveTo>
                  <a:cubicBezTo>
                    <a:pt x="132" y="1"/>
                    <a:pt x="1" y="131"/>
                    <a:pt x="1" y="296"/>
                  </a:cubicBezTo>
                  <a:cubicBezTo>
                    <a:pt x="1" y="450"/>
                    <a:pt x="132" y="581"/>
                    <a:pt x="297" y="581"/>
                  </a:cubicBezTo>
                  <a:lnTo>
                    <a:pt x="1068" y="581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FF71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2" name="Google Shape;372;p19"/>
          <p:cNvGrpSpPr/>
          <p:nvPr/>
        </p:nvGrpSpPr>
        <p:grpSpPr>
          <a:xfrm rot="2204356">
            <a:off x="8353985" y="825372"/>
            <a:ext cx="288053" cy="105257"/>
            <a:chOff x="1363299" y="4227968"/>
            <a:chExt cx="288040" cy="105252"/>
          </a:xfrm>
        </p:grpSpPr>
        <p:sp>
          <p:nvSpPr>
            <p:cNvPr id="373" name="Google Shape;373;p19"/>
            <p:cNvSpPr/>
            <p:nvPr/>
          </p:nvSpPr>
          <p:spPr>
            <a:xfrm>
              <a:off x="1363299" y="4259419"/>
              <a:ext cx="288040" cy="73801"/>
            </a:xfrm>
            <a:custGeom>
              <a:avLst/>
              <a:gdLst/>
              <a:ahLst/>
              <a:cxnLst/>
              <a:rect l="l" t="t" r="r" b="b"/>
              <a:pathLst>
                <a:path w="1850" h="474" extrusionOk="0">
                  <a:moveTo>
                    <a:pt x="1" y="1"/>
                  </a:moveTo>
                  <a:lnTo>
                    <a:pt x="1" y="271"/>
                  </a:lnTo>
                  <a:cubicBezTo>
                    <a:pt x="1" y="379"/>
                    <a:pt x="413" y="473"/>
                    <a:pt x="925" y="473"/>
                  </a:cubicBezTo>
                  <a:cubicBezTo>
                    <a:pt x="1435" y="473"/>
                    <a:pt x="1850" y="379"/>
                    <a:pt x="1850" y="271"/>
                  </a:cubicBezTo>
                  <a:lnTo>
                    <a:pt x="1850" y="1"/>
                  </a:ln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9"/>
            <p:cNvSpPr/>
            <p:nvPr/>
          </p:nvSpPr>
          <p:spPr>
            <a:xfrm>
              <a:off x="1363299" y="4227968"/>
              <a:ext cx="288040" cy="62590"/>
            </a:xfrm>
            <a:custGeom>
              <a:avLst/>
              <a:gdLst/>
              <a:ahLst/>
              <a:cxnLst/>
              <a:rect l="l" t="t" r="r" b="b"/>
              <a:pathLst>
                <a:path w="1850" h="402" extrusionOk="0">
                  <a:moveTo>
                    <a:pt x="854" y="1"/>
                  </a:moveTo>
                  <a:cubicBezTo>
                    <a:pt x="379" y="12"/>
                    <a:pt x="1" y="95"/>
                    <a:pt x="1" y="203"/>
                  </a:cubicBezTo>
                  <a:cubicBezTo>
                    <a:pt x="1" y="319"/>
                    <a:pt x="413" y="402"/>
                    <a:pt x="925" y="402"/>
                  </a:cubicBezTo>
                  <a:cubicBezTo>
                    <a:pt x="1435" y="402"/>
                    <a:pt x="1850" y="319"/>
                    <a:pt x="1850" y="203"/>
                  </a:cubicBezTo>
                  <a:cubicBezTo>
                    <a:pt x="1850" y="95"/>
                    <a:pt x="1469" y="12"/>
                    <a:pt x="982" y="1"/>
                  </a:cubicBezTo>
                  <a:cubicBezTo>
                    <a:pt x="971" y="24"/>
                    <a:pt x="948" y="46"/>
                    <a:pt x="925" y="46"/>
                  </a:cubicBezTo>
                  <a:cubicBezTo>
                    <a:pt x="888" y="46"/>
                    <a:pt x="866" y="24"/>
                    <a:pt x="854" y="1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9"/>
            <p:cNvSpPr/>
            <p:nvPr/>
          </p:nvSpPr>
          <p:spPr>
            <a:xfrm>
              <a:off x="1496267" y="4227968"/>
              <a:ext cx="20085" cy="68351"/>
            </a:xfrm>
            <a:custGeom>
              <a:avLst/>
              <a:gdLst/>
              <a:ahLst/>
              <a:cxnLst/>
              <a:rect l="l" t="t" r="r" b="b"/>
              <a:pathLst>
                <a:path w="129" h="439" extrusionOk="0">
                  <a:moveTo>
                    <a:pt x="0" y="1"/>
                  </a:moveTo>
                  <a:lnTo>
                    <a:pt x="0" y="439"/>
                  </a:lnTo>
                  <a:lnTo>
                    <a:pt x="128" y="439"/>
                  </a:lnTo>
                  <a:lnTo>
                    <a:pt x="128" y="1"/>
                  </a:lnTo>
                  <a:cubicBezTo>
                    <a:pt x="111" y="18"/>
                    <a:pt x="91" y="26"/>
                    <a:pt x="68" y="26"/>
                  </a:cubicBezTo>
                  <a:cubicBezTo>
                    <a:pt x="46" y="26"/>
                    <a:pt x="23" y="18"/>
                    <a:pt x="0" y="1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6" name="Google Shape;376;p19"/>
          <p:cNvGrpSpPr/>
          <p:nvPr/>
        </p:nvGrpSpPr>
        <p:grpSpPr>
          <a:xfrm rot="3472243">
            <a:off x="370923" y="2169612"/>
            <a:ext cx="328814" cy="90455"/>
            <a:chOff x="1942660" y="4074759"/>
            <a:chExt cx="328833" cy="90460"/>
          </a:xfrm>
        </p:grpSpPr>
        <p:sp>
          <p:nvSpPr>
            <p:cNvPr id="377" name="Google Shape;377;p19"/>
            <p:cNvSpPr/>
            <p:nvPr/>
          </p:nvSpPr>
          <p:spPr>
            <a:xfrm>
              <a:off x="1942660" y="4074759"/>
              <a:ext cx="328833" cy="90460"/>
            </a:xfrm>
            <a:custGeom>
              <a:avLst/>
              <a:gdLst/>
              <a:ahLst/>
              <a:cxnLst/>
              <a:rect l="l" t="t" r="r" b="b"/>
              <a:pathLst>
                <a:path w="2112" h="581" extrusionOk="0">
                  <a:moveTo>
                    <a:pt x="297" y="1"/>
                  </a:moveTo>
                  <a:cubicBezTo>
                    <a:pt x="132" y="1"/>
                    <a:pt x="1" y="131"/>
                    <a:pt x="1" y="296"/>
                  </a:cubicBezTo>
                  <a:cubicBezTo>
                    <a:pt x="1" y="450"/>
                    <a:pt x="132" y="581"/>
                    <a:pt x="297" y="581"/>
                  </a:cubicBezTo>
                  <a:lnTo>
                    <a:pt x="1827" y="581"/>
                  </a:lnTo>
                  <a:cubicBezTo>
                    <a:pt x="1981" y="581"/>
                    <a:pt x="2112" y="450"/>
                    <a:pt x="2112" y="296"/>
                  </a:cubicBezTo>
                  <a:cubicBezTo>
                    <a:pt x="2112" y="131"/>
                    <a:pt x="1981" y="1"/>
                    <a:pt x="1827" y="1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9"/>
            <p:cNvSpPr/>
            <p:nvPr/>
          </p:nvSpPr>
          <p:spPr>
            <a:xfrm>
              <a:off x="1942660" y="4074759"/>
              <a:ext cx="166285" cy="90460"/>
            </a:xfrm>
            <a:custGeom>
              <a:avLst/>
              <a:gdLst/>
              <a:ahLst/>
              <a:cxnLst/>
              <a:rect l="l" t="t" r="r" b="b"/>
              <a:pathLst>
                <a:path w="1068" h="581" extrusionOk="0">
                  <a:moveTo>
                    <a:pt x="297" y="1"/>
                  </a:moveTo>
                  <a:cubicBezTo>
                    <a:pt x="132" y="1"/>
                    <a:pt x="1" y="131"/>
                    <a:pt x="1" y="296"/>
                  </a:cubicBezTo>
                  <a:cubicBezTo>
                    <a:pt x="1" y="450"/>
                    <a:pt x="132" y="581"/>
                    <a:pt x="297" y="581"/>
                  </a:cubicBezTo>
                  <a:lnTo>
                    <a:pt x="1068" y="581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FF71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9" name="Google Shape;379;p19"/>
          <p:cNvGrpSpPr/>
          <p:nvPr/>
        </p:nvGrpSpPr>
        <p:grpSpPr>
          <a:xfrm rot="6299960">
            <a:off x="8135316" y="1942448"/>
            <a:ext cx="851663" cy="870205"/>
            <a:chOff x="8666383" y="2375725"/>
            <a:chExt cx="851689" cy="870231"/>
          </a:xfrm>
        </p:grpSpPr>
        <p:sp>
          <p:nvSpPr>
            <p:cNvPr id="380" name="Google Shape;380;p19"/>
            <p:cNvSpPr/>
            <p:nvPr/>
          </p:nvSpPr>
          <p:spPr>
            <a:xfrm>
              <a:off x="9482364" y="2621544"/>
              <a:ext cx="35708" cy="37286"/>
            </a:xfrm>
            <a:custGeom>
              <a:avLst/>
              <a:gdLst/>
              <a:ahLst/>
              <a:cxnLst/>
              <a:rect l="l" t="t" r="r" b="b"/>
              <a:pathLst>
                <a:path w="181" h="189" extrusionOk="0">
                  <a:moveTo>
                    <a:pt x="98" y="1"/>
                  </a:moveTo>
                  <a:cubicBezTo>
                    <a:pt x="38" y="1"/>
                    <a:pt x="1" y="46"/>
                    <a:pt x="1" y="95"/>
                  </a:cubicBezTo>
                  <a:cubicBezTo>
                    <a:pt x="1" y="143"/>
                    <a:pt x="38" y="189"/>
                    <a:pt x="98" y="189"/>
                  </a:cubicBezTo>
                  <a:cubicBezTo>
                    <a:pt x="143" y="189"/>
                    <a:pt x="180" y="143"/>
                    <a:pt x="180" y="95"/>
                  </a:cubicBezTo>
                  <a:cubicBezTo>
                    <a:pt x="180" y="46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9"/>
            <p:cNvSpPr/>
            <p:nvPr/>
          </p:nvSpPr>
          <p:spPr>
            <a:xfrm>
              <a:off x="9110872" y="2649559"/>
              <a:ext cx="68062" cy="68260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7" y="1"/>
                  </a:moveTo>
                  <a:cubicBezTo>
                    <a:pt x="83" y="1"/>
                    <a:pt x="1" y="72"/>
                    <a:pt x="1" y="166"/>
                  </a:cubicBezTo>
                  <a:cubicBezTo>
                    <a:pt x="1" y="260"/>
                    <a:pt x="83" y="345"/>
                    <a:pt x="177" y="345"/>
                  </a:cubicBezTo>
                  <a:cubicBezTo>
                    <a:pt x="274" y="345"/>
                    <a:pt x="345" y="260"/>
                    <a:pt x="345" y="166"/>
                  </a:cubicBezTo>
                  <a:cubicBezTo>
                    <a:pt x="345" y="72"/>
                    <a:pt x="274" y="1"/>
                    <a:pt x="177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9"/>
            <p:cNvSpPr/>
            <p:nvPr/>
          </p:nvSpPr>
          <p:spPr>
            <a:xfrm>
              <a:off x="9365767" y="2838757"/>
              <a:ext cx="44389" cy="42416"/>
            </a:xfrm>
            <a:custGeom>
              <a:avLst/>
              <a:gdLst/>
              <a:ahLst/>
              <a:cxnLst/>
              <a:rect l="l" t="t" r="r" b="b"/>
              <a:pathLst>
                <a:path w="225" h="215" extrusionOk="0">
                  <a:moveTo>
                    <a:pt x="120" y="1"/>
                  </a:moveTo>
                  <a:cubicBezTo>
                    <a:pt x="49" y="1"/>
                    <a:pt x="0" y="49"/>
                    <a:pt x="0" y="109"/>
                  </a:cubicBezTo>
                  <a:cubicBezTo>
                    <a:pt x="0" y="169"/>
                    <a:pt x="49" y="214"/>
                    <a:pt x="120" y="214"/>
                  </a:cubicBezTo>
                  <a:cubicBezTo>
                    <a:pt x="179" y="214"/>
                    <a:pt x="225" y="169"/>
                    <a:pt x="225" y="109"/>
                  </a:cubicBezTo>
                  <a:cubicBezTo>
                    <a:pt x="225" y="49"/>
                    <a:pt x="179" y="1"/>
                    <a:pt x="12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9"/>
            <p:cNvSpPr/>
            <p:nvPr/>
          </p:nvSpPr>
          <p:spPr>
            <a:xfrm>
              <a:off x="9305002" y="2375725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19"/>
            <p:cNvSpPr/>
            <p:nvPr/>
          </p:nvSpPr>
          <p:spPr>
            <a:xfrm>
              <a:off x="9052474" y="2495281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06"/>
                    <a:pt x="35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19"/>
            <p:cNvSpPr/>
            <p:nvPr/>
          </p:nvSpPr>
          <p:spPr>
            <a:xfrm>
              <a:off x="9305002" y="2555848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9"/>
            <p:cNvSpPr/>
            <p:nvPr/>
          </p:nvSpPr>
          <p:spPr>
            <a:xfrm>
              <a:off x="8825791" y="2621544"/>
              <a:ext cx="60763" cy="60763"/>
            </a:xfrm>
            <a:custGeom>
              <a:avLst/>
              <a:gdLst/>
              <a:ahLst/>
              <a:cxnLst/>
              <a:rect l="l" t="t" r="r" b="b"/>
              <a:pathLst>
                <a:path w="308" h="308" extrusionOk="0">
                  <a:moveTo>
                    <a:pt x="154" y="1"/>
                  </a:moveTo>
                  <a:cubicBezTo>
                    <a:pt x="72" y="1"/>
                    <a:pt x="0" y="72"/>
                    <a:pt x="0" y="154"/>
                  </a:cubicBezTo>
                  <a:cubicBezTo>
                    <a:pt x="0" y="237"/>
                    <a:pt x="72" y="308"/>
                    <a:pt x="154" y="308"/>
                  </a:cubicBezTo>
                  <a:cubicBezTo>
                    <a:pt x="237" y="308"/>
                    <a:pt x="308" y="237"/>
                    <a:pt x="308" y="154"/>
                  </a:cubicBezTo>
                  <a:cubicBezTo>
                    <a:pt x="308" y="72"/>
                    <a:pt x="237" y="1"/>
                    <a:pt x="15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19"/>
            <p:cNvSpPr/>
            <p:nvPr/>
          </p:nvSpPr>
          <p:spPr>
            <a:xfrm>
              <a:off x="8687690" y="2951013"/>
              <a:ext cx="34919" cy="35511"/>
            </a:xfrm>
            <a:custGeom>
              <a:avLst/>
              <a:gdLst/>
              <a:ahLst/>
              <a:cxnLst/>
              <a:rect l="l" t="t" r="r" b="b"/>
              <a:pathLst>
                <a:path w="177" h="180" extrusionOk="0">
                  <a:moveTo>
                    <a:pt x="94" y="1"/>
                  </a:moveTo>
                  <a:cubicBezTo>
                    <a:pt x="35" y="1"/>
                    <a:pt x="1" y="49"/>
                    <a:pt x="1" y="97"/>
                  </a:cubicBezTo>
                  <a:cubicBezTo>
                    <a:pt x="1" y="143"/>
                    <a:pt x="35" y="180"/>
                    <a:pt x="94" y="180"/>
                  </a:cubicBezTo>
                  <a:cubicBezTo>
                    <a:pt x="143" y="180"/>
                    <a:pt x="177" y="143"/>
                    <a:pt x="177" y="97"/>
                  </a:cubicBezTo>
                  <a:cubicBezTo>
                    <a:pt x="177" y="49"/>
                    <a:pt x="143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19"/>
            <p:cNvSpPr/>
            <p:nvPr/>
          </p:nvSpPr>
          <p:spPr>
            <a:xfrm>
              <a:off x="8942585" y="2860064"/>
              <a:ext cx="34919" cy="35116"/>
            </a:xfrm>
            <a:custGeom>
              <a:avLst/>
              <a:gdLst/>
              <a:ahLst/>
              <a:cxnLst/>
              <a:rect l="l" t="t" r="r" b="b"/>
              <a:pathLst>
                <a:path w="177" h="178" extrusionOk="0">
                  <a:moveTo>
                    <a:pt x="83" y="1"/>
                  </a:moveTo>
                  <a:cubicBezTo>
                    <a:pt x="34" y="1"/>
                    <a:pt x="0" y="35"/>
                    <a:pt x="0" y="83"/>
                  </a:cubicBezTo>
                  <a:cubicBezTo>
                    <a:pt x="0" y="143"/>
                    <a:pt x="34" y="177"/>
                    <a:pt x="83" y="177"/>
                  </a:cubicBezTo>
                  <a:cubicBezTo>
                    <a:pt x="131" y="177"/>
                    <a:pt x="177" y="143"/>
                    <a:pt x="177" y="83"/>
                  </a:cubicBezTo>
                  <a:cubicBezTo>
                    <a:pt x="177" y="35"/>
                    <a:pt x="131" y="1"/>
                    <a:pt x="8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9"/>
            <p:cNvSpPr/>
            <p:nvPr/>
          </p:nvSpPr>
          <p:spPr>
            <a:xfrm>
              <a:off x="8666383" y="3189533"/>
              <a:ext cx="56226" cy="56423"/>
            </a:xfrm>
            <a:custGeom>
              <a:avLst/>
              <a:gdLst/>
              <a:ahLst/>
              <a:cxnLst/>
              <a:rect l="l" t="t" r="r" b="b"/>
              <a:pathLst>
                <a:path w="285" h="28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26"/>
                    <a:pt x="72" y="285"/>
                    <a:pt x="143" y="285"/>
                  </a:cubicBezTo>
                  <a:cubicBezTo>
                    <a:pt x="225" y="285"/>
                    <a:pt x="285" y="226"/>
                    <a:pt x="285" y="143"/>
                  </a:cubicBezTo>
                  <a:cubicBezTo>
                    <a:pt x="285" y="72"/>
                    <a:pt x="225" y="1"/>
                    <a:pt x="14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232014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391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20"/>
          <p:cNvSpPr/>
          <p:nvPr/>
        </p:nvSpPr>
        <p:spPr>
          <a:xfrm flipH="1">
            <a:off x="0" y="-498050"/>
            <a:ext cx="6317202" cy="5641559"/>
          </a:xfrm>
          <a:custGeom>
            <a:avLst/>
            <a:gdLst/>
            <a:ahLst/>
            <a:cxnLst/>
            <a:rect l="l" t="t" r="r" b="b"/>
            <a:pathLst>
              <a:path w="19997" h="14466" extrusionOk="0">
                <a:moveTo>
                  <a:pt x="14847" y="1"/>
                </a:moveTo>
                <a:cubicBezTo>
                  <a:pt x="14591" y="1"/>
                  <a:pt x="14336" y="10"/>
                  <a:pt x="14082" y="28"/>
                </a:cubicBezTo>
                <a:cubicBezTo>
                  <a:pt x="12848" y="122"/>
                  <a:pt x="10904" y="787"/>
                  <a:pt x="11283" y="2352"/>
                </a:cubicBezTo>
                <a:cubicBezTo>
                  <a:pt x="11473" y="3109"/>
                  <a:pt x="12279" y="4486"/>
                  <a:pt x="11189" y="4580"/>
                </a:cubicBezTo>
                <a:cubicBezTo>
                  <a:pt x="9434" y="4722"/>
                  <a:pt x="7621" y="4415"/>
                  <a:pt x="6674" y="6122"/>
                </a:cubicBezTo>
                <a:cubicBezTo>
                  <a:pt x="6293" y="6878"/>
                  <a:pt x="6686" y="7851"/>
                  <a:pt x="6828" y="8656"/>
                </a:cubicBezTo>
                <a:cubicBezTo>
                  <a:pt x="7158" y="10744"/>
                  <a:pt x="4410" y="10602"/>
                  <a:pt x="2890" y="10932"/>
                </a:cubicBezTo>
                <a:cubicBezTo>
                  <a:pt x="1565" y="11217"/>
                  <a:pt x="0" y="11976"/>
                  <a:pt x="188" y="13493"/>
                </a:cubicBezTo>
                <a:cubicBezTo>
                  <a:pt x="284" y="14252"/>
                  <a:pt x="936" y="14466"/>
                  <a:pt x="1374" y="14466"/>
                </a:cubicBezTo>
                <a:lnTo>
                  <a:pt x="19997" y="14466"/>
                </a:lnTo>
                <a:lnTo>
                  <a:pt x="19997" y="1237"/>
                </a:lnTo>
                <a:cubicBezTo>
                  <a:pt x="18433" y="429"/>
                  <a:pt x="16623" y="1"/>
                  <a:pt x="14847" y="1"/>
                </a:cubicBezTo>
                <a:close/>
              </a:path>
            </a:pathLst>
          </a:custGeom>
          <a:solidFill>
            <a:srgbClr val="EAE3FF">
              <a:alpha val="125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20"/>
          <p:cNvSpPr txBox="1">
            <a:spLocks noGrp="1"/>
          </p:cNvSpPr>
          <p:nvPr>
            <p:ph type="title"/>
          </p:nvPr>
        </p:nvSpPr>
        <p:spPr>
          <a:xfrm>
            <a:off x="4859400" y="1897338"/>
            <a:ext cx="3564600" cy="61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94" name="Google Shape;394;p20"/>
          <p:cNvSpPr txBox="1">
            <a:spLocks noGrp="1"/>
          </p:cNvSpPr>
          <p:nvPr>
            <p:ph type="subTitle" idx="1"/>
          </p:nvPr>
        </p:nvSpPr>
        <p:spPr>
          <a:xfrm>
            <a:off x="4859275" y="2432563"/>
            <a:ext cx="3564600" cy="8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395" name="Google Shape;395;p20"/>
          <p:cNvGrpSpPr/>
          <p:nvPr/>
        </p:nvGrpSpPr>
        <p:grpSpPr>
          <a:xfrm rot="5400000">
            <a:off x="1069262" y="-163114"/>
            <a:ext cx="373340" cy="1406218"/>
            <a:chOff x="10945362" y="2723798"/>
            <a:chExt cx="373340" cy="1406218"/>
          </a:xfrm>
        </p:grpSpPr>
        <p:sp>
          <p:nvSpPr>
            <p:cNvPr id="396" name="Google Shape;396;p20"/>
            <p:cNvSpPr/>
            <p:nvPr/>
          </p:nvSpPr>
          <p:spPr>
            <a:xfrm>
              <a:off x="11084325" y="3702102"/>
              <a:ext cx="37878" cy="37878"/>
            </a:xfrm>
            <a:custGeom>
              <a:avLst/>
              <a:gdLst/>
              <a:ahLst/>
              <a:cxnLst/>
              <a:rect l="l" t="t" r="r" b="b"/>
              <a:pathLst>
                <a:path w="192" h="192" extrusionOk="0">
                  <a:moveTo>
                    <a:pt x="98" y="1"/>
                  </a:moveTo>
                  <a:cubicBezTo>
                    <a:pt x="38" y="1"/>
                    <a:pt x="1" y="35"/>
                    <a:pt x="1" y="95"/>
                  </a:cubicBezTo>
                  <a:cubicBezTo>
                    <a:pt x="1" y="143"/>
                    <a:pt x="38" y="192"/>
                    <a:pt x="98" y="192"/>
                  </a:cubicBezTo>
                  <a:cubicBezTo>
                    <a:pt x="143" y="192"/>
                    <a:pt x="191" y="143"/>
                    <a:pt x="191" y="95"/>
                  </a:cubicBezTo>
                  <a:cubicBezTo>
                    <a:pt x="191" y="35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0"/>
            <p:cNvSpPr/>
            <p:nvPr/>
          </p:nvSpPr>
          <p:spPr>
            <a:xfrm>
              <a:off x="10945362" y="3007911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17"/>
                    <a:pt x="35" y="143"/>
                    <a:pt x="72" y="143"/>
                  </a:cubicBezTo>
                  <a:cubicBezTo>
                    <a:pt x="106" y="143"/>
                    <a:pt x="143" y="117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0"/>
            <p:cNvSpPr/>
            <p:nvPr/>
          </p:nvSpPr>
          <p:spPr>
            <a:xfrm>
              <a:off x="11089455" y="3126813"/>
              <a:ext cx="28211" cy="28409"/>
            </a:xfrm>
            <a:custGeom>
              <a:avLst/>
              <a:gdLst/>
              <a:ahLst/>
              <a:cxnLst/>
              <a:rect l="l" t="t" r="r" b="b"/>
              <a:pathLst>
                <a:path w="143" h="144" extrusionOk="0">
                  <a:moveTo>
                    <a:pt x="72" y="1"/>
                  </a:moveTo>
                  <a:cubicBezTo>
                    <a:pt x="23" y="1"/>
                    <a:pt x="0" y="24"/>
                    <a:pt x="0" y="72"/>
                  </a:cubicBezTo>
                  <a:cubicBezTo>
                    <a:pt x="0" y="106"/>
                    <a:pt x="23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24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0"/>
            <p:cNvSpPr/>
            <p:nvPr/>
          </p:nvSpPr>
          <p:spPr>
            <a:xfrm>
              <a:off x="10952517" y="2809586"/>
              <a:ext cx="37878" cy="37878"/>
            </a:xfrm>
            <a:custGeom>
              <a:avLst/>
              <a:gdLst/>
              <a:ahLst/>
              <a:cxnLst/>
              <a:rect l="l" t="t" r="r" b="b"/>
              <a:pathLst>
                <a:path w="192" h="192" extrusionOk="0">
                  <a:moveTo>
                    <a:pt x="94" y="1"/>
                  </a:moveTo>
                  <a:cubicBezTo>
                    <a:pt x="49" y="1"/>
                    <a:pt x="1" y="35"/>
                    <a:pt x="1" y="95"/>
                  </a:cubicBezTo>
                  <a:cubicBezTo>
                    <a:pt x="1" y="143"/>
                    <a:pt x="49" y="191"/>
                    <a:pt x="94" y="191"/>
                  </a:cubicBezTo>
                  <a:cubicBezTo>
                    <a:pt x="154" y="191"/>
                    <a:pt x="191" y="143"/>
                    <a:pt x="191" y="95"/>
                  </a:cubicBezTo>
                  <a:cubicBezTo>
                    <a:pt x="191" y="35"/>
                    <a:pt x="154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0"/>
            <p:cNvSpPr/>
            <p:nvPr/>
          </p:nvSpPr>
          <p:spPr>
            <a:xfrm>
              <a:off x="11274116" y="3762866"/>
              <a:ext cx="40048" cy="40048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4" y="0"/>
                  </a:moveTo>
                  <a:cubicBezTo>
                    <a:pt x="46" y="0"/>
                    <a:pt x="0" y="37"/>
                    <a:pt x="0" y="97"/>
                  </a:cubicBezTo>
                  <a:cubicBezTo>
                    <a:pt x="0" y="154"/>
                    <a:pt x="46" y="202"/>
                    <a:pt x="94" y="202"/>
                  </a:cubicBezTo>
                  <a:cubicBezTo>
                    <a:pt x="154" y="202"/>
                    <a:pt x="202" y="154"/>
                    <a:pt x="202" y="97"/>
                  </a:cubicBezTo>
                  <a:cubicBezTo>
                    <a:pt x="202" y="37"/>
                    <a:pt x="154" y="0"/>
                    <a:pt x="94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0"/>
            <p:cNvSpPr/>
            <p:nvPr/>
          </p:nvSpPr>
          <p:spPr>
            <a:xfrm>
              <a:off x="11016458" y="4090559"/>
              <a:ext cx="40048" cy="39457"/>
            </a:xfrm>
            <a:custGeom>
              <a:avLst/>
              <a:gdLst/>
              <a:ahLst/>
              <a:cxnLst/>
              <a:rect l="l" t="t" r="r" b="b"/>
              <a:pathLst>
                <a:path w="203" h="200" extrusionOk="0">
                  <a:moveTo>
                    <a:pt x="109" y="1"/>
                  </a:moveTo>
                  <a:cubicBezTo>
                    <a:pt x="49" y="1"/>
                    <a:pt x="1" y="46"/>
                    <a:pt x="1" y="95"/>
                  </a:cubicBezTo>
                  <a:cubicBezTo>
                    <a:pt x="1" y="154"/>
                    <a:pt x="49" y="200"/>
                    <a:pt x="109" y="200"/>
                  </a:cubicBezTo>
                  <a:cubicBezTo>
                    <a:pt x="169" y="200"/>
                    <a:pt x="203" y="154"/>
                    <a:pt x="203" y="95"/>
                  </a:cubicBezTo>
                  <a:cubicBezTo>
                    <a:pt x="203" y="46"/>
                    <a:pt x="169" y="1"/>
                    <a:pt x="109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0"/>
            <p:cNvSpPr/>
            <p:nvPr/>
          </p:nvSpPr>
          <p:spPr>
            <a:xfrm>
              <a:off x="10990402" y="3324798"/>
              <a:ext cx="26041" cy="23279"/>
            </a:xfrm>
            <a:custGeom>
              <a:avLst/>
              <a:gdLst/>
              <a:ahLst/>
              <a:cxnLst/>
              <a:rect l="l" t="t" r="r" b="b"/>
              <a:pathLst>
                <a:path w="132" h="118" extrusionOk="0">
                  <a:moveTo>
                    <a:pt x="72" y="1"/>
                  </a:moveTo>
                  <a:cubicBezTo>
                    <a:pt x="38" y="1"/>
                    <a:pt x="1" y="24"/>
                    <a:pt x="1" y="58"/>
                  </a:cubicBezTo>
                  <a:cubicBezTo>
                    <a:pt x="1" y="95"/>
                    <a:pt x="38" y="118"/>
                    <a:pt x="72" y="118"/>
                  </a:cubicBezTo>
                  <a:cubicBezTo>
                    <a:pt x="109" y="118"/>
                    <a:pt x="132" y="95"/>
                    <a:pt x="132" y="58"/>
                  </a:cubicBezTo>
                  <a:cubicBezTo>
                    <a:pt x="132" y="24"/>
                    <a:pt x="109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0"/>
            <p:cNvSpPr/>
            <p:nvPr/>
          </p:nvSpPr>
          <p:spPr>
            <a:xfrm>
              <a:off x="11292661" y="3557293"/>
              <a:ext cx="26041" cy="25647"/>
            </a:xfrm>
            <a:custGeom>
              <a:avLst/>
              <a:gdLst/>
              <a:ahLst/>
              <a:cxnLst/>
              <a:rect l="l" t="t" r="r" b="b"/>
              <a:pathLst>
                <a:path w="132" h="130" extrusionOk="0">
                  <a:moveTo>
                    <a:pt x="60" y="1"/>
                  </a:moveTo>
                  <a:cubicBezTo>
                    <a:pt x="23" y="1"/>
                    <a:pt x="0" y="35"/>
                    <a:pt x="0" y="72"/>
                  </a:cubicBezTo>
                  <a:cubicBezTo>
                    <a:pt x="0" y="95"/>
                    <a:pt x="23" y="129"/>
                    <a:pt x="60" y="129"/>
                  </a:cubicBezTo>
                  <a:cubicBezTo>
                    <a:pt x="94" y="129"/>
                    <a:pt x="131" y="95"/>
                    <a:pt x="131" y="72"/>
                  </a:cubicBezTo>
                  <a:cubicBezTo>
                    <a:pt x="131" y="35"/>
                    <a:pt x="94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0"/>
            <p:cNvSpPr/>
            <p:nvPr/>
          </p:nvSpPr>
          <p:spPr>
            <a:xfrm>
              <a:off x="11168567" y="3905307"/>
              <a:ext cx="23871" cy="26041"/>
            </a:xfrm>
            <a:custGeom>
              <a:avLst/>
              <a:gdLst/>
              <a:ahLst/>
              <a:cxnLst/>
              <a:rect l="l" t="t" r="r" b="b"/>
              <a:pathLst>
                <a:path w="121" h="132" extrusionOk="0">
                  <a:moveTo>
                    <a:pt x="60" y="1"/>
                  </a:moveTo>
                  <a:cubicBezTo>
                    <a:pt x="26" y="1"/>
                    <a:pt x="1" y="38"/>
                    <a:pt x="1" y="72"/>
                  </a:cubicBezTo>
                  <a:cubicBezTo>
                    <a:pt x="1" y="98"/>
                    <a:pt x="26" y="132"/>
                    <a:pt x="60" y="132"/>
                  </a:cubicBezTo>
                  <a:cubicBezTo>
                    <a:pt x="97" y="132"/>
                    <a:pt x="120" y="98"/>
                    <a:pt x="120" y="72"/>
                  </a:cubicBezTo>
                  <a:cubicBezTo>
                    <a:pt x="120" y="38"/>
                    <a:pt x="97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0"/>
            <p:cNvSpPr/>
            <p:nvPr/>
          </p:nvSpPr>
          <p:spPr>
            <a:xfrm>
              <a:off x="11124177" y="3491794"/>
              <a:ext cx="26041" cy="25844"/>
            </a:xfrm>
            <a:custGeom>
              <a:avLst/>
              <a:gdLst/>
              <a:ahLst/>
              <a:cxnLst/>
              <a:rect l="l" t="t" r="r" b="b"/>
              <a:pathLst>
                <a:path w="132" h="131" extrusionOk="0">
                  <a:moveTo>
                    <a:pt x="72" y="0"/>
                  </a:moveTo>
                  <a:cubicBezTo>
                    <a:pt x="38" y="0"/>
                    <a:pt x="1" y="23"/>
                    <a:pt x="1" y="71"/>
                  </a:cubicBezTo>
                  <a:cubicBezTo>
                    <a:pt x="1" y="105"/>
                    <a:pt x="38" y="131"/>
                    <a:pt x="72" y="131"/>
                  </a:cubicBezTo>
                  <a:cubicBezTo>
                    <a:pt x="109" y="131"/>
                    <a:pt x="132" y="105"/>
                    <a:pt x="132" y="71"/>
                  </a:cubicBezTo>
                  <a:cubicBezTo>
                    <a:pt x="132" y="23"/>
                    <a:pt x="109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0"/>
            <p:cNvSpPr/>
            <p:nvPr/>
          </p:nvSpPr>
          <p:spPr>
            <a:xfrm>
              <a:off x="11090542" y="2723798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0"/>
                  </a:moveTo>
                  <a:cubicBezTo>
                    <a:pt x="26" y="0"/>
                    <a:pt x="1" y="37"/>
                    <a:pt x="1" y="72"/>
                  </a:cubicBezTo>
                  <a:cubicBezTo>
                    <a:pt x="1" y="109"/>
                    <a:pt x="26" y="131"/>
                    <a:pt x="61" y="131"/>
                  </a:cubicBezTo>
                  <a:cubicBezTo>
                    <a:pt x="98" y="131"/>
                    <a:pt x="132" y="109"/>
                    <a:pt x="132" y="72"/>
                  </a:cubicBezTo>
                  <a:cubicBezTo>
                    <a:pt x="132" y="37"/>
                    <a:pt x="98" y="0"/>
                    <a:pt x="61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0"/>
            <p:cNvSpPr/>
            <p:nvPr/>
          </p:nvSpPr>
          <p:spPr>
            <a:xfrm>
              <a:off x="11182766" y="2945755"/>
              <a:ext cx="23674" cy="26041"/>
            </a:xfrm>
            <a:custGeom>
              <a:avLst/>
              <a:gdLst/>
              <a:ahLst/>
              <a:cxnLst/>
              <a:rect l="l" t="t" r="r" b="b"/>
              <a:pathLst>
                <a:path w="120" h="132" extrusionOk="0">
                  <a:moveTo>
                    <a:pt x="60" y="0"/>
                  </a:moveTo>
                  <a:cubicBezTo>
                    <a:pt x="23" y="0"/>
                    <a:pt x="0" y="23"/>
                    <a:pt x="0" y="60"/>
                  </a:cubicBezTo>
                  <a:cubicBezTo>
                    <a:pt x="0" y="94"/>
                    <a:pt x="23" y="131"/>
                    <a:pt x="60" y="131"/>
                  </a:cubicBezTo>
                  <a:cubicBezTo>
                    <a:pt x="94" y="131"/>
                    <a:pt x="120" y="94"/>
                    <a:pt x="120" y="60"/>
                  </a:cubicBezTo>
                  <a:cubicBezTo>
                    <a:pt x="120" y="23"/>
                    <a:pt x="94" y="0"/>
                    <a:pt x="60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0"/>
            <p:cNvSpPr/>
            <p:nvPr/>
          </p:nvSpPr>
          <p:spPr>
            <a:xfrm>
              <a:off x="11233464" y="3196556"/>
              <a:ext cx="20912" cy="20912"/>
            </a:xfrm>
            <a:custGeom>
              <a:avLst/>
              <a:gdLst/>
              <a:ahLst/>
              <a:cxnLst/>
              <a:rect l="l" t="t" r="r" b="b"/>
              <a:pathLst>
                <a:path w="106" h="106" extrusionOk="0">
                  <a:moveTo>
                    <a:pt x="46" y="0"/>
                  </a:moveTo>
                  <a:cubicBezTo>
                    <a:pt x="23" y="0"/>
                    <a:pt x="0" y="23"/>
                    <a:pt x="0" y="48"/>
                  </a:cubicBezTo>
                  <a:cubicBezTo>
                    <a:pt x="0" y="83"/>
                    <a:pt x="23" y="105"/>
                    <a:pt x="46" y="105"/>
                  </a:cubicBezTo>
                  <a:cubicBezTo>
                    <a:pt x="83" y="105"/>
                    <a:pt x="105" y="83"/>
                    <a:pt x="105" y="48"/>
                  </a:cubicBezTo>
                  <a:cubicBezTo>
                    <a:pt x="105" y="23"/>
                    <a:pt x="83" y="0"/>
                    <a:pt x="46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9" name="Google Shape;409;p20"/>
          <p:cNvGrpSpPr/>
          <p:nvPr/>
        </p:nvGrpSpPr>
        <p:grpSpPr>
          <a:xfrm>
            <a:off x="7847651" y="409082"/>
            <a:ext cx="767447" cy="627174"/>
            <a:chOff x="3004689" y="3409507"/>
            <a:chExt cx="767447" cy="627174"/>
          </a:xfrm>
        </p:grpSpPr>
        <p:sp>
          <p:nvSpPr>
            <p:cNvPr id="410" name="Google Shape;410;p20"/>
            <p:cNvSpPr/>
            <p:nvPr/>
          </p:nvSpPr>
          <p:spPr>
            <a:xfrm>
              <a:off x="3659683" y="3654932"/>
              <a:ext cx="37681" cy="37681"/>
            </a:xfrm>
            <a:custGeom>
              <a:avLst/>
              <a:gdLst/>
              <a:ahLst/>
              <a:cxnLst/>
              <a:rect l="l" t="t" r="r" b="b"/>
              <a:pathLst>
                <a:path w="191" h="191" extrusionOk="0">
                  <a:moveTo>
                    <a:pt x="94" y="0"/>
                  </a:moveTo>
                  <a:cubicBezTo>
                    <a:pt x="49" y="0"/>
                    <a:pt x="0" y="49"/>
                    <a:pt x="0" y="97"/>
                  </a:cubicBezTo>
                  <a:cubicBezTo>
                    <a:pt x="0" y="142"/>
                    <a:pt x="49" y="191"/>
                    <a:pt x="94" y="191"/>
                  </a:cubicBezTo>
                  <a:cubicBezTo>
                    <a:pt x="154" y="191"/>
                    <a:pt x="191" y="142"/>
                    <a:pt x="191" y="97"/>
                  </a:cubicBezTo>
                  <a:cubicBezTo>
                    <a:pt x="191" y="49"/>
                    <a:pt x="154" y="0"/>
                    <a:pt x="94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0"/>
            <p:cNvSpPr/>
            <p:nvPr/>
          </p:nvSpPr>
          <p:spPr>
            <a:xfrm>
              <a:off x="3290361" y="3682947"/>
              <a:ext cx="67471" cy="68062"/>
            </a:xfrm>
            <a:custGeom>
              <a:avLst/>
              <a:gdLst/>
              <a:ahLst/>
              <a:cxnLst/>
              <a:rect l="l" t="t" r="r" b="b"/>
              <a:pathLst>
                <a:path w="342" h="345" extrusionOk="0">
                  <a:moveTo>
                    <a:pt x="165" y="0"/>
                  </a:moveTo>
                  <a:cubicBezTo>
                    <a:pt x="71" y="0"/>
                    <a:pt x="0" y="72"/>
                    <a:pt x="0" y="168"/>
                  </a:cubicBezTo>
                  <a:cubicBezTo>
                    <a:pt x="0" y="262"/>
                    <a:pt x="71" y="345"/>
                    <a:pt x="165" y="345"/>
                  </a:cubicBezTo>
                  <a:cubicBezTo>
                    <a:pt x="259" y="345"/>
                    <a:pt x="342" y="262"/>
                    <a:pt x="342" y="168"/>
                  </a:cubicBezTo>
                  <a:cubicBezTo>
                    <a:pt x="342" y="72"/>
                    <a:pt x="259" y="0"/>
                    <a:pt x="165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0"/>
            <p:cNvSpPr/>
            <p:nvPr/>
          </p:nvSpPr>
          <p:spPr>
            <a:xfrm>
              <a:off x="3743727" y="4008470"/>
              <a:ext cx="28409" cy="28211"/>
            </a:xfrm>
            <a:custGeom>
              <a:avLst/>
              <a:gdLst/>
              <a:ahLst/>
              <a:cxnLst/>
              <a:rect l="l" t="t" r="r" b="b"/>
              <a:pathLst>
                <a:path w="144" h="143" extrusionOk="0">
                  <a:moveTo>
                    <a:pt x="72" y="0"/>
                  </a:moveTo>
                  <a:cubicBezTo>
                    <a:pt x="35" y="0"/>
                    <a:pt x="1" y="23"/>
                    <a:pt x="1" y="72"/>
                  </a:cubicBezTo>
                  <a:cubicBezTo>
                    <a:pt x="1" y="106"/>
                    <a:pt x="35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23"/>
                    <a:pt x="106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0"/>
            <p:cNvSpPr/>
            <p:nvPr/>
          </p:nvSpPr>
          <p:spPr>
            <a:xfrm>
              <a:off x="3545059" y="3872737"/>
              <a:ext cx="42416" cy="42218"/>
            </a:xfrm>
            <a:custGeom>
              <a:avLst/>
              <a:gdLst/>
              <a:ahLst/>
              <a:cxnLst/>
              <a:rect l="l" t="t" r="r" b="b"/>
              <a:pathLst>
                <a:path w="215" h="214" extrusionOk="0">
                  <a:moveTo>
                    <a:pt x="106" y="0"/>
                  </a:moveTo>
                  <a:cubicBezTo>
                    <a:pt x="46" y="0"/>
                    <a:pt x="1" y="48"/>
                    <a:pt x="1" y="105"/>
                  </a:cubicBezTo>
                  <a:cubicBezTo>
                    <a:pt x="1" y="165"/>
                    <a:pt x="46" y="213"/>
                    <a:pt x="106" y="213"/>
                  </a:cubicBezTo>
                  <a:cubicBezTo>
                    <a:pt x="166" y="213"/>
                    <a:pt x="214" y="165"/>
                    <a:pt x="214" y="105"/>
                  </a:cubicBezTo>
                  <a:cubicBezTo>
                    <a:pt x="214" y="48"/>
                    <a:pt x="166" y="0"/>
                    <a:pt x="106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0"/>
            <p:cNvSpPr/>
            <p:nvPr/>
          </p:nvSpPr>
          <p:spPr>
            <a:xfrm>
              <a:off x="3481730" y="3409507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71" y="1"/>
                  </a:moveTo>
                  <a:cubicBezTo>
                    <a:pt x="37" y="1"/>
                    <a:pt x="0" y="35"/>
                    <a:pt x="0" y="72"/>
                  </a:cubicBezTo>
                  <a:cubicBezTo>
                    <a:pt x="0" y="106"/>
                    <a:pt x="37" y="132"/>
                    <a:pt x="71" y="132"/>
                  </a:cubicBezTo>
                  <a:cubicBezTo>
                    <a:pt x="108" y="132"/>
                    <a:pt x="131" y="106"/>
                    <a:pt x="131" y="72"/>
                  </a:cubicBezTo>
                  <a:cubicBezTo>
                    <a:pt x="131" y="35"/>
                    <a:pt x="108" y="1"/>
                    <a:pt x="7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0"/>
            <p:cNvSpPr/>
            <p:nvPr/>
          </p:nvSpPr>
          <p:spPr>
            <a:xfrm>
              <a:off x="3215194" y="3442060"/>
              <a:ext cx="30382" cy="30579"/>
            </a:xfrm>
            <a:custGeom>
              <a:avLst/>
              <a:gdLst/>
              <a:ahLst/>
              <a:cxnLst/>
              <a:rect l="l" t="t" r="r" b="b"/>
              <a:pathLst>
                <a:path w="154" h="155" extrusionOk="0">
                  <a:moveTo>
                    <a:pt x="71" y="1"/>
                  </a:moveTo>
                  <a:cubicBezTo>
                    <a:pt x="37" y="1"/>
                    <a:pt x="0" y="38"/>
                    <a:pt x="0" y="72"/>
                  </a:cubicBezTo>
                  <a:cubicBezTo>
                    <a:pt x="0" y="120"/>
                    <a:pt x="37" y="155"/>
                    <a:pt x="71" y="155"/>
                  </a:cubicBezTo>
                  <a:cubicBezTo>
                    <a:pt x="120" y="155"/>
                    <a:pt x="154" y="120"/>
                    <a:pt x="154" y="72"/>
                  </a:cubicBezTo>
                  <a:cubicBezTo>
                    <a:pt x="154" y="38"/>
                    <a:pt x="120" y="1"/>
                    <a:pt x="7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0"/>
            <p:cNvSpPr/>
            <p:nvPr/>
          </p:nvSpPr>
          <p:spPr>
            <a:xfrm>
              <a:off x="3481730" y="3589827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71" y="0"/>
                  </a:moveTo>
                  <a:cubicBezTo>
                    <a:pt x="37" y="0"/>
                    <a:pt x="0" y="34"/>
                    <a:pt x="0" y="71"/>
                  </a:cubicBezTo>
                  <a:cubicBezTo>
                    <a:pt x="0" y="105"/>
                    <a:pt x="37" y="131"/>
                    <a:pt x="71" y="131"/>
                  </a:cubicBezTo>
                  <a:cubicBezTo>
                    <a:pt x="108" y="131"/>
                    <a:pt x="131" y="105"/>
                    <a:pt x="131" y="71"/>
                  </a:cubicBezTo>
                  <a:cubicBezTo>
                    <a:pt x="131" y="34"/>
                    <a:pt x="108" y="0"/>
                    <a:pt x="71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0"/>
            <p:cNvSpPr/>
            <p:nvPr/>
          </p:nvSpPr>
          <p:spPr>
            <a:xfrm>
              <a:off x="3004689" y="3654932"/>
              <a:ext cx="58593" cy="61355"/>
            </a:xfrm>
            <a:custGeom>
              <a:avLst/>
              <a:gdLst/>
              <a:ahLst/>
              <a:cxnLst/>
              <a:rect l="l" t="t" r="r" b="b"/>
              <a:pathLst>
                <a:path w="297" h="311" extrusionOk="0">
                  <a:moveTo>
                    <a:pt x="142" y="0"/>
                  </a:moveTo>
                  <a:cubicBezTo>
                    <a:pt x="60" y="0"/>
                    <a:pt x="0" y="71"/>
                    <a:pt x="0" y="157"/>
                  </a:cubicBezTo>
                  <a:cubicBezTo>
                    <a:pt x="0" y="239"/>
                    <a:pt x="60" y="310"/>
                    <a:pt x="142" y="310"/>
                  </a:cubicBezTo>
                  <a:cubicBezTo>
                    <a:pt x="225" y="310"/>
                    <a:pt x="296" y="239"/>
                    <a:pt x="296" y="157"/>
                  </a:cubicBezTo>
                  <a:cubicBezTo>
                    <a:pt x="296" y="71"/>
                    <a:pt x="225" y="0"/>
                    <a:pt x="14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0"/>
            <p:cNvSpPr/>
            <p:nvPr/>
          </p:nvSpPr>
          <p:spPr>
            <a:xfrm>
              <a:off x="3004689" y="3456264"/>
              <a:ext cx="35511" cy="35511"/>
            </a:xfrm>
            <a:custGeom>
              <a:avLst/>
              <a:gdLst/>
              <a:ahLst/>
              <a:cxnLst/>
              <a:rect l="l" t="t" r="r" b="b"/>
              <a:pathLst>
                <a:path w="180" h="180" extrusionOk="0">
                  <a:moveTo>
                    <a:pt x="83" y="0"/>
                  </a:moveTo>
                  <a:cubicBezTo>
                    <a:pt x="37" y="0"/>
                    <a:pt x="0" y="48"/>
                    <a:pt x="0" y="97"/>
                  </a:cubicBezTo>
                  <a:cubicBezTo>
                    <a:pt x="0" y="142"/>
                    <a:pt x="37" y="179"/>
                    <a:pt x="83" y="179"/>
                  </a:cubicBezTo>
                  <a:cubicBezTo>
                    <a:pt x="131" y="179"/>
                    <a:pt x="179" y="142"/>
                    <a:pt x="179" y="97"/>
                  </a:cubicBezTo>
                  <a:cubicBezTo>
                    <a:pt x="179" y="48"/>
                    <a:pt x="131" y="0"/>
                    <a:pt x="83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0"/>
            <p:cNvSpPr/>
            <p:nvPr/>
          </p:nvSpPr>
          <p:spPr>
            <a:xfrm>
              <a:off x="3119115" y="3893452"/>
              <a:ext cx="35511" cy="35511"/>
            </a:xfrm>
            <a:custGeom>
              <a:avLst/>
              <a:gdLst/>
              <a:ahLst/>
              <a:cxnLst/>
              <a:rect l="l" t="t" r="r" b="b"/>
              <a:pathLst>
                <a:path w="180" h="180" extrusionOk="0">
                  <a:moveTo>
                    <a:pt x="97" y="0"/>
                  </a:moveTo>
                  <a:cubicBezTo>
                    <a:pt x="49" y="0"/>
                    <a:pt x="1" y="37"/>
                    <a:pt x="1" y="86"/>
                  </a:cubicBezTo>
                  <a:cubicBezTo>
                    <a:pt x="1" y="143"/>
                    <a:pt x="49" y="180"/>
                    <a:pt x="97" y="180"/>
                  </a:cubicBezTo>
                  <a:cubicBezTo>
                    <a:pt x="143" y="180"/>
                    <a:pt x="180" y="143"/>
                    <a:pt x="180" y="86"/>
                  </a:cubicBezTo>
                  <a:cubicBezTo>
                    <a:pt x="180" y="37"/>
                    <a:pt x="143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0"/>
            <p:cNvSpPr/>
            <p:nvPr/>
          </p:nvSpPr>
          <p:spPr>
            <a:xfrm>
              <a:off x="3357636" y="3984795"/>
              <a:ext cx="35511" cy="37878"/>
            </a:xfrm>
            <a:custGeom>
              <a:avLst/>
              <a:gdLst/>
              <a:ahLst/>
              <a:cxnLst/>
              <a:rect l="l" t="t" r="r" b="b"/>
              <a:pathLst>
                <a:path w="180" h="192" extrusionOk="0">
                  <a:moveTo>
                    <a:pt x="86" y="1"/>
                  </a:moveTo>
                  <a:cubicBezTo>
                    <a:pt x="38" y="1"/>
                    <a:pt x="1" y="49"/>
                    <a:pt x="1" y="95"/>
                  </a:cubicBezTo>
                  <a:cubicBezTo>
                    <a:pt x="1" y="143"/>
                    <a:pt x="38" y="192"/>
                    <a:pt x="86" y="192"/>
                  </a:cubicBezTo>
                  <a:cubicBezTo>
                    <a:pt x="131" y="192"/>
                    <a:pt x="180" y="143"/>
                    <a:pt x="180" y="95"/>
                  </a:cubicBezTo>
                  <a:cubicBezTo>
                    <a:pt x="180" y="49"/>
                    <a:pt x="131" y="1"/>
                    <a:pt x="86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1" name="Google Shape;421;p20"/>
          <p:cNvGrpSpPr/>
          <p:nvPr/>
        </p:nvGrpSpPr>
        <p:grpSpPr>
          <a:xfrm rot="10800000">
            <a:off x="287252" y="3987437"/>
            <a:ext cx="851689" cy="870231"/>
            <a:chOff x="8666383" y="2375725"/>
            <a:chExt cx="851689" cy="870231"/>
          </a:xfrm>
        </p:grpSpPr>
        <p:sp>
          <p:nvSpPr>
            <p:cNvPr id="422" name="Google Shape;422;p20"/>
            <p:cNvSpPr/>
            <p:nvPr/>
          </p:nvSpPr>
          <p:spPr>
            <a:xfrm>
              <a:off x="9482364" y="2621544"/>
              <a:ext cx="35708" cy="37286"/>
            </a:xfrm>
            <a:custGeom>
              <a:avLst/>
              <a:gdLst/>
              <a:ahLst/>
              <a:cxnLst/>
              <a:rect l="l" t="t" r="r" b="b"/>
              <a:pathLst>
                <a:path w="181" h="189" extrusionOk="0">
                  <a:moveTo>
                    <a:pt x="98" y="1"/>
                  </a:moveTo>
                  <a:cubicBezTo>
                    <a:pt x="38" y="1"/>
                    <a:pt x="1" y="46"/>
                    <a:pt x="1" y="95"/>
                  </a:cubicBezTo>
                  <a:cubicBezTo>
                    <a:pt x="1" y="143"/>
                    <a:pt x="38" y="189"/>
                    <a:pt x="98" y="189"/>
                  </a:cubicBezTo>
                  <a:cubicBezTo>
                    <a:pt x="143" y="189"/>
                    <a:pt x="180" y="143"/>
                    <a:pt x="180" y="95"/>
                  </a:cubicBezTo>
                  <a:cubicBezTo>
                    <a:pt x="180" y="46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0"/>
            <p:cNvSpPr/>
            <p:nvPr/>
          </p:nvSpPr>
          <p:spPr>
            <a:xfrm>
              <a:off x="9110872" y="2649559"/>
              <a:ext cx="68062" cy="68260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7" y="1"/>
                  </a:moveTo>
                  <a:cubicBezTo>
                    <a:pt x="83" y="1"/>
                    <a:pt x="1" y="72"/>
                    <a:pt x="1" y="166"/>
                  </a:cubicBezTo>
                  <a:cubicBezTo>
                    <a:pt x="1" y="260"/>
                    <a:pt x="83" y="345"/>
                    <a:pt x="177" y="345"/>
                  </a:cubicBezTo>
                  <a:cubicBezTo>
                    <a:pt x="274" y="345"/>
                    <a:pt x="345" y="260"/>
                    <a:pt x="345" y="166"/>
                  </a:cubicBezTo>
                  <a:cubicBezTo>
                    <a:pt x="345" y="72"/>
                    <a:pt x="274" y="1"/>
                    <a:pt x="177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0"/>
            <p:cNvSpPr/>
            <p:nvPr/>
          </p:nvSpPr>
          <p:spPr>
            <a:xfrm>
              <a:off x="9365767" y="2838757"/>
              <a:ext cx="44389" cy="42416"/>
            </a:xfrm>
            <a:custGeom>
              <a:avLst/>
              <a:gdLst/>
              <a:ahLst/>
              <a:cxnLst/>
              <a:rect l="l" t="t" r="r" b="b"/>
              <a:pathLst>
                <a:path w="225" h="215" extrusionOk="0">
                  <a:moveTo>
                    <a:pt x="120" y="1"/>
                  </a:moveTo>
                  <a:cubicBezTo>
                    <a:pt x="49" y="1"/>
                    <a:pt x="0" y="49"/>
                    <a:pt x="0" y="109"/>
                  </a:cubicBezTo>
                  <a:cubicBezTo>
                    <a:pt x="0" y="169"/>
                    <a:pt x="49" y="214"/>
                    <a:pt x="120" y="214"/>
                  </a:cubicBezTo>
                  <a:cubicBezTo>
                    <a:pt x="179" y="214"/>
                    <a:pt x="225" y="169"/>
                    <a:pt x="225" y="109"/>
                  </a:cubicBezTo>
                  <a:cubicBezTo>
                    <a:pt x="225" y="49"/>
                    <a:pt x="179" y="1"/>
                    <a:pt x="12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0"/>
            <p:cNvSpPr/>
            <p:nvPr/>
          </p:nvSpPr>
          <p:spPr>
            <a:xfrm>
              <a:off x="9305002" y="2375725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0"/>
            <p:cNvSpPr/>
            <p:nvPr/>
          </p:nvSpPr>
          <p:spPr>
            <a:xfrm>
              <a:off x="9052474" y="2495281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06"/>
                    <a:pt x="35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0"/>
            <p:cNvSpPr/>
            <p:nvPr/>
          </p:nvSpPr>
          <p:spPr>
            <a:xfrm>
              <a:off x="9305002" y="2555848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0"/>
            <p:cNvSpPr/>
            <p:nvPr/>
          </p:nvSpPr>
          <p:spPr>
            <a:xfrm>
              <a:off x="8825791" y="2621544"/>
              <a:ext cx="60763" cy="60763"/>
            </a:xfrm>
            <a:custGeom>
              <a:avLst/>
              <a:gdLst/>
              <a:ahLst/>
              <a:cxnLst/>
              <a:rect l="l" t="t" r="r" b="b"/>
              <a:pathLst>
                <a:path w="308" h="308" extrusionOk="0">
                  <a:moveTo>
                    <a:pt x="154" y="1"/>
                  </a:moveTo>
                  <a:cubicBezTo>
                    <a:pt x="72" y="1"/>
                    <a:pt x="0" y="72"/>
                    <a:pt x="0" y="154"/>
                  </a:cubicBezTo>
                  <a:cubicBezTo>
                    <a:pt x="0" y="237"/>
                    <a:pt x="72" y="308"/>
                    <a:pt x="154" y="308"/>
                  </a:cubicBezTo>
                  <a:cubicBezTo>
                    <a:pt x="237" y="308"/>
                    <a:pt x="308" y="237"/>
                    <a:pt x="308" y="154"/>
                  </a:cubicBezTo>
                  <a:cubicBezTo>
                    <a:pt x="308" y="72"/>
                    <a:pt x="237" y="1"/>
                    <a:pt x="15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0"/>
            <p:cNvSpPr/>
            <p:nvPr/>
          </p:nvSpPr>
          <p:spPr>
            <a:xfrm>
              <a:off x="8687690" y="2951013"/>
              <a:ext cx="34919" cy="35511"/>
            </a:xfrm>
            <a:custGeom>
              <a:avLst/>
              <a:gdLst/>
              <a:ahLst/>
              <a:cxnLst/>
              <a:rect l="l" t="t" r="r" b="b"/>
              <a:pathLst>
                <a:path w="177" h="180" extrusionOk="0">
                  <a:moveTo>
                    <a:pt x="94" y="1"/>
                  </a:moveTo>
                  <a:cubicBezTo>
                    <a:pt x="35" y="1"/>
                    <a:pt x="1" y="49"/>
                    <a:pt x="1" y="97"/>
                  </a:cubicBezTo>
                  <a:cubicBezTo>
                    <a:pt x="1" y="143"/>
                    <a:pt x="35" y="180"/>
                    <a:pt x="94" y="180"/>
                  </a:cubicBezTo>
                  <a:cubicBezTo>
                    <a:pt x="143" y="180"/>
                    <a:pt x="177" y="143"/>
                    <a:pt x="177" y="97"/>
                  </a:cubicBezTo>
                  <a:cubicBezTo>
                    <a:pt x="177" y="49"/>
                    <a:pt x="143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0"/>
            <p:cNvSpPr/>
            <p:nvPr/>
          </p:nvSpPr>
          <p:spPr>
            <a:xfrm>
              <a:off x="8942585" y="2860064"/>
              <a:ext cx="34919" cy="35116"/>
            </a:xfrm>
            <a:custGeom>
              <a:avLst/>
              <a:gdLst/>
              <a:ahLst/>
              <a:cxnLst/>
              <a:rect l="l" t="t" r="r" b="b"/>
              <a:pathLst>
                <a:path w="177" h="178" extrusionOk="0">
                  <a:moveTo>
                    <a:pt x="83" y="1"/>
                  </a:moveTo>
                  <a:cubicBezTo>
                    <a:pt x="34" y="1"/>
                    <a:pt x="0" y="35"/>
                    <a:pt x="0" y="83"/>
                  </a:cubicBezTo>
                  <a:cubicBezTo>
                    <a:pt x="0" y="143"/>
                    <a:pt x="34" y="177"/>
                    <a:pt x="83" y="177"/>
                  </a:cubicBezTo>
                  <a:cubicBezTo>
                    <a:pt x="131" y="177"/>
                    <a:pt x="177" y="143"/>
                    <a:pt x="177" y="83"/>
                  </a:cubicBezTo>
                  <a:cubicBezTo>
                    <a:pt x="177" y="35"/>
                    <a:pt x="131" y="1"/>
                    <a:pt x="8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0"/>
            <p:cNvSpPr/>
            <p:nvPr/>
          </p:nvSpPr>
          <p:spPr>
            <a:xfrm>
              <a:off x="8666383" y="3189533"/>
              <a:ext cx="56226" cy="56423"/>
            </a:xfrm>
            <a:custGeom>
              <a:avLst/>
              <a:gdLst/>
              <a:ahLst/>
              <a:cxnLst/>
              <a:rect l="l" t="t" r="r" b="b"/>
              <a:pathLst>
                <a:path w="285" h="28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26"/>
                    <a:pt x="72" y="285"/>
                    <a:pt x="143" y="285"/>
                  </a:cubicBezTo>
                  <a:cubicBezTo>
                    <a:pt x="225" y="285"/>
                    <a:pt x="285" y="226"/>
                    <a:pt x="285" y="143"/>
                  </a:cubicBezTo>
                  <a:cubicBezTo>
                    <a:pt x="285" y="72"/>
                    <a:pt x="225" y="1"/>
                    <a:pt x="14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6032662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21"/>
          <p:cNvSpPr txBox="1">
            <a:spLocks noGrp="1"/>
          </p:cNvSpPr>
          <p:nvPr>
            <p:ph type="title"/>
          </p:nvPr>
        </p:nvSpPr>
        <p:spPr>
          <a:xfrm>
            <a:off x="713246" y="1565963"/>
            <a:ext cx="3858900" cy="60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435" name="Google Shape;435;p21"/>
          <p:cNvSpPr txBox="1">
            <a:spLocks noGrp="1"/>
          </p:cNvSpPr>
          <p:nvPr>
            <p:ph type="subTitle" idx="1"/>
          </p:nvPr>
        </p:nvSpPr>
        <p:spPr>
          <a:xfrm>
            <a:off x="713100" y="2096525"/>
            <a:ext cx="3858900" cy="147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5982002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2"/>
          <p:cNvSpPr/>
          <p:nvPr/>
        </p:nvSpPr>
        <p:spPr>
          <a:xfrm>
            <a:off x="10" y="6825"/>
            <a:ext cx="3530865" cy="5143529"/>
          </a:xfrm>
          <a:custGeom>
            <a:avLst/>
            <a:gdLst/>
            <a:ahLst/>
            <a:cxnLst/>
            <a:rect l="l" t="t" r="r" b="b"/>
            <a:pathLst>
              <a:path w="22288" h="23710" extrusionOk="0">
                <a:moveTo>
                  <a:pt x="1" y="0"/>
                </a:moveTo>
                <a:lnTo>
                  <a:pt x="1" y="23710"/>
                </a:lnTo>
                <a:lnTo>
                  <a:pt x="22014" y="23710"/>
                </a:lnTo>
                <a:cubicBezTo>
                  <a:pt x="22288" y="22262"/>
                  <a:pt x="21895" y="20708"/>
                  <a:pt x="20817" y="19585"/>
                </a:cubicBezTo>
                <a:cubicBezTo>
                  <a:pt x="19488" y="18256"/>
                  <a:pt x="17594" y="17972"/>
                  <a:pt x="15980" y="17166"/>
                </a:cubicBezTo>
                <a:cubicBezTo>
                  <a:pt x="14510" y="16407"/>
                  <a:pt x="13184" y="15363"/>
                  <a:pt x="12851" y="13656"/>
                </a:cubicBezTo>
                <a:cubicBezTo>
                  <a:pt x="12615" y="12472"/>
                  <a:pt x="12803" y="11428"/>
                  <a:pt x="13136" y="10290"/>
                </a:cubicBezTo>
                <a:cubicBezTo>
                  <a:pt x="13136" y="10242"/>
                  <a:pt x="13278" y="10054"/>
                  <a:pt x="13278" y="10006"/>
                </a:cubicBezTo>
                <a:cubicBezTo>
                  <a:pt x="13420" y="9628"/>
                  <a:pt x="13562" y="9295"/>
                  <a:pt x="13798" y="8962"/>
                </a:cubicBezTo>
                <a:lnTo>
                  <a:pt x="13847" y="8868"/>
                </a:lnTo>
                <a:cubicBezTo>
                  <a:pt x="14985" y="7255"/>
                  <a:pt x="14464" y="4410"/>
                  <a:pt x="14012" y="3320"/>
                </a:cubicBezTo>
                <a:cubicBezTo>
                  <a:pt x="13397" y="1838"/>
                  <a:pt x="11571" y="382"/>
                  <a:pt x="9602" y="0"/>
                </a:cubicBezTo>
                <a:close/>
              </a:path>
            </a:pathLst>
          </a:custGeom>
          <a:solidFill>
            <a:srgbClr val="EAE3FF">
              <a:alpha val="125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22"/>
          <p:cNvSpPr/>
          <p:nvPr/>
        </p:nvSpPr>
        <p:spPr>
          <a:xfrm flipH="1">
            <a:off x="5613135" y="6825"/>
            <a:ext cx="3530865" cy="5143529"/>
          </a:xfrm>
          <a:custGeom>
            <a:avLst/>
            <a:gdLst/>
            <a:ahLst/>
            <a:cxnLst/>
            <a:rect l="l" t="t" r="r" b="b"/>
            <a:pathLst>
              <a:path w="22288" h="23710" extrusionOk="0">
                <a:moveTo>
                  <a:pt x="1" y="0"/>
                </a:moveTo>
                <a:lnTo>
                  <a:pt x="1" y="23710"/>
                </a:lnTo>
                <a:lnTo>
                  <a:pt x="22014" y="23710"/>
                </a:lnTo>
                <a:cubicBezTo>
                  <a:pt x="22288" y="22262"/>
                  <a:pt x="21895" y="20708"/>
                  <a:pt x="20817" y="19585"/>
                </a:cubicBezTo>
                <a:cubicBezTo>
                  <a:pt x="19488" y="18256"/>
                  <a:pt x="17594" y="17972"/>
                  <a:pt x="15980" y="17166"/>
                </a:cubicBezTo>
                <a:cubicBezTo>
                  <a:pt x="14510" y="16407"/>
                  <a:pt x="13184" y="15363"/>
                  <a:pt x="12851" y="13656"/>
                </a:cubicBezTo>
                <a:cubicBezTo>
                  <a:pt x="12615" y="12472"/>
                  <a:pt x="12803" y="11428"/>
                  <a:pt x="13136" y="10290"/>
                </a:cubicBezTo>
                <a:cubicBezTo>
                  <a:pt x="13136" y="10242"/>
                  <a:pt x="13278" y="10054"/>
                  <a:pt x="13278" y="10006"/>
                </a:cubicBezTo>
                <a:cubicBezTo>
                  <a:pt x="13420" y="9628"/>
                  <a:pt x="13562" y="9295"/>
                  <a:pt x="13798" y="8962"/>
                </a:cubicBezTo>
                <a:lnTo>
                  <a:pt x="13847" y="8868"/>
                </a:lnTo>
                <a:cubicBezTo>
                  <a:pt x="14985" y="7255"/>
                  <a:pt x="14464" y="4410"/>
                  <a:pt x="14012" y="3320"/>
                </a:cubicBezTo>
                <a:cubicBezTo>
                  <a:pt x="13397" y="1838"/>
                  <a:pt x="11571" y="382"/>
                  <a:pt x="9602" y="0"/>
                </a:cubicBezTo>
                <a:close/>
              </a:path>
            </a:pathLst>
          </a:custGeom>
          <a:solidFill>
            <a:srgbClr val="EAE3FF">
              <a:alpha val="125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39" name="Google Shape;43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22"/>
          <p:cNvSpPr txBox="1">
            <a:spLocks noGrp="1"/>
          </p:cNvSpPr>
          <p:nvPr>
            <p:ph type="title"/>
          </p:nvPr>
        </p:nvSpPr>
        <p:spPr>
          <a:xfrm>
            <a:off x="2646000" y="1579600"/>
            <a:ext cx="3852000" cy="70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441" name="Google Shape;441;p22"/>
          <p:cNvSpPr txBox="1">
            <a:spLocks noGrp="1"/>
          </p:cNvSpPr>
          <p:nvPr>
            <p:ph type="subTitle" idx="1"/>
          </p:nvPr>
        </p:nvSpPr>
        <p:spPr>
          <a:xfrm>
            <a:off x="2646000" y="2206225"/>
            <a:ext cx="3852000" cy="137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421764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3"/>
          <p:cNvSpPr/>
          <p:nvPr/>
        </p:nvSpPr>
        <p:spPr>
          <a:xfrm flipH="1">
            <a:off x="4309129" y="2"/>
            <a:ext cx="4834880" cy="5143529"/>
          </a:xfrm>
          <a:custGeom>
            <a:avLst/>
            <a:gdLst/>
            <a:ahLst/>
            <a:cxnLst/>
            <a:rect l="l" t="t" r="r" b="b"/>
            <a:pathLst>
              <a:path w="22288" h="23710" extrusionOk="0">
                <a:moveTo>
                  <a:pt x="1" y="0"/>
                </a:moveTo>
                <a:lnTo>
                  <a:pt x="1" y="23710"/>
                </a:lnTo>
                <a:lnTo>
                  <a:pt x="22014" y="23710"/>
                </a:lnTo>
                <a:cubicBezTo>
                  <a:pt x="22288" y="22262"/>
                  <a:pt x="21895" y="20708"/>
                  <a:pt x="20817" y="19585"/>
                </a:cubicBezTo>
                <a:cubicBezTo>
                  <a:pt x="19488" y="18256"/>
                  <a:pt x="17594" y="17972"/>
                  <a:pt x="15980" y="17166"/>
                </a:cubicBezTo>
                <a:cubicBezTo>
                  <a:pt x="14510" y="16407"/>
                  <a:pt x="13184" y="15363"/>
                  <a:pt x="12851" y="13656"/>
                </a:cubicBezTo>
                <a:cubicBezTo>
                  <a:pt x="12615" y="12472"/>
                  <a:pt x="12803" y="11428"/>
                  <a:pt x="13136" y="10290"/>
                </a:cubicBezTo>
                <a:cubicBezTo>
                  <a:pt x="13136" y="10242"/>
                  <a:pt x="13278" y="10054"/>
                  <a:pt x="13278" y="10006"/>
                </a:cubicBezTo>
                <a:cubicBezTo>
                  <a:pt x="13420" y="9628"/>
                  <a:pt x="13562" y="9295"/>
                  <a:pt x="13798" y="8962"/>
                </a:cubicBezTo>
                <a:lnTo>
                  <a:pt x="13847" y="8868"/>
                </a:lnTo>
                <a:cubicBezTo>
                  <a:pt x="14985" y="7255"/>
                  <a:pt x="14464" y="4410"/>
                  <a:pt x="14012" y="3320"/>
                </a:cubicBezTo>
                <a:cubicBezTo>
                  <a:pt x="13397" y="1838"/>
                  <a:pt x="11571" y="382"/>
                  <a:pt x="9602" y="0"/>
                </a:cubicBezTo>
                <a:close/>
              </a:path>
            </a:pathLst>
          </a:custGeom>
          <a:solidFill>
            <a:srgbClr val="EAE3FF">
              <a:alpha val="125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4" name="Google Shape;444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23"/>
          <p:cNvSpPr txBox="1">
            <a:spLocks noGrp="1"/>
          </p:cNvSpPr>
          <p:nvPr>
            <p:ph type="title"/>
          </p:nvPr>
        </p:nvSpPr>
        <p:spPr>
          <a:xfrm>
            <a:off x="713100" y="1656650"/>
            <a:ext cx="4641000" cy="12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6" name="Google Shape;446;p23"/>
          <p:cNvSpPr txBox="1">
            <a:spLocks noGrp="1"/>
          </p:cNvSpPr>
          <p:nvPr>
            <p:ph type="subTitle" idx="1"/>
          </p:nvPr>
        </p:nvSpPr>
        <p:spPr>
          <a:xfrm>
            <a:off x="713100" y="2830325"/>
            <a:ext cx="4641000" cy="75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7" name="Google Shape;447;p23"/>
          <p:cNvSpPr>
            <a:spLocks noGrp="1"/>
          </p:cNvSpPr>
          <p:nvPr>
            <p:ph type="pic" idx="2"/>
          </p:nvPr>
        </p:nvSpPr>
        <p:spPr>
          <a:xfrm>
            <a:off x="5599500" y="948875"/>
            <a:ext cx="2820300" cy="3245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448" name="Google Shape;448;p23"/>
          <p:cNvGrpSpPr/>
          <p:nvPr/>
        </p:nvGrpSpPr>
        <p:grpSpPr>
          <a:xfrm rot="5400000">
            <a:off x="3269712" y="4086936"/>
            <a:ext cx="373340" cy="1406218"/>
            <a:chOff x="10945362" y="2723798"/>
            <a:chExt cx="373340" cy="1406218"/>
          </a:xfrm>
        </p:grpSpPr>
        <p:sp>
          <p:nvSpPr>
            <p:cNvPr id="449" name="Google Shape;449;p23"/>
            <p:cNvSpPr/>
            <p:nvPr/>
          </p:nvSpPr>
          <p:spPr>
            <a:xfrm>
              <a:off x="11084325" y="3702102"/>
              <a:ext cx="37878" cy="37878"/>
            </a:xfrm>
            <a:custGeom>
              <a:avLst/>
              <a:gdLst/>
              <a:ahLst/>
              <a:cxnLst/>
              <a:rect l="l" t="t" r="r" b="b"/>
              <a:pathLst>
                <a:path w="192" h="192" extrusionOk="0">
                  <a:moveTo>
                    <a:pt x="98" y="1"/>
                  </a:moveTo>
                  <a:cubicBezTo>
                    <a:pt x="38" y="1"/>
                    <a:pt x="1" y="35"/>
                    <a:pt x="1" y="95"/>
                  </a:cubicBezTo>
                  <a:cubicBezTo>
                    <a:pt x="1" y="143"/>
                    <a:pt x="38" y="192"/>
                    <a:pt x="98" y="192"/>
                  </a:cubicBezTo>
                  <a:cubicBezTo>
                    <a:pt x="143" y="192"/>
                    <a:pt x="191" y="143"/>
                    <a:pt x="191" y="95"/>
                  </a:cubicBezTo>
                  <a:cubicBezTo>
                    <a:pt x="191" y="35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3"/>
            <p:cNvSpPr/>
            <p:nvPr/>
          </p:nvSpPr>
          <p:spPr>
            <a:xfrm>
              <a:off x="10945362" y="3007911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17"/>
                    <a:pt x="35" y="143"/>
                    <a:pt x="72" y="143"/>
                  </a:cubicBezTo>
                  <a:cubicBezTo>
                    <a:pt x="106" y="143"/>
                    <a:pt x="143" y="117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3"/>
            <p:cNvSpPr/>
            <p:nvPr/>
          </p:nvSpPr>
          <p:spPr>
            <a:xfrm>
              <a:off x="11089455" y="3126813"/>
              <a:ext cx="28211" cy="28409"/>
            </a:xfrm>
            <a:custGeom>
              <a:avLst/>
              <a:gdLst/>
              <a:ahLst/>
              <a:cxnLst/>
              <a:rect l="l" t="t" r="r" b="b"/>
              <a:pathLst>
                <a:path w="143" h="144" extrusionOk="0">
                  <a:moveTo>
                    <a:pt x="72" y="1"/>
                  </a:moveTo>
                  <a:cubicBezTo>
                    <a:pt x="23" y="1"/>
                    <a:pt x="0" y="24"/>
                    <a:pt x="0" y="72"/>
                  </a:cubicBezTo>
                  <a:cubicBezTo>
                    <a:pt x="0" y="106"/>
                    <a:pt x="23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24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3"/>
            <p:cNvSpPr/>
            <p:nvPr/>
          </p:nvSpPr>
          <p:spPr>
            <a:xfrm>
              <a:off x="10952517" y="2809586"/>
              <a:ext cx="37878" cy="37878"/>
            </a:xfrm>
            <a:custGeom>
              <a:avLst/>
              <a:gdLst/>
              <a:ahLst/>
              <a:cxnLst/>
              <a:rect l="l" t="t" r="r" b="b"/>
              <a:pathLst>
                <a:path w="192" h="192" extrusionOk="0">
                  <a:moveTo>
                    <a:pt x="94" y="1"/>
                  </a:moveTo>
                  <a:cubicBezTo>
                    <a:pt x="49" y="1"/>
                    <a:pt x="1" y="35"/>
                    <a:pt x="1" y="95"/>
                  </a:cubicBezTo>
                  <a:cubicBezTo>
                    <a:pt x="1" y="143"/>
                    <a:pt x="49" y="191"/>
                    <a:pt x="94" y="191"/>
                  </a:cubicBezTo>
                  <a:cubicBezTo>
                    <a:pt x="154" y="191"/>
                    <a:pt x="191" y="143"/>
                    <a:pt x="191" y="95"/>
                  </a:cubicBezTo>
                  <a:cubicBezTo>
                    <a:pt x="191" y="35"/>
                    <a:pt x="154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3"/>
            <p:cNvSpPr/>
            <p:nvPr/>
          </p:nvSpPr>
          <p:spPr>
            <a:xfrm>
              <a:off x="11274116" y="3762866"/>
              <a:ext cx="40048" cy="40048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4" y="0"/>
                  </a:moveTo>
                  <a:cubicBezTo>
                    <a:pt x="46" y="0"/>
                    <a:pt x="0" y="37"/>
                    <a:pt x="0" y="97"/>
                  </a:cubicBezTo>
                  <a:cubicBezTo>
                    <a:pt x="0" y="154"/>
                    <a:pt x="46" y="202"/>
                    <a:pt x="94" y="202"/>
                  </a:cubicBezTo>
                  <a:cubicBezTo>
                    <a:pt x="154" y="202"/>
                    <a:pt x="202" y="154"/>
                    <a:pt x="202" y="97"/>
                  </a:cubicBezTo>
                  <a:cubicBezTo>
                    <a:pt x="202" y="37"/>
                    <a:pt x="154" y="0"/>
                    <a:pt x="94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3"/>
            <p:cNvSpPr/>
            <p:nvPr/>
          </p:nvSpPr>
          <p:spPr>
            <a:xfrm>
              <a:off x="11016458" y="4090559"/>
              <a:ext cx="40048" cy="39457"/>
            </a:xfrm>
            <a:custGeom>
              <a:avLst/>
              <a:gdLst/>
              <a:ahLst/>
              <a:cxnLst/>
              <a:rect l="l" t="t" r="r" b="b"/>
              <a:pathLst>
                <a:path w="203" h="200" extrusionOk="0">
                  <a:moveTo>
                    <a:pt x="109" y="1"/>
                  </a:moveTo>
                  <a:cubicBezTo>
                    <a:pt x="49" y="1"/>
                    <a:pt x="1" y="46"/>
                    <a:pt x="1" y="95"/>
                  </a:cubicBezTo>
                  <a:cubicBezTo>
                    <a:pt x="1" y="154"/>
                    <a:pt x="49" y="200"/>
                    <a:pt x="109" y="200"/>
                  </a:cubicBezTo>
                  <a:cubicBezTo>
                    <a:pt x="169" y="200"/>
                    <a:pt x="203" y="154"/>
                    <a:pt x="203" y="95"/>
                  </a:cubicBezTo>
                  <a:cubicBezTo>
                    <a:pt x="203" y="46"/>
                    <a:pt x="169" y="1"/>
                    <a:pt x="109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3"/>
            <p:cNvSpPr/>
            <p:nvPr/>
          </p:nvSpPr>
          <p:spPr>
            <a:xfrm>
              <a:off x="10990402" y="3324798"/>
              <a:ext cx="26041" cy="23279"/>
            </a:xfrm>
            <a:custGeom>
              <a:avLst/>
              <a:gdLst/>
              <a:ahLst/>
              <a:cxnLst/>
              <a:rect l="l" t="t" r="r" b="b"/>
              <a:pathLst>
                <a:path w="132" h="118" extrusionOk="0">
                  <a:moveTo>
                    <a:pt x="72" y="1"/>
                  </a:moveTo>
                  <a:cubicBezTo>
                    <a:pt x="38" y="1"/>
                    <a:pt x="1" y="24"/>
                    <a:pt x="1" y="58"/>
                  </a:cubicBezTo>
                  <a:cubicBezTo>
                    <a:pt x="1" y="95"/>
                    <a:pt x="38" y="118"/>
                    <a:pt x="72" y="118"/>
                  </a:cubicBezTo>
                  <a:cubicBezTo>
                    <a:pt x="109" y="118"/>
                    <a:pt x="132" y="95"/>
                    <a:pt x="132" y="58"/>
                  </a:cubicBezTo>
                  <a:cubicBezTo>
                    <a:pt x="132" y="24"/>
                    <a:pt x="109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3"/>
            <p:cNvSpPr/>
            <p:nvPr/>
          </p:nvSpPr>
          <p:spPr>
            <a:xfrm>
              <a:off x="11292661" y="3557293"/>
              <a:ext cx="26041" cy="25647"/>
            </a:xfrm>
            <a:custGeom>
              <a:avLst/>
              <a:gdLst/>
              <a:ahLst/>
              <a:cxnLst/>
              <a:rect l="l" t="t" r="r" b="b"/>
              <a:pathLst>
                <a:path w="132" h="130" extrusionOk="0">
                  <a:moveTo>
                    <a:pt x="60" y="1"/>
                  </a:moveTo>
                  <a:cubicBezTo>
                    <a:pt x="23" y="1"/>
                    <a:pt x="0" y="35"/>
                    <a:pt x="0" y="72"/>
                  </a:cubicBezTo>
                  <a:cubicBezTo>
                    <a:pt x="0" y="95"/>
                    <a:pt x="23" y="129"/>
                    <a:pt x="60" y="129"/>
                  </a:cubicBezTo>
                  <a:cubicBezTo>
                    <a:pt x="94" y="129"/>
                    <a:pt x="131" y="95"/>
                    <a:pt x="131" y="72"/>
                  </a:cubicBezTo>
                  <a:cubicBezTo>
                    <a:pt x="131" y="35"/>
                    <a:pt x="94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3"/>
            <p:cNvSpPr/>
            <p:nvPr/>
          </p:nvSpPr>
          <p:spPr>
            <a:xfrm>
              <a:off x="11168567" y="3905307"/>
              <a:ext cx="23871" cy="26041"/>
            </a:xfrm>
            <a:custGeom>
              <a:avLst/>
              <a:gdLst/>
              <a:ahLst/>
              <a:cxnLst/>
              <a:rect l="l" t="t" r="r" b="b"/>
              <a:pathLst>
                <a:path w="121" h="132" extrusionOk="0">
                  <a:moveTo>
                    <a:pt x="60" y="1"/>
                  </a:moveTo>
                  <a:cubicBezTo>
                    <a:pt x="26" y="1"/>
                    <a:pt x="1" y="38"/>
                    <a:pt x="1" y="72"/>
                  </a:cubicBezTo>
                  <a:cubicBezTo>
                    <a:pt x="1" y="98"/>
                    <a:pt x="26" y="132"/>
                    <a:pt x="60" y="132"/>
                  </a:cubicBezTo>
                  <a:cubicBezTo>
                    <a:pt x="97" y="132"/>
                    <a:pt x="120" y="98"/>
                    <a:pt x="120" y="72"/>
                  </a:cubicBezTo>
                  <a:cubicBezTo>
                    <a:pt x="120" y="38"/>
                    <a:pt x="97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3"/>
            <p:cNvSpPr/>
            <p:nvPr/>
          </p:nvSpPr>
          <p:spPr>
            <a:xfrm>
              <a:off x="11124177" y="3491794"/>
              <a:ext cx="26041" cy="25844"/>
            </a:xfrm>
            <a:custGeom>
              <a:avLst/>
              <a:gdLst/>
              <a:ahLst/>
              <a:cxnLst/>
              <a:rect l="l" t="t" r="r" b="b"/>
              <a:pathLst>
                <a:path w="132" h="131" extrusionOk="0">
                  <a:moveTo>
                    <a:pt x="72" y="0"/>
                  </a:moveTo>
                  <a:cubicBezTo>
                    <a:pt x="38" y="0"/>
                    <a:pt x="1" y="23"/>
                    <a:pt x="1" y="71"/>
                  </a:cubicBezTo>
                  <a:cubicBezTo>
                    <a:pt x="1" y="105"/>
                    <a:pt x="38" y="131"/>
                    <a:pt x="72" y="131"/>
                  </a:cubicBezTo>
                  <a:cubicBezTo>
                    <a:pt x="109" y="131"/>
                    <a:pt x="132" y="105"/>
                    <a:pt x="132" y="71"/>
                  </a:cubicBezTo>
                  <a:cubicBezTo>
                    <a:pt x="132" y="23"/>
                    <a:pt x="109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3"/>
            <p:cNvSpPr/>
            <p:nvPr/>
          </p:nvSpPr>
          <p:spPr>
            <a:xfrm>
              <a:off x="11090542" y="2723798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0"/>
                  </a:moveTo>
                  <a:cubicBezTo>
                    <a:pt x="26" y="0"/>
                    <a:pt x="1" y="37"/>
                    <a:pt x="1" y="72"/>
                  </a:cubicBezTo>
                  <a:cubicBezTo>
                    <a:pt x="1" y="109"/>
                    <a:pt x="26" y="131"/>
                    <a:pt x="61" y="131"/>
                  </a:cubicBezTo>
                  <a:cubicBezTo>
                    <a:pt x="98" y="131"/>
                    <a:pt x="132" y="109"/>
                    <a:pt x="132" y="72"/>
                  </a:cubicBezTo>
                  <a:cubicBezTo>
                    <a:pt x="132" y="37"/>
                    <a:pt x="98" y="0"/>
                    <a:pt x="61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3"/>
            <p:cNvSpPr/>
            <p:nvPr/>
          </p:nvSpPr>
          <p:spPr>
            <a:xfrm>
              <a:off x="11182766" y="2945755"/>
              <a:ext cx="23674" cy="26041"/>
            </a:xfrm>
            <a:custGeom>
              <a:avLst/>
              <a:gdLst/>
              <a:ahLst/>
              <a:cxnLst/>
              <a:rect l="l" t="t" r="r" b="b"/>
              <a:pathLst>
                <a:path w="120" h="132" extrusionOk="0">
                  <a:moveTo>
                    <a:pt x="60" y="0"/>
                  </a:moveTo>
                  <a:cubicBezTo>
                    <a:pt x="23" y="0"/>
                    <a:pt x="0" y="23"/>
                    <a:pt x="0" y="60"/>
                  </a:cubicBezTo>
                  <a:cubicBezTo>
                    <a:pt x="0" y="94"/>
                    <a:pt x="23" y="131"/>
                    <a:pt x="60" y="131"/>
                  </a:cubicBezTo>
                  <a:cubicBezTo>
                    <a:pt x="94" y="131"/>
                    <a:pt x="120" y="94"/>
                    <a:pt x="120" y="60"/>
                  </a:cubicBezTo>
                  <a:cubicBezTo>
                    <a:pt x="120" y="23"/>
                    <a:pt x="94" y="0"/>
                    <a:pt x="60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3"/>
            <p:cNvSpPr/>
            <p:nvPr/>
          </p:nvSpPr>
          <p:spPr>
            <a:xfrm>
              <a:off x="11233464" y="3196556"/>
              <a:ext cx="20912" cy="20912"/>
            </a:xfrm>
            <a:custGeom>
              <a:avLst/>
              <a:gdLst/>
              <a:ahLst/>
              <a:cxnLst/>
              <a:rect l="l" t="t" r="r" b="b"/>
              <a:pathLst>
                <a:path w="106" h="106" extrusionOk="0">
                  <a:moveTo>
                    <a:pt x="46" y="0"/>
                  </a:moveTo>
                  <a:cubicBezTo>
                    <a:pt x="23" y="0"/>
                    <a:pt x="0" y="23"/>
                    <a:pt x="0" y="48"/>
                  </a:cubicBezTo>
                  <a:cubicBezTo>
                    <a:pt x="0" y="83"/>
                    <a:pt x="23" y="105"/>
                    <a:pt x="46" y="105"/>
                  </a:cubicBezTo>
                  <a:cubicBezTo>
                    <a:pt x="83" y="105"/>
                    <a:pt x="105" y="83"/>
                    <a:pt x="105" y="48"/>
                  </a:cubicBezTo>
                  <a:cubicBezTo>
                    <a:pt x="105" y="23"/>
                    <a:pt x="83" y="0"/>
                    <a:pt x="46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2" name="Google Shape;462;p23"/>
          <p:cNvGrpSpPr/>
          <p:nvPr/>
        </p:nvGrpSpPr>
        <p:grpSpPr>
          <a:xfrm>
            <a:off x="329376" y="4289795"/>
            <a:ext cx="767447" cy="627174"/>
            <a:chOff x="3004689" y="3409507"/>
            <a:chExt cx="767447" cy="627174"/>
          </a:xfrm>
        </p:grpSpPr>
        <p:sp>
          <p:nvSpPr>
            <p:cNvPr id="463" name="Google Shape;463;p23"/>
            <p:cNvSpPr/>
            <p:nvPr/>
          </p:nvSpPr>
          <p:spPr>
            <a:xfrm>
              <a:off x="3659683" y="3654932"/>
              <a:ext cx="37681" cy="37681"/>
            </a:xfrm>
            <a:custGeom>
              <a:avLst/>
              <a:gdLst/>
              <a:ahLst/>
              <a:cxnLst/>
              <a:rect l="l" t="t" r="r" b="b"/>
              <a:pathLst>
                <a:path w="191" h="191" extrusionOk="0">
                  <a:moveTo>
                    <a:pt x="94" y="0"/>
                  </a:moveTo>
                  <a:cubicBezTo>
                    <a:pt x="49" y="0"/>
                    <a:pt x="0" y="49"/>
                    <a:pt x="0" y="97"/>
                  </a:cubicBezTo>
                  <a:cubicBezTo>
                    <a:pt x="0" y="142"/>
                    <a:pt x="49" y="191"/>
                    <a:pt x="94" y="191"/>
                  </a:cubicBezTo>
                  <a:cubicBezTo>
                    <a:pt x="154" y="191"/>
                    <a:pt x="191" y="142"/>
                    <a:pt x="191" y="97"/>
                  </a:cubicBezTo>
                  <a:cubicBezTo>
                    <a:pt x="191" y="49"/>
                    <a:pt x="154" y="0"/>
                    <a:pt x="94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3"/>
            <p:cNvSpPr/>
            <p:nvPr/>
          </p:nvSpPr>
          <p:spPr>
            <a:xfrm>
              <a:off x="3290361" y="3682947"/>
              <a:ext cx="67471" cy="68062"/>
            </a:xfrm>
            <a:custGeom>
              <a:avLst/>
              <a:gdLst/>
              <a:ahLst/>
              <a:cxnLst/>
              <a:rect l="l" t="t" r="r" b="b"/>
              <a:pathLst>
                <a:path w="342" h="345" extrusionOk="0">
                  <a:moveTo>
                    <a:pt x="165" y="0"/>
                  </a:moveTo>
                  <a:cubicBezTo>
                    <a:pt x="71" y="0"/>
                    <a:pt x="0" y="72"/>
                    <a:pt x="0" y="168"/>
                  </a:cubicBezTo>
                  <a:cubicBezTo>
                    <a:pt x="0" y="262"/>
                    <a:pt x="71" y="345"/>
                    <a:pt x="165" y="345"/>
                  </a:cubicBezTo>
                  <a:cubicBezTo>
                    <a:pt x="259" y="345"/>
                    <a:pt x="342" y="262"/>
                    <a:pt x="342" y="168"/>
                  </a:cubicBezTo>
                  <a:cubicBezTo>
                    <a:pt x="342" y="72"/>
                    <a:pt x="259" y="0"/>
                    <a:pt x="165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3"/>
            <p:cNvSpPr/>
            <p:nvPr/>
          </p:nvSpPr>
          <p:spPr>
            <a:xfrm>
              <a:off x="3743727" y="4008470"/>
              <a:ext cx="28409" cy="28211"/>
            </a:xfrm>
            <a:custGeom>
              <a:avLst/>
              <a:gdLst/>
              <a:ahLst/>
              <a:cxnLst/>
              <a:rect l="l" t="t" r="r" b="b"/>
              <a:pathLst>
                <a:path w="144" h="143" extrusionOk="0">
                  <a:moveTo>
                    <a:pt x="72" y="0"/>
                  </a:moveTo>
                  <a:cubicBezTo>
                    <a:pt x="35" y="0"/>
                    <a:pt x="1" y="23"/>
                    <a:pt x="1" y="72"/>
                  </a:cubicBezTo>
                  <a:cubicBezTo>
                    <a:pt x="1" y="106"/>
                    <a:pt x="35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23"/>
                    <a:pt x="106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3"/>
            <p:cNvSpPr/>
            <p:nvPr/>
          </p:nvSpPr>
          <p:spPr>
            <a:xfrm>
              <a:off x="3545059" y="3872737"/>
              <a:ext cx="42416" cy="42218"/>
            </a:xfrm>
            <a:custGeom>
              <a:avLst/>
              <a:gdLst/>
              <a:ahLst/>
              <a:cxnLst/>
              <a:rect l="l" t="t" r="r" b="b"/>
              <a:pathLst>
                <a:path w="215" h="214" extrusionOk="0">
                  <a:moveTo>
                    <a:pt x="106" y="0"/>
                  </a:moveTo>
                  <a:cubicBezTo>
                    <a:pt x="46" y="0"/>
                    <a:pt x="1" y="48"/>
                    <a:pt x="1" y="105"/>
                  </a:cubicBezTo>
                  <a:cubicBezTo>
                    <a:pt x="1" y="165"/>
                    <a:pt x="46" y="213"/>
                    <a:pt x="106" y="213"/>
                  </a:cubicBezTo>
                  <a:cubicBezTo>
                    <a:pt x="166" y="213"/>
                    <a:pt x="214" y="165"/>
                    <a:pt x="214" y="105"/>
                  </a:cubicBezTo>
                  <a:cubicBezTo>
                    <a:pt x="214" y="48"/>
                    <a:pt x="166" y="0"/>
                    <a:pt x="106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3"/>
            <p:cNvSpPr/>
            <p:nvPr/>
          </p:nvSpPr>
          <p:spPr>
            <a:xfrm>
              <a:off x="3481730" y="3409507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71" y="1"/>
                  </a:moveTo>
                  <a:cubicBezTo>
                    <a:pt x="37" y="1"/>
                    <a:pt x="0" y="35"/>
                    <a:pt x="0" y="72"/>
                  </a:cubicBezTo>
                  <a:cubicBezTo>
                    <a:pt x="0" y="106"/>
                    <a:pt x="37" y="132"/>
                    <a:pt x="71" y="132"/>
                  </a:cubicBezTo>
                  <a:cubicBezTo>
                    <a:pt x="108" y="132"/>
                    <a:pt x="131" y="106"/>
                    <a:pt x="131" y="72"/>
                  </a:cubicBezTo>
                  <a:cubicBezTo>
                    <a:pt x="131" y="35"/>
                    <a:pt x="108" y="1"/>
                    <a:pt x="7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3"/>
            <p:cNvSpPr/>
            <p:nvPr/>
          </p:nvSpPr>
          <p:spPr>
            <a:xfrm>
              <a:off x="3215194" y="3442060"/>
              <a:ext cx="30382" cy="30579"/>
            </a:xfrm>
            <a:custGeom>
              <a:avLst/>
              <a:gdLst/>
              <a:ahLst/>
              <a:cxnLst/>
              <a:rect l="l" t="t" r="r" b="b"/>
              <a:pathLst>
                <a:path w="154" h="155" extrusionOk="0">
                  <a:moveTo>
                    <a:pt x="71" y="1"/>
                  </a:moveTo>
                  <a:cubicBezTo>
                    <a:pt x="37" y="1"/>
                    <a:pt x="0" y="38"/>
                    <a:pt x="0" y="72"/>
                  </a:cubicBezTo>
                  <a:cubicBezTo>
                    <a:pt x="0" y="120"/>
                    <a:pt x="37" y="155"/>
                    <a:pt x="71" y="155"/>
                  </a:cubicBezTo>
                  <a:cubicBezTo>
                    <a:pt x="120" y="155"/>
                    <a:pt x="154" y="120"/>
                    <a:pt x="154" y="72"/>
                  </a:cubicBezTo>
                  <a:cubicBezTo>
                    <a:pt x="154" y="38"/>
                    <a:pt x="120" y="1"/>
                    <a:pt x="7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3"/>
            <p:cNvSpPr/>
            <p:nvPr/>
          </p:nvSpPr>
          <p:spPr>
            <a:xfrm>
              <a:off x="3481730" y="3589827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71" y="0"/>
                  </a:moveTo>
                  <a:cubicBezTo>
                    <a:pt x="37" y="0"/>
                    <a:pt x="0" y="34"/>
                    <a:pt x="0" y="71"/>
                  </a:cubicBezTo>
                  <a:cubicBezTo>
                    <a:pt x="0" y="105"/>
                    <a:pt x="37" y="131"/>
                    <a:pt x="71" y="131"/>
                  </a:cubicBezTo>
                  <a:cubicBezTo>
                    <a:pt x="108" y="131"/>
                    <a:pt x="131" y="105"/>
                    <a:pt x="131" y="71"/>
                  </a:cubicBezTo>
                  <a:cubicBezTo>
                    <a:pt x="131" y="34"/>
                    <a:pt x="108" y="0"/>
                    <a:pt x="71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3"/>
            <p:cNvSpPr/>
            <p:nvPr/>
          </p:nvSpPr>
          <p:spPr>
            <a:xfrm>
              <a:off x="3004689" y="3654932"/>
              <a:ext cx="58593" cy="61355"/>
            </a:xfrm>
            <a:custGeom>
              <a:avLst/>
              <a:gdLst/>
              <a:ahLst/>
              <a:cxnLst/>
              <a:rect l="l" t="t" r="r" b="b"/>
              <a:pathLst>
                <a:path w="297" h="311" extrusionOk="0">
                  <a:moveTo>
                    <a:pt x="142" y="0"/>
                  </a:moveTo>
                  <a:cubicBezTo>
                    <a:pt x="60" y="0"/>
                    <a:pt x="0" y="71"/>
                    <a:pt x="0" y="157"/>
                  </a:cubicBezTo>
                  <a:cubicBezTo>
                    <a:pt x="0" y="239"/>
                    <a:pt x="60" y="310"/>
                    <a:pt x="142" y="310"/>
                  </a:cubicBezTo>
                  <a:cubicBezTo>
                    <a:pt x="225" y="310"/>
                    <a:pt x="296" y="239"/>
                    <a:pt x="296" y="157"/>
                  </a:cubicBezTo>
                  <a:cubicBezTo>
                    <a:pt x="296" y="71"/>
                    <a:pt x="225" y="0"/>
                    <a:pt x="14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3"/>
            <p:cNvSpPr/>
            <p:nvPr/>
          </p:nvSpPr>
          <p:spPr>
            <a:xfrm>
              <a:off x="3004689" y="3456264"/>
              <a:ext cx="35511" cy="35511"/>
            </a:xfrm>
            <a:custGeom>
              <a:avLst/>
              <a:gdLst/>
              <a:ahLst/>
              <a:cxnLst/>
              <a:rect l="l" t="t" r="r" b="b"/>
              <a:pathLst>
                <a:path w="180" h="180" extrusionOk="0">
                  <a:moveTo>
                    <a:pt x="83" y="0"/>
                  </a:moveTo>
                  <a:cubicBezTo>
                    <a:pt x="37" y="0"/>
                    <a:pt x="0" y="48"/>
                    <a:pt x="0" y="97"/>
                  </a:cubicBezTo>
                  <a:cubicBezTo>
                    <a:pt x="0" y="142"/>
                    <a:pt x="37" y="179"/>
                    <a:pt x="83" y="179"/>
                  </a:cubicBezTo>
                  <a:cubicBezTo>
                    <a:pt x="131" y="179"/>
                    <a:pt x="179" y="142"/>
                    <a:pt x="179" y="97"/>
                  </a:cubicBezTo>
                  <a:cubicBezTo>
                    <a:pt x="179" y="48"/>
                    <a:pt x="131" y="0"/>
                    <a:pt x="83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3"/>
            <p:cNvSpPr/>
            <p:nvPr/>
          </p:nvSpPr>
          <p:spPr>
            <a:xfrm>
              <a:off x="3119115" y="3893452"/>
              <a:ext cx="35511" cy="35511"/>
            </a:xfrm>
            <a:custGeom>
              <a:avLst/>
              <a:gdLst/>
              <a:ahLst/>
              <a:cxnLst/>
              <a:rect l="l" t="t" r="r" b="b"/>
              <a:pathLst>
                <a:path w="180" h="180" extrusionOk="0">
                  <a:moveTo>
                    <a:pt x="97" y="0"/>
                  </a:moveTo>
                  <a:cubicBezTo>
                    <a:pt x="49" y="0"/>
                    <a:pt x="1" y="37"/>
                    <a:pt x="1" y="86"/>
                  </a:cubicBezTo>
                  <a:cubicBezTo>
                    <a:pt x="1" y="143"/>
                    <a:pt x="49" y="180"/>
                    <a:pt x="97" y="180"/>
                  </a:cubicBezTo>
                  <a:cubicBezTo>
                    <a:pt x="143" y="180"/>
                    <a:pt x="180" y="143"/>
                    <a:pt x="180" y="86"/>
                  </a:cubicBezTo>
                  <a:cubicBezTo>
                    <a:pt x="180" y="37"/>
                    <a:pt x="143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3"/>
            <p:cNvSpPr/>
            <p:nvPr/>
          </p:nvSpPr>
          <p:spPr>
            <a:xfrm>
              <a:off x="3357636" y="3984795"/>
              <a:ext cx="35511" cy="37878"/>
            </a:xfrm>
            <a:custGeom>
              <a:avLst/>
              <a:gdLst/>
              <a:ahLst/>
              <a:cxnLst/>
              <a:rect l="l" t="t" r="r" b="b"/>
              <a:pathLst>
                <a:path w="180" h="192" extrusionOk="0">
                  <a:moveTo>
                    <a:pt x="86" y="1"/>
                  </a:moveTo>
                  <a:cubicBezTo>
                    <a:pt x="38" y="1"/>
                    <a:pt x="1" y="49"/>
                    <a:pt x="1" y="95"/>
                  </a:cubicBezTo>
                  <a:cubicBezTo>
                    <a:pt x="1" y="143"/>
                    <a:pt x="38" y="192"/>
                    <a:pt x="86" y="192"/>
                  </a:cubicBezTo>
                  <a:cubicBezTo>
                    <a:pt x="131" y="192"/>
                    <a:pt x="180" y="143"/>
                    <a:pt x="180" y="95"/>
                  </a:cubicBezTo>
                  <a:cubicBezTo>
                    <a:pt x="180" y="49"/>
                    <a:pt x="131" y="1"/>
                    <a:pt x="86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4" name="Google Shape;474;p23"/>
          <p:cNvGrpSpPr/>
          <p:nvPr/>
        </p:nvGrpSpPr>
        <p:grpSpPr>
          <a:xfrm rot="-1116533">
            <a:off x="214317" y="226514"/>
            <a:ext cx="851672" cy="870213"/>
            <a:chOff x="8666383" y="2375725"/>
            <a:chExt cx="851689" cy="870231"/>
          </a:xfrm>
        </p:grpSpPr>
        <p:sp>
          <p:nvSpPr>
            <p:cNvPr id="475" name="Google Shape;475;p23"/>
            <p:cNvSpPr/>
            <p:nvPr/>
          </p:nvSpPr>
          <p:spPr>
            <a:xfrm>
              <a:off x="9482364" y="2621544"/>
              <a:ext cx="35708" cy="37286"/>
            </a:xfrm>
            <a:custGeom>
              <a:avLst/>
              <a:gdLst/>
              <a:ahLst/>
              <a:cxnLst/>
              <a:rect l="l" t="t" r="r" b="b"/>
              <a:pathLst>
                <a:path w="181" h="189" extrusionOk="0">
                  <a:moveTo>
                    <a:pt x="98" y="1"/>
                  </a:moveTo>
                  <a:cubicBezTo>
                    <a:pt x="38" y="1"/>
                    <a:pt x="1" y="46"/>
                    <a:pt x="1" y="95"/>
                  </a:cubicBezTo>
                  <a:cubicBezTo>
                    <a:pt x="1" y="143"/>
                    <a:pt x="38" y="189"/>
                    <a:pt x="98" y="189"/>
                  </a:cubicBezTo>
                  <a:cubicBezTo>
                    <a:pt x="143" y="189"/>
                    <a:pt x="180" y="143"/>
                    <a:pt x="180" y="95"/>
                  </a:cubicBezTo>
                  <a:cubicBezTo>
                    <a:pt x="180" y="46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3"/>
            <p:cNvSpPr/>
            <p:nvPr/>
          </p:nvSpPr>
          <p:spPr>
            <a:xfrm>
              <a:off x="9110872" y="2649559"/>
              <a:ext cx="68062" cy="68260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7" y="1"/>
                  </a:moveTo>
                  <a:cubicBezTo>
                    <a:pt x="83" y="1"/>
                    <a:pt x="1" y="72"/>
                    <a:pt x="1" y="166"/>
                  </a:cubicBezTo>
                  <a:cubicBezTo>
                    <a:pt x="1" y="260"/>
                    <a:pt x="83" y="345"/>
                    <a:pt x="177" y="345"/>
                  </a:cubicBezTo>
                  <a:cubicBezTo>
                    <a:pt x="274" y="345"/>
                    <a:pt x="345" y="260"/>
                    <a:pt x="345" y="166"/>
                  </a:cubicBezTo>
                  <a:cubicBezTo>
                    <a:pt x="345" y="72"/>
                    <a:pt x="274" y="1"/>
                    <a:pt x="177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3"/>
            <p:cNvSpPr/>
            <p:nvPr/>
          </p:nvSpPr>
          <p:spPr>
            <a:xfrm>
              <a:off x="9365767" y="2838757"/>
              <a:ext cx="44389" cy="42416"/>
            </a:xfrm>
            <a:custGeom>
              <a:avLst/>
              <a:gdLst/>
              <a:ahLst/>
              <a:cxnLst/>
              <a:rect l="l" t="t" r="r" b="b"/>
              <a:pathLst>
                <a:path w="225" h="215" extrusionOk="0">
                  <a:moveTo>
                    <a:pt x="120" y="1"/>
                  </a:moveTo>
                  <a:cubicBezTo>
                    <a:pt x="49" y="1"/>
                    <a:pt x="0" y="49"/>
                    <a:pt x="0" y="109"/>
                  </a:cubicBezTo>
                  <a:cubicBezTo>
                    <a:pt x="0" y="169"/>
                    <a:pt x="49" y="214"/>
                    <a:pt x="120" y="214"/>
                  </a:cubicBezTo>
                  <a:cubicBezTo>
                    <a:pt x="179" y="214"/>
                    <a:pt x="225" y="169"/>
                    <a:pt x="225" y="109"/>
                  </a:cubicBezTo>
                  <a:cubicBezTo>
                    <a:pt x="225" y="49"/>
                    <a:pt x="179" y="1"/>
                    <a:pt x="12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3"/>
            <p:cNvSpPr/>
            <p:nvPr/>
          </p:nvSpPr>
          <p:spPr>
            <a:xfrm>
              <a:off x="9305002" y="2375725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3"/>
            <p:cNvSpPr/>
            <p:nvPr/>
          </p:nvSpPr>
          <p:spPr>
            <a:xfrm>
              <a:off x="9052474" y="2495281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06"/>
                    <a:pt x="35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3"/>
            <p:cNvSpPr/>
            <p:nvPr/>
          </p:nvSpPr>
          <p:spPr>
            <a:xfrm>
              <a:off x="9305002" y="2555848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3"/>
            <p:cNvSpPr/>
            <p:nvPr/>
          </p:nvSpPr>
          <p:spPr>
            <a:xfrm>
              <a:off x="8825791" y="2621544"/>
              <a:ext cx="60763" cy="60763"/>
            </a:xfrm>
            <a:custGeom>
              <a:avLst/>
              <a:gdLst/>
              <a:ahLst/>
              <a:cxnLst/>
              <a:rect l="l" t="t" r="r" b="b"/>
              <a:pathLst>
                <a:path w="308" h="308" extrusionOk="0">
                  <a:moveTo>
                    <a:pt x="154" y="1"/>
                  </a:moveTo>
                  <a:cubicBezTo>
                    <a:pt x="72" y="1"/>
                    <a:pt x="0" y="72"/>
                    <a:pt x="0" y="154"/>
                  </a:cubicBezTo>
                  <a:cubicBezTo>
                    <a:pt x="0" y="237"/>
                    <a:pt x="72" y="308"/>
                    <a:pt x="154" y="308"/>
                  </a:cubicBezTo>
                  <a:cubicBezTo>
                    <a:pt x="237" y="308"/>
                    <a:pt x="308" y="237"/>
                    <a:pt x="308" y="154"/>
                  </a:cubicBezTo>
                  <a:cubicBezTo>
                    <a:pt x="308" y="72"/>
                    <a:pt x="237" y="1"/>
                    <a:pt x="15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3"/>
            <p:cNvSpPr/>
            <p:nvPr/>
          </p:nvSpPr>
          <p:spPr>
            <a:xfrm>
              <a:off x="8687690" y="2951013"/>
              <a:ext cx="34919" cy="35511"/>
            </a:xfrm>
            <a:custGeom>
              <a:avLst/>
              <a:gdLst/>
              <a:ahLst/>
              <a:cxnLst/>
              <a:rect l="l" t="t" r="r" b="b"/>
              <a:pathLst>
                <a:path w="177" h="180" extrusionOk="0">
                  <a:moveTo>
                    <a:pt x="94" y="1"/>
                  </a:moveTo>
                  <a:cubicBezTo>
                    <a:pt x="35" y="1"/>
                    <a:pt x="1" y="49"/>
                    <a:pt x="1" y="97"/>
                  </a:cubicBezTo>
                  <a:cubicBezTo>
                    <a:pt x="1" y="143"/>
                    <a:pt x="35" y="180"/>
                    <a:pt x="94" y="180"/>
                  </a:cubicBezTo>
                  <a:cubicBezTo>
                    <a:pt x="143" y="180"/>
                    <a:pt x="177" y="143"/>
                    <a:pt x="177" y="97"/>
                  </a:cubicBezTo>
                  <a:cubicBezTo>
                    <a:pt x="177" y="49"/>
                    <a:pt x="143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3"/>
            <p:cNvSpPr/>
            <p:nvPr/>
          </p:nvSpPr>
          <p:spPr>
            <a:xfrm>
              <a:off x="8942585" y="2860064"/>
              <a:ext cx="34919" cy="35116"/>
            </a:xfrm>
            <a:custGeom>
              <a:avLst/>
              <a:gdLst/>
              <a:ahLst/>
              <a:cxnLst/>
              <a:rect l="l" t="t" r="r" b="b"/>
              <a:pathLst>
                <a:path w="177" h="178" extrusionOk="0">
                  <a:moveTo>
                    <a:pt x="83" y="1"/>
                  </a:moveTo>
                  <a:cubicBezTo>
                    <a:pt x="34" y="1"/>
                    <a:pt x="0" y="35"/>
                    <a:pt x="0" y="83"/>
                  </a:cubicBezTo>
                  <a:cubicBezTo>
                    <a:pt x="0" y="143"/>
                    <a:pt x="34" y="177"/>
                    <a:pt x="83" y="177"/>
                  </a:cubicBezTo>
                  <a:cubicBezTo>
                    <a:pt x="131" y="177"/>
                    <a:pt x="177" y="143"/>
                    <a:pt x="177" y="83"/>
                  </a:cubicBezTo>
                  <a:cubicBezTo>
                    <a:pt x="177" y="35"/>
                    <a:pt x="131" y="1"/>
                    <a:pt x="8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3"/>
            <p:cNvSpPr/>
            <p:nvPr/>
          </p:nvSpPr>
          <p:spPr>
            <a:xfrm>
              <a:off x="8666383" y="3189533"/>
              <a:ext cx="56226" cy="56423"/>
            </a:xfrm>
            <a:custGeom>
              <a:avLst/>
              <a:gdLst/>
              <a:ahLst/>
              <a:cxnLst/>
              <a:rect l="l" t="t" r="r" b="b"/>
              <a:pathLst>
                <a:path w="285" h="28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26"/>
                    <a:pt x="72" y="285"/>
                    <a:pt x="143" y="285"/>
                  </a:cubicBezTo>
                  <a:cubicBezTo>
                    <a:pt x="225" y="285"/>
                    <a:pt x="285" y="226"/>
                    <a:pt x="285" y="143"/>
                  </a:cubicBezTo>
                  <a:cubicBezTo>
                    <a:pt x="285" y="72"/>
                    <a:pt x="225" y="1"/>
                    <a:pt x="14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5" name="Google Shape;485;p23"/>
          <p:cNvGrpSpPr/>
          <p:nvPr/>
        </p:nvGrpSpPr>
        <p:grpSpPr>
          <a:xfrm>
            <a:off x="8103791" y="4385367"/>
            <a:ext cx="640409" cy="518201"/>
            <a:chOff x="9579360" y="2507084"/>
            <a:chExt cx="505015" cy="408643"/>
          </a:xfrm>
        </p:grpSpPr>
        <p:sp>
          <p:nvSpPr>
            <p:cNvPr id="486" name="Google Shape;486;p23"/>
            <p:cNvSpPr/>
            <p:nvPr/>
          </p:nvSpPr>
          <p:spPr>
            <a:xfrm>
              <a:off x="9739126" y="2655146"/>
              <a:ext cx="16572" cy="16374"/>
            </a:xfrm>
            <a:custGeom>
              <a:avLst/>
              <a:gdLst/>
              <a:ahLst/>
              <a:cxnLst/>
              <a:rect l="l" t="t" r="r" b="b"/>
              <a:pathLst>
                <a:path w="84" h="83" extrusionOk="0">
                  <a:moveTo>
                    <a:pt x="35" y="0"/>
                  </a:moveTo>
                  <a:cubicBezTo>
                    <a:pt x="12" y="0"/>
                    <a:pt x="1" y="12"/>
                    <a:pt x="1" y="34"/>
                  </a:cubicBezTo>
                  <a:cubicBezTo>
                    <a:pt x="1" y="60"/>
                    <a:pt x="12" y="83"/>
                    <a:pt x="35" y="83"/>
                  </a:cubicBezTo>
                  <a:cubicBezTo>
                    <a:pt x="61" y="83"/>
                    <a:pt x="83" y="60"/>
                    <a:pt x="83" y="34"/>
                  </a:cubicBezTo>
                  <a:cubicBezTo>
                    <a:pt x="83" y="12"/>
                    <a:pt x="61" y="0"/>
                    <a:pt x="35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3"/>
            <p:cNvSpPr/>
            <p:nvPr/>
          </p:nvSpPr>
          <p:spPr>
            <a:xfrm>
              <a:off x="9935071" y="2887516"/>
              <a:ext cx="28409" cy="28211"/>
            </a:xfrm>
            <a:custGeom>
              <a:avLst/>
              <a:gdLst/>
              <a:ahLst/>
              <a:cxnLst/>
              <a:rect l="l" t="t" r="r" b="b"/>
              <a:pathLst>
                <a:path w="144" h="143" extrusionOk="0">
                  <a:moveTo>
                    <a:pt x="72" y="0"/>
                  </a:moveTo>
                  <a:cubicBezTo>
                    <a:pt x="38" y="0"/>
                    <a:pt x="1" y="37"/>
                    <a:pt x="1" y="71"/>
                  </a:cubicBezTo>
                  <a:cubicBezTo>
                    <a:pt x="1" y="120"/>
                    <a:pt x="38" y="143"/>
                    <a:pt x="72" y="143"/>
                  </a:cubicBezTo>
                  <a:cubicBezTo>
                    <a:pt x="120" y="143"/>
                    <a:pt x="143" y="120"/>
                    <a:pt x="143" y="71"/>
                  </a:cubicBezTo>
                  <a:cubicBezTo>
                    <a:pt x="143" y="37"/>
                    <a:pt x="120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3"/>
            <p:cNvSpPr/>
            <p:nvPr/>
          </p:nvSpPr>
          <p:spPr>
            <a:xfrm>
              <a:off x="9579360" y="2834836"/>
              <a:ext cx="37681" cy="37286"/>
            </a:xfrm>
            <a:custGeom>
              <a:avLst/>
              <a:gdLst/>
              <a:ahLst/>
              <a:cxnLst/>
              <a:rect l="l" t="t" r="r" b="b"/>
              <a:pathLst>
                <a:path w="191" h="189" extrusionOk="0">
                  <a:moveTo>
                    <a:pt x="97" y="0"/>
                  </a:moveTo>
                  <a:cubicBezTo>
                    <a:pt x="49" y="0"/>
                    <a:pt x="0" y="46"/>
                    <a:pt x="0" y="94"/>
                  </a:cubicBezTo>
                  <a:cubicBezTo>
                    <a:pt x="0" y="143"/>
                    <a:pt x="49" y="188"/>
                    <a:pt x="97" y="188"/>
                  </a:cubicBezTo>
                  <a:cubicBezTo>
                    <a:pt x="157" y="188"/>
                    <a:pt x="191" y="143"/>
                    <a:pt x="191" y="94"/>
                  </a:cubicBezTo>
                  <a:cubicBezTo>
                    <a:pt x="191" y="46"/>
                    <a:pt x="157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3"/>
            <p:cNvSpPr/>
            <p:nvPr/>
          </p:nvSpPr>
          <p:spPr>
            <a:xfrm>
              <a:off x="10060701" y="2507084"/>
              <a:ext cx="23674" cy="23674"/>
            </a:xfrm>
            <a:custGeom>
              <a:avLst/>
              <a:gdLst/>
              <a:ahLst/>
              <a:cxnLst/>
              <a:rect l="l" t="t" r="r" b="b"/>
              <a:pathLst>
                <a:path w="120" h="120" extrusionOk="0">
                  <a:moveTo>
                    <a:pt x="60" y="1"/>
                  </a:moveTo>
                  <a:cubicBezTo>
                    <a:pt x="37" y="1"/>
                    <a:pt x="0" y="26"/>
                    <a:pt x="0" y="60"/>
                  </a:cubicBezTo>
                  <a:cubicBezTo>
                    <a:pt x="0" y="97"/>
                    <a:pt x="37" y="120"/>
                    <a:pt x="60" y="120"/>
                  </a:cubicBezTo>
                  <a:cubicBezTo>
                    <a:pt x="97" y="120"/>
                    <a:pt x="120" y="97"/>
                    <a:pt x="120" y="60"/>
                  </a:cubicBezTo>
                  <a:cubicBezTo>
                    <a:pt x="120" y="26"/>
                    <a:pt x="97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3"/>
            <p:cNvSpPr/>
            <p:nvPr/>
          </p:nvSpPr>
          <p:spPr>
            <a:xfrm>
              <a:off x="9730743" y="2537391"/>
              <a:ext cx="33341" cy="32749"/>
            </a:xfrm>
            <a:custGeom>
              <a:avLst/>
              <a:gdLst/>
              <a:ahLst/>
              <a:cxnLst/>
              <a:rect l="l" t="t" r="r" b="b"/>
              <a:pathLst>
                <a:path w="169" h="166" extrusionOk="0">
                  <a:moveTo>
                    <a:pt x="86" y="0"/>
                  </a:moveTo>
                  <a:cubicBezTo>
                    <a:pt x="37" y="0"/>
                    <a:pt x="0" y="35"/>
                    <a:pt x="0" y="83"/>
                  </a:cubicBezTo>
                  <a:cubicBezTo>
                    <a:pt x="0" y="131"/>
                    <a:pt x="37" y="165"/>
                    <a:pt x="86" y="165"/>
                  </a:cubicBezTo>
                  <a:cubicBezTo>
                    <a:pt x="120" y="165"/>
                    <a:pt x="168" y="131"/>
                    <a:pt x="168" y="83"/>
                  </a:cubicBezTo>
                  <a:cubicBezTo>
                    <a:pt x="168" y="35"/>
                    <a:pt x="120" y="0"/>
                    <a:pt x="86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3"/>
            <p:cNvSpPr/>
            <p:nvPr/>
          </p:nvSpPr>
          <p:spPr>
            <a:xfrm>
              <a:off x="10032006" y="2744517"/>
              <a:ext cx="40048" cy="40048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7" y="0"/>
                  </a:moveTo>
                  <a:cubicBezTo>
                    <a:pt x="49" y="0"/>
                    <a:pt x="0" y="46"/>
                    <a:pt x="0" y="106"/>
                  </a:cubicBezTo>
                  <a:cubicBezTo>
                    <a:pt x="0" y="154"/>
                    <a:pt x="49" y="202"/>
                    <a:pt x="97" y="202"/>
                  </a:cubicBezTo>
                  <a:cubicBezTo>
                    <a:pt x="157" y="202"/>
                    <a:pt x="202" y="154"/>
                    <a:pt x="202" y="106"/>
                  </a:cubicBezTo>
                  <a:cubicBezTo>
                    <a:pt x="202" y="46"/>
                    <a:pt x="157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2" name="Google Shape;492;p23"/>
          <p:cNvSpPr/>
          <p:nvPr/>
        </p:nvSpPr>
        <p:spPr>
          <a:xfrm rot="1728991">
            <a:off x="8281880" y="4347086"/>
            <a:ext cx="284240" cy="397435"/>
          </a:xfrm>
          <a:custGeom>
            <a:avLst/>
            <a:gdLst/>
            <a:ahLst/>
            <a:cxnLst/>
            <a:rect l="l" t="t" r="r" b="b"/>
            <a:pathLst>
              <a:path w="2333" h="3262" extrusionOk="0">
                <a:moveTo>
                  <a:pt x="711" y="1"/>
                </a:moveTo>
                <a:cubicBezTo>
                  <a:pt x="450" y="1"/>
                  <a:pt x="213" y="61"/>
                  <a:pt x="0" y="166"/>
                </a:cubicBezTo>
                <a:cubicBezTo>
                  <a:pt x="34" y="155"/>
                  <a:pt x="71" y="155"/>
                  <a:pt x="117" y="155"/>
                </a:cubicBezTo>
                <a:cubicBezTo>
                  <a:pt x="925" y="155"/>
                  <a:pt x="1588" y="820"/>
                  <a:pt x="1588" y="1625"/>
                </a:cubicBezTo>
                <a:cubicBezTo>
                  <a:pt x="1588" y="2442"/>
                  <a:pt x="925" y="3096"/>
                  <a:pt x="117" y="3096"/>
                </a:cubicBezTo>
                <a:lnTo>
                  <a:pt x="0" y="3096"/>
                </a:lnTo>
                <a:cubicBezTo>
                  <a:pt x="213" y="3201"/>
                  <a:pt x="450" y="3261"/>
                  <a:pt x="711" y="3261"/>
                </a:cubicBezTo>
                <a:cubicBezTo>
                  <a:pt x="1610" y="3261"/>
                  <a:pt x="2333" y="2527"/>
                  <a:pt x="2333" y="1625"/>
                </a:cubicBezTo>
                <a:cubicBezTo>
                  <a:pt x="2333" y="724"/>
                  <a:pt x="1610" y="1"/>
                  <a:pt x="711" y="1"/>
                </a:cubicBezTo>
                <a:close/>
              </a:path>
            </a:pathLst>
          </a:custGeom>
          <a:solidFill>
            <a:srgbClr val="EAE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482233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Title and text 5"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Google Shape;49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2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6" name="Google Shape;496;p2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8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ivvic"/>
              <a:buChar char="●"/>
              <a:defRPr sz="2400">
                <a:latin typeface="Itim"/>
                <a:ea typeface="Itim"/>
                <a:cs typeface="Itim"/>
                <a:sym typeface="Itim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180822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5"/>
          <p:cNvSpPr/>
          <p:nvPr/>
        </p:nvSpPr>
        <p:spPr>
          <a:xfrm rot="10800000" flipH="1">
            <a:off x="0" y="-4"/>
            <a:ext cx="1988870" cy="5143529"/>
          </a:xfrm>
          <a:custGeom>
            <a:avLst/>
            <a:gdLst/>
            <a:ahLst/>
            <a:cxnLst/>
            <a:rect l="l" t="t" r="r" b="b"/>
            <a:pathLst>
              <a:path w="22288" h="23710" extrusionOk="0">
                <a:moveTo>
                  <a:pt x="1" y="0"/>
                </a:moveTo>
                <a:lnTo>
                  <a:pt x="1" y="23710"/>
                </a:lnTo>
                <a:lnTo>
                  <a:pt x="22014" y="23710"/>
                </a:lnTo>
                <a:cubicBezTo>
                  <a:pt x="22288" y="22262"/>
                  <a:pt x="21895" y="20708"/>
                  <a:pt x="20817" y="19585"/>
                </a:cubicBezTo>
                <a:cubicBezTo>
                  <a:pt x="19488" y="18256"/>
                  <a:pt x="17594" y="17972"/>
                  <a:pt x="15980" y="17166"/>
                </a:cubicBezTo>
                <a:cubicBezTo>
                  <a:pt x="14510" y="16407"/>
                  <a:pt x="13184" y="15363"/>
                  <a:pt x="12851" y="13656"/>
                </a:cubicBezTo>
                <a:cubicBezTo>
                  <a:pt x="12615" y="12472"/>
                  <a:pt x="12803" y="11428"/>
                  <a:pt x="13136" y="10290"/>
                </a:cubicBezTo>
                <a:cubicBezTo>
                  <a:pt x="13136" y="10242"/>
                  <a:pt x="13278" y="10054"/>
                  <a:pt x="13278" y="10006"/>
                </a:cubicBezTo>
                <a:cubicBezTo>
                  <a:pt x="13420" y="9628"/>
                  <a:pt x="13562" y="9295"/>
                  <a:pt x="13798" y="8962"/>
                </a:cubicBezTo>
                <a:lnTo>
                  <a:pt x="13847" y="8868"/>
                </a:lnTo>
                <a:cubicBezTo>
                  <a:pt x="14985" y="7255"/>
                  <a:pt x="14464" y="4410"/>
                  <a:pt x="14012" y="3320"/>
                </a:cubicBezTo>
                <a:cubicBezTo>
                  <a:pt x="13397" y="1838"/>
                  <a:pt x="11571" y="382"/>
                  <a:pt x="9602" y="0"/>
                </a:cubicBezTo>
                <a:close/>
              </a:path>
            </a:pathLst>
          </a:custGeom>
          <a:solidFill>
            <a:srgbClr val="EAE3FF">
              <a:alpha val="125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25"/>
          <p:cNvSpPr/>
          <p:nvPr/>
        </p:nvSpPr>
        <p:spPr>
          <a:xfrm flipH="1">
            <a:off x="7155130" y="6813"/>
            <a:ext cx="1988870" cy="5143529"/>
          </a:xfrm>
          <a:custGeom>
            <a:avLst/>
            <a:gdLst/>
            <a:ahLst/>
            <a:cxnLst/>
            <a:rect l="l" t="t" r="r" b="b"/>
            <a:pathLst>
              <a:path w="22288" h="23710" extrusionOk="0">
                <a:moveTo>
                  <a:pt x="1" y="0"/>
                </a:moveTo>
                <a:lnTo>
                  <a:pt x="1" y="23710"/>
                </a:lnTo>
                <a:lnTo>
                  <a:pt x="22014" y="23710"/>
                </a:lnTo>
                <a:cubicBezTo>
                  <a:pt x="22288" y="22262"/>
                  <a:pt x="21895" y="20708"/>
                  <a:pt x="20817" y="19585"/>
                </a:cubicBezTo>
                <a:cubicBezTo>
                  <a:pt x="19488" y="18256"/>
                  <a:pt x="17594" y="17972"/>
                  <a:pt x="15980" y="17166"/>
                </a:cubicBezTo>
                <a:cubicBezTo>
                  <a:pt x="14510" y="16407"/>
                  <a:pt x="13184" y="15363"/>
                  <a:pt x="12851" y="13656"/>
                </a:cubicBezTo>
                <a:cubicBezTo>
                  <a:pt x="12615" y="12472"/>
                  <a:pt x="12803" y="11428"/>
                  <a:pt x="13136" y="10290"/>
                </a:cubicBezTo>
                <a:cubicBezTo>
                  <a:pt x="13136" y="10242"/>
                  <a:pt x="13278" y="10054"/>
                  <a:pt x="13278" y="10006"/>
                </a:cubicBezTo>
                <a:cubicBezTo>
                  <a:pt x="13420" y="9628"/>
                  <a:pt x="13562" y="9295"/>
                  <a:pt x="13798" y="8962"/>
                </a:cubicBezTo>
                <a:lnTo>
                  <a:pt x="13847" y="8868"/>
                </a:lnTo>
                <a:cubicBezTo>
                  <a:pt x="14985" y="7255"/>
                  <a:pt x="14464" y="4410"/>
                  <a:pt x="14012" y="3320"/>
                </a:cubicBezTo>
                <a:cubicBezTo>
                  <a:pt x="13397" y="1838"/>
                  <a:pt x="11571" y="382"/>
                  <a:pt x="9602" y="0"/>
                </a:cubicBezTo>
                <a:close/>
              </a:path>
            </a:pathLst>
          </a:custGeom>
          <a:solidFill>
            <a:srgbClr val="EAE3FF">
              <a:alpha val="125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0" name="Google Shape;500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2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02" name="Google Shape;502;p25"/>
          <p:cNvSpPr txBox="1">
            <a:spLocks noGrp="1"/>
          </p:cNvSpPr>
          <p:nvPr>
            <p:ph type="subTitle" idx="1"/>
          </p:nvPr>
        </p:nvSpPr>
        <p:spPr>
          <a:xfrm>
            <a:off x="1718764" y="3882557"/>
            <a:ext cx="2766000" cy="56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3" name="Google Shape;503;p25"/>
          <p:cNvSpPr txBox="1">
            <a:spLocks noGrp="1"/>
          </p:cNvSpPr>
          <p:nvPr>
            <p:ph type="subTitle" idx="2"/>
          </p:nvPr>
        </p:nvSpPr>
        <p:spPr>
          <a:xfrm>
            <a:off x="4659298" y="3882557"/>
            <a:ext cx="2766000" cy="56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4" name="Google Shape;504;p25"/>
          <p:cNvSpPr txBox="1">
            <a:spLocks noGrp="1"/>
          </p:cNvSpPr>
          <p:nvPr>
            <p:ph type="subTitle" idx="3"/>
          </p:nvPr>
        </p:nvSpPr>
        <p:spPr>
          <a:xfrm>
            <a:off x="1718750" y="3451625"/>
            <a:ext cx="27660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5" name="Google Shape;505;p25"/>
          <p:cNvSpPr txBox="1">
            <a:spLocks noGrp="1"/>
          </p:cNvSpPr>
          <p:nvPr>
            <p:ph type="subTitle" idx="4"/>
          </p:nvPr>
        </p:nvSpPr>
        <p:spPr>
          <a:xfrm>
            <a:off x="4659298" y="3451625"/>
            <a:ext cx="27660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06" name="Google Shape;506;p25"/>
          <p:cNvGrpSpPr/>
          <p:nvPr/>
        </p:nvGrpSpPr>
        <p:grpSpPr>
          <a:xfrm>
            <a:off x="265851" y="4160082"/>
            <a:ext cx="767447" cy="627174"/>
            <a:chOff x="3004689" y="3409507"/>
            <a:chExt cx="767447" cy="627174"/>
          </a:xfrm>
        </p:grpSpPr>
        <p:sp>
          <p:nvSpPr>
            <p:cNvPr id="507" name="Google Shape;507;p25"/>
            <p:cNvSpPr/>
            <p:nvPr/>
          </p:nvSpPr>
          <p:spPr>
            <a:xfrm>
              <a:off x="3659683" y="3654932"/>
              <a:ext cx="37681" cy="37681"/>
            </a:xfrm>
            <a:custGeom>
              <a:avLst/>
              <a:gdLst/>
              <a:ahLst/>
              <a:cxnLst/>
              <a:rect l="l" t="t" r="r" b="b"/>
              <a:pathLst>
                <a:path w="191" h="191" extrusionOk="0">
                  <a:moveTo>
                    <a:pt x="94" y="0"/>
                  </a:moveTo>
                  <a:cubicBezTo>
                    <a:pt x="49" y="0"/>
                    <a:pt x="0" y="49"/>
                    <a:pt x="0" y="97"/>
                  </a:cubicBezTo>
                  <a:cubicBezTo>
                    <a:pt x="0" y="142"/>
                    <a:pt x="49" y="191"/>
                    <a:pt x="94" y="191"/>
                  </a:cubicBezTo>
                  <a:cubicBezTo>
                    <a:pt x="154" y="191"/>
                    <a:pt x="191" y="142"/>
                    <a:pt x="191" y="97"/>
                  </a:cubicBezTo>
                  <a:cubicBezTo>
                    <a:pt x="191" y="49"/>
                    <a:pt x="154" y="0"/>
                    <a:pt x="94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5"/>
            <p:cNvSpPr/>
            <p:nvPr/>
          </p:nvSpPr>
          <p:spPr>
            <a:xfrm>
              <a:off x="3290361" y="3682947"/>
              <a:ext cx="67471" cy="68062"/>
            </a:xfrm>
            <a:custGeom>
              <a:avLst/>
              <a:gdLst/>
              <a:ahLst/>
              <a:cxnLst/>
              <a:rect l="l" t="t" r="r" b="b"/>
              <a:pathLst>
                <a:path w="342" h="345" extrusionOk="0">
                  <a:moveTo>
                    <a:pt x="165" y="0"/>
                  </a:moveTo>
                  <a:cubicBezTo>
                    <a:pt x="71" y="0"/>
                    <a:pt x="0" y="72"/>
                    <a:pt x="0" y="168"/>
                  </a:cubicBezTo>
                  <a:cubicBezTo>
                    <a:pt x="0" y="262"/>
                    <a:pt x="71" y="345"/>
                    <a:pt x="165" y="345"/>
                  </a:cubicBezTo>
                  <a:cubicBezTo>
                    <a:pt x="259" y="345"/>
                    <a:pt x="342" y="262"/>
                    <a:pt x="342" y="168"/>
                  </a:cubicBezTo>
                  <a:cubicBezTo>
                    <a:pt x="342" y="72"/>
                    <a:pt x="259" y="0"/>
                    <a:pt x="165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5"/>
            <p:cNvSpPr/>
            <p:nvPr/>
          </p:nvSpPr>
          <p:spPr>
            <a:xfrm>
              <a:off x="3743727" y="4008470"/>
              <a:ext cx="28409" cy="28211"/>
            </a:xfrm>
            <a:custGeom>
              <a:avLst/>
              <a:gdLst/>
              <a:ahLst/>
              <a:cxnLst/>
              <a:rect l="l" t="t" r="r" b="b"/>
              <a:pathLst>
                <a:path w="144" h="143" extrusionOk="0">
                  <a:moveTo>
                    <a:pt x="72" y="0"/>
                  </a:moveTo>
                  <a:cubicBezTo>
                    <a:pt x="35" y="0"/>
                    <a:pt x="1" y="23"/>
                    <a:pt x="1" y="72"/>
                  </a:cubicBezTo>
                  <a:cubicBezTo>
                    <a:pt x="1" y="106"/>
                    <a:pt x="35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23"/>
                    <a:pt x="106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5"/>
            <p:cNvSpPr/>
            <p:nvPr/>
          </p:nvSpPr>
          <p:spPr>
            <a:xfrm>
              <a:off x="3545059" y="3872737"/>
              <a:ext cx="42416" cy="42218"/>
            </a:xfrm>
            <a:custGeom>
              <a:avLst/>
              <a:gdLst/>
              <a:ahLst/>
              <a:cxnLst/>
              <a:rect l="l" t="t" r="r" b="b"/>
              <a:pathLst>
                <a:path w="215" h="214" extrusionOk="0">
                  <a:moveTo>
                    <a:pt x="106" y="0"/>
                  </a:moveTo>
                  <a:cubicBezTo>
                    <a:pt x="46" y="0"/>
                    <a:pt x="1" y="48"/>
                    <a:pt x="1" y="105"/>
                  </a:cubicBezTo>
                  <a:cubicBezTo>
                    <a:pt x="1" y="165"/>
                    <a:pt x="46" y="213"/>
                    <a:pt x="106" y="213"/>
                  </a:cubicBezTo>
                  <a:cubicBezTo>
                    <a:pt x="166" y="213"/>
                    <a:pt x="214" y="165"/>
                    <a:pt x="214" y="105"/>
                  </a:cubicBezTo>
                  <a:cubicBezTo>
                    <a:pt x="214" y="48"/>
                    <a:pt x="166" y="0"/>
                    <a:pt x="106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5"/>
            <p:cNvSpPr/>
            <p:nvPr/>
          </p:nvSpPr>
          <p:spPr>
            <a:xfrm>
              <a:off x="3481730" y="3409507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71" y="1"/>
                  </a:moveTo>
                  <a:cubicBezTo>
                    <a:pt x="37" y="1"/>
                    <a:pt x="0" y="35"/>
                    <a:pt x="0" y="72"/>
                  </a:cubicBezTo>
                  <a:cubicBezTo>
                    <a:pt x="0" y="106"/>
                    <a:pt x="37" y="132"/>
                    <a:pt x="71" y="132"/>
                  </a:cubicBezTo>
                  <a:cubicBezTo>
                    <a:pt x="108" y="132"/>
                    <a:pt x="131" y="106"/>
                    <a:pt x="131" y="72"/>
                  </a:cubicBezTo>
                  <a:cubicBezTo>
                    <a:pt x="131" y="35"/>
                    <a:pt x="108" y="1"/>
                    <a:pt x="7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5"/>
            <p:cNvSpPr/>
            <p:nvPr/>
          </p:nvSpPr>
          <p:spPr>
            <a:xfrm>
              <a:off x="3215194" y="3442060"/>
              <a:ext cx="30382" cy="30579"/>
            </a:xfrm>
            <a:custGeom>
              <a:avLst/>
              <a:gdLst/>
              <a:ahLst/>
              <a:cxnLst/>
              <a:rect l="l" t="t" r="r" b="b"/>
              <a:pathLst>
                <a:path w="154" h="155" extrusionOk="0">
                  <a:moveTo>
                    <a:pt x="71" y="1"/>
                  </a:moveTo>
                  <a:cubicBezTo>
                    <a:pt x="37" y="1"/>
                    <a:pt x="0" y="38"/>
                    <a:pt x="0" y="72"/>
                  </a:cubicBezTo>
                  <a:cubicBezTo>
                    <a:pt x="0" y="120"/>
                    <a:pt x="37" y="155"/>
                    <a:pt x="71" y="155"/>
                  </a:cubicBezTo>
                  <a:cubicBezTo>
                    <a:pt x="120" y="155"/>
                    <a:pt x="154" y="120"/>
                    <a:pt x="154" y="72"/>
                  </a:cubicBezTo>
                  <a:cubicBezTo>
                    <a:pt x="154" y="38"/>
                    <a:pt x="120" y="1"/>
                    <a:pt x="7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5"/>
            <p:cNvSpPr/>
            <p:nvPr/>
          </p:nvSpPr>
          <p:spPr>
            <a:xfrm>
              <a:off x="3481730" y="3589827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71" y="0"/>
                  </a:moveTo>
                  <a:cubicBezTo>
                    <a:pt x="37" y="0"/>
                    <a:pt x="0" y="34"/>
                    <a:pt x="0" y="71"/>
                  </a:cubicBezTo>
                  <a:cubicBezTo>
                    <a:pt x="0" y="105"/>
                    <a:pt x="37" y="131"/>
                    <a:pt x="71" y="131"/>
                  </a:cubicBezTo>
                  <a:cubicBezTo>
                    <a:pt x="108" y="131"/>
                    <a:pt x="131" y="105"/>
                    <a:pt x="131" y="71"/>
                  </a:cubicBezTo>
                  <a:cubicBezTo>
                    <a:pt x="131" y="34"/>
                    <a:pt x="108" y="0"/>
                    <a:pt x="71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5"/>
            <p:cNvSpPr/>
            <p:nvPr/>
          </p:nvSpPr>
          <p:spPr>
            <a:xfrm>
              <a:off x="3004689" y="3654932"/>
              <a:ext cx="58593" cy="61355"/>
            </a:xfrm>
            <a:custGeom>
              <a:avLst/>
              <a:gdLst/>
              <a:ahLst/>
              <a:cxnLst/>
              <a:rect l="l" t="t" r="r" b="b"/>
              <a:pathLst>
                <a:path w="297" h="311" extrusionOk="0">
                  <a:moveTo>
                    <a:pt x="142" y="0"/>
                  </a:moveTo>
                  <a:cubicBezTo>
                    <a:pt x="60" y="0"/>
                    <a:pt x="0" y="71"/>
                    <a:pt x="0" y="157"/>
                  </a:cubicBezTo>
                  <a:cubicBezTo>
                    <a:pt x="0" y="239"/>
                    <a:pt x="60" y="310"/>
                    <a:pt x="142" y="310"/>
                  </a:cubicBezTo>
                  <a:cubicBezTo>
                    <a:pt x="225" y="310"/>
                    <a:pt x="296" y="239"/>
                    <a:pt x="296" y="157"/>
                  </a:cubicBezTo>
                  <a:cubicBezTo>
                    <a:pt x="296" y="71"/>
                    <a:pt x="225" y="0"/>
                    <a:pt x="14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5"/>
            <p:cNvSpPr/>
            <p:nvPr/>
          </p:nvSpPr>
          <p:spPr>
            <a:xfrm>
              <a:off x="3004689" y="3456264"/>
              <a:ext cx="35511" cy="35511"/>
            </a:xfrm>
            <a:custGeom>
              <a:avLst/>
              <a:gdLst/>
              <a:ahLst/>
              <a:cxnLst/>
              <a:rect l="l" t="t" r="r" b="b"/>
              <a:pathLst>
                <a:path w="180" h="180" extrusionOk="0">
                  <a:moveTo>
                    <a:pt x="83" y="0"/>
                  </a:moveTo>
                  <a:cubicBezTo>
                    <a:pt x="37" y="0"/>
                    <a:pt x="0" y="48"/>
                    <a:pt x="0" y="97"/>
                  </a:cubicBezTo>
                  <a:cubicBezTo>
                    <a:pt x="0" y="142"/>
                    <a:pt x="37" y="179"/>
                    <a:pt x="83" y="179"/>
                  </a:cubicBezTo>
                  <a:cubicBezTo>
                    <a:pt x="131" y="179"/>
                    <a:pt x="179" y="142"/>
                    <a:pt x="179" y="97"/>
                  </a:cubicBezTo>
                  <a:cubicBezTo>
                    <a:pt x="179" y="48"/>
                    <a:pt x="131" y="0"/>
                    <a:pt x="83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5"/>
            <p:cNvSpPr/>
            <p:nvPr/>
          </p:nvSpPr>
          <p:spPr>
            <a:xfrm>
              <a:off x="3119115" y="3893452"/>
              <a:ext cx="35511" cy="35511"/>
            </a:xfrm>
            <a:custGeom>
              <a:avLst/>
              <a:gdLst/>
              <a:ahLst/>
              <a:cxnLst/>
              <a:rect l="l" t="t" r="r" b="b"/>
              <a:pathLst>
                <a:path w="180" h="180" extrusionOk="0">
                  <a:moveTo>
                    <a:pt x="97" y="0"/>
                  </a:moveTo>
                  <a:cubicBezTo>
                    <a:pt x="49" y="0"/>
                    <a:pt x="1" y="37"/>
                    <a:pt x="1" y="86"/>
                  </a:cubicBezTo>
                  <a:cubicBezTo>
                    <a:pt x="1" y="143"/>
                    <a:pt x="49" y="180"/>
                    <a:pt x="97" y="180"/>
                  </a:cubicBezTo>
                  <a:cubicBezTo>
                    <a:pt x="143" y="180"/>
                    <a:pt x="180" y="143"/>
                    <a:pt x="180" y="86"/>
                  </a:cubicBezTo>
                  <a:cubicBezTo>
                    <a:pt x="180" y="37"/>
                    <a:pt x="143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5"/>
            <p:cNvSpPr/>
            <p:nvPr/>
          </p:nvSpPr>
          <p:spPr>
            <a:xfrm>
              <a:off x="3357636" y="3984795"/>
              <a:ext cx="35511" cy="37878"/>
            </a:xfrm>
            <a:custGeom>
              <a:avLst/>
              <a:gdLst/>
              <a:ahLst/>
              <a:cxnLst/>
              <a:rect l="l" t="t" r="r" b="b"/>
              <a:pathLst>
                <a:path w="180" h="192" extrusionOk="0">
                  <a:moveTo>
                    <a:pt x="86" y="1"/>
                  </a:moveTo>
                  <a:cubicBezTo>
                    <a:pt x="38" y="1"/>
                    <a:pt x="1" y="49"/>
                    <a:pt x="1" y="95"/>
                  </a:cubicBezTo>
                  <a:cubicBezTo>
                    <a:pt x="1" y="143"/>
                    <a:pt x="38" y="192"/>
                    <a:pt x="86" y="192"/>
                  </a:cubicBezTo>
                  <a:cubicBezTo>
                    <a:pt x="131" y="192"/>
                    <a:pt x="180" y="143"/>
                    <a:pt x="180" y="95"/>
                  </a:cubicBezTo>
                  <a:cubicBezTo>
                    <a:pt x="180" y="49"/>
                    <a:pt x="131" y="1"/>
                    <a:pt x="86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8" name="Google Shape;518;p25"/>
          <p:cNvGrpSpPr/>
          <p:nvPr/>
        </p:nvGrpSpPr>
        <p:grpSpPr>
          <a:xfrm rot="-1116533">
            <a:off x="382442" y="271414"/>
            <a:ext cx="851672" cy="870213"/>
            <a:chOff x="8666383" y="2375725"/>
            <a:chExt cx="851689" cy="870231"/>
          </a:xfrm>
        </p:grpSpPr>
        <p:sp>
          <p:nvSpPr>
            <p:cNvPr id="519" name="Google Shape;519;p25"/>
            <p:cNvSpPr/>
            <p:nvPr/>
          </p:nvSpPr>
          <p:spPr>
            <a:xfrm>
              <a:off x="9482364" y="2621544"/>
              <a:ext cx="35708" cy="37286"/>
            </a:xfrm>
            <a:custGeom>
              <a:avLst/>
              <a:gdLst/>
              <a:ahLst/>
              <a:cxnLst/>
              <a:rect l="l" t="t" r="r" b="b"/>
              <a:pathLst>
                <a:path w="181" h="189" extrusionOk="0">
                  <a:moveTo>
                    <a:pt x="98" y="1"/>
                  </a:moveTo>
                  <a:cubicBezTo>
                    <a:pt x="38" y="1"/>
                    <a:pt x="1" y="46"/>
                    <a:pt x="1" y="95"/>
                  </a:cubicBezTo>
                  <a:cubicBezTo>
                    <a:pt x="1" y="143"/>
                    <a:pt x="38" y="189"/>
                    <a:pt x="98" y="189"/>
                  </a:cubicBezTo>
                  <a:cubicBezTo>
                    <a:pt x="143" y="189"/>
                    <a:pt x="180" y="143"/>
                    <a:pt x="180" y="95"/>
                  </a:cubicBezTo>
                  <a:cubicBezTo>
                    <a:pt x="180" y="46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5"/>
            <p:cNvSpPr/>
            <p:nvPr/>
          </p:nvSpPr>
          <p:spPr>
            <a:xfrm>
              <a:off x="9110872" y="2649559"/>
              <a:ext cx="68062" cy="68260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7" y="1"/>
                  </a:moveTo>
                  <a:cubicBezTo>
                    <a:pt x="83" y="1"/>
                    <a:pt x="1" y="72"/>
                    <a:pt x="1" y="166"/>
                  </a:cubicBezTo>
                  <a:cubicBezTo>
                    <a:pt x="1" y="260"/>
                    <a:pt x="83" y="345"/>
                    <a:pt x="177" y="345"/>
                  </a:cubicBezTo>
                  <a:cubicBezTo>
                    <a:pt x="274" y="345"/>
                    <a:pt x="345" y="260"/>
                    <a:pt x="345" y="166"/>
                  </a:cubicBezTo>
                  <a:cubicBezTo>
                    <a:pt x="345" y="72"/>
                    <a:pt x="274" y="1"/>
                    <a:pt x="177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5"/>
            <p:cNvSpPr/>
            <p:nvPr/>
          </p:nvSpPr>
          <p:spPr>
            <a:xfrm>
              <a:off x="9365767" y="2838757"/>
              <a:ext cx="44389" cy="42416"/>
            </a:xfrm>
            <a:custGeom>
              <a:avLst/>
              <a:gdLst/>
              <a:ahLst/>
              <a:cxnLst/>
              <a:rect l="l" t="t" r="r" b="b"/>
              <a:pathLst>
                <a:path w="225" h="215" extrusionOk="0">
                  <a:moveTo>
                    <a:pt x="120" y="1"/>
                  </a:moveTo>
                  <a:cubicBezTo>
                    <a:pt x="49" y="1"/>
                    <a:pt x="0" y="49"/>
                    <a:pt x="0" y="109"/>
                  </a:cubicBezTo>
                  <a:cubicBezTo>
                    <a:pt x="0" y="169"/>
                    <a:pt x="49" y="214"/>
                    <a:pt x="120" y="214"/>
                  </a:cubicBezTo>
                  <a:cubicBezTo>
                    <a:pt x="179" y="214"/>
                    <a:pt x="225" y="169"/>
                    <a:pt x="225" y="109"/>
                  </a:cubicBezTo>
                  <a:cubicBezTo>
                    <a:pt x="225" y="49"/>
                    <a:pt x="179" y="1"/>
                    <a:pt x="12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5"/>
            <p:cNvSpPr/>
            <p:nvPr/>
          </p:nvSpPr>
          <p:spPr>
            <a:xfrm>
              <a:off x="9305002" y="2375725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5"/>
            <p:cNvSpPr/>
            <p:nvPr/>
          </p:nvSpPr>
          <p:spPr>
            <a:xfrm>
              <a:off x="9052474" y="2495281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06"/>
                    <a:pt x="35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5"/>
            <p:cNvSpPr/>
            <p:nvPr/>
          </p:nvSpPr>
          <p:spPr>
            <a:xfrm>
              <a:off x="9305002" y="2555848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5"/>
            <p:cNvSpPr/>
            <p:nvPr/>
          </p:nvSpPr>
          <p:spPr>
            <a:xfrm>
              <a:off x="8825791" y="2621544"/>
              <a:ext cx="60763" cy="60763"/>
            </a:xfrm>
            <a:custGeom>
              <a:avLst/>
              <a:gdLst/>
              <a:ahLst/>
              <a:cxnLst/>
              <a:rect l="l" t="t" r="r" b="b"/>
              <a:pathLst>
                <a:path w="308" h="308" extrusionOk="0">
                  <a:moveTo>
                    <a:pt x="154" y="1"/>
                  </a:moveTo>
                  <a:cubicBezTo>
                    <a:pt x="72" y="1"/>
                    <a:pt x="0" y="72"/>
                    <a:pt x="0" y="154"/>
                  </a:cubicBezTo>
                  <a:cubicBezTo>
                    <a:pt x="0" y="237"/>
                    <a:pt x="72" y="308"/>
                    <a:pt x="154" y="308"/>
                  </a:cubicBezTo>
                  <a:cubicBezTo>
                    <a:pt x="237" y="308"/>
                    <a:pt x="308" y="237"/>
                    <a:pt x="308" y="154"/>
                  </a:cubicBezTo>
                  <a:cubicBezTo>
                    <a:pt x="308" y="72"/>
                    <a:pt x="237" y="1"/>
                    <a:pt x="15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25"/>
            <p:cNvSpPr/>
            <p:nvPr/>
          </p:nvSpPr>
          <p:spPr>
            <a:xfrm>
              <a:off x="8687690" y="2951013"/>
              <a:ext cx="34919" cy="35511"/>
            </a:xfrm>
            <a:custGeom>
              <a:avLst/>
              <a:gdLst/>
              <a:ahLst/>
              <a:cxnLst/>
              <a:rect l="l" t="t" r="r" b="b"/>
              <a:pathLst>
                <a:path w="177" h="180" extrusionOk="0">
                  <a:moveTo>
                    <a:pt x="94" y="1"/>
                  </a:moveTo>
                  <a:cubicBezTo>
                    <a:pt x="35" y="1"/>
                    <a:pt x="1" y="49"/>
                    <a:pt x="1" y="97"/>
                  </a:cubicBezTo>
                  <a:cubicBezTo>
                    <a:pt x="1" y="143"/>
                    <a:pt x="35" y="180"/>
                    <a:pt x="94" y="180"/>
                  </a:cubicBezTo>
                  <a:cubicBezTo>
                    <a:pt x="143" y="180"/>
                    <a:pt x="177" y="143"/>
                    <a:pt x="177" y="97"/>
                  </a:cubicBezTo>
                  <a:cubicBezTo>
                    <a:pt x="177" y="49"/>
                    <a:pt x="143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5"/>
            <p:cNvSpPr/>
            <p:nvPr/>
          </p:nvSpPr>
          <p:spPr>
            <a:xfrm>
              <a:off x="8942585" y="2860064"/>
              <a:ext cx="34919" cy="35116"/>
            </a:xfrm>
            <a:custGeom>
              <a:avLst/>
              <a:gdLst/>
              <a:ahLst/>
              <a:cxnLst/>
              <a:rect l="l" t="t" r="r" b="b"/>
              <a:pathLst>
                <a:path w="177" h="178" extrusionOk="0">
                  <a:moveTo>
                    <a:pt x="83" y="1"/>
                  </a:moveTo>
                  <a:cubicBezTo>
                    <a:pt x="34" y="1"/>
                    <a:pt x="0" y="35"/>
                    <a:pt x="0" y="83"/>
                  </a:cubicBezTo>
                  <a:cubicBezTo>
                    <a:pt x="0" y="143"/>
                    <a:pt x="34" y="177"/>
                    <a:pt x="83" y="177"/>
                  </a:cubicBezTo>
                  <a:cubicBezTo>
                    <a:pt x="131" y="177"/>
                    <a:pt x="177" y="143"/>
                    <a:pt x="177" y="83"/>
                  </a:cubicBezTo>
                  <a:cubicBezTo>
                    <a:pt x="177" y="35"/>
                    <a:pt x="131" y="1"/>
                    <a:pt x="8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5"/>
            <p:cNvSpPr/>
            <p:nvPr/>
          </p:nvSpPr>
          <p:spPr>
            <a:xfrm>
              <a:off x="8666383" y="3189533"/>
              <a:ext cx="56226" cy="56423"/>
            </a:xfrm>
            <a:custGeom>
              <a:avLst/>
              <a:gdLst/>
              <a:ahLst/>
              <a:cxnLst/>
              <a:rect l="l" t="t" r="r" b="b"/>
              <a:pathLst>
                <a:path w="285" h="28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26"/>
                    <a:pt x="72" y="285"/>
                    <a:pt x="143" y="285"/>
                  </a:cubicBezTo>
                  <a:cubicBezTo>
                    <a:pt x="225" y="285"/>
                    <a:pt x="285" y="226"/>
                    <a:pt x="285" y="143"/>
                  </a:cubicBezTo>
                  <a:cubicBezTo>
                    <a:pt x="285" y="72"/>
                    <a:pt x="225" y="1"/>
                    <a:pt x="14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9" name="Google Shape;529;p25"/>
          <p:cNvGrpSpPr/>
          <p:nvPr/>
        </p:nvGrpSpPr>
        <p:grpSpPr>
          <a:xfrm>
            <a:off x="8223691" y="4408817"/>
            <a:ext cx="640409" cy="518201"/>
            <a:chOff x="9579360" y="2507084"/>
            <a:chExt cx="505015" cy="408643"/>
          </a:xfrm>
        </p:grpSpPr>
        <p:sp>
          <p:nvSpPr>
            <p:cNvPr id="530" name="Google Shape;530;p25"/>
            <p:cNvSpPr/>
            <p:nvPr/>
          </p:nvSpPr>
          <p:spPr>
            <a:xfrm>
              <a:off x="9739126" y="2655146"/>
              <a:ext cx="16572" cy="16374"/>
            </a:xfrm>
            <a:custGeom>
              <a:avLst/>
              <a:gdLst/>
              <a:ahLst/>
              <a:cxnLst/>
              <a:rect l="l" t="t" r="r" b="b"/>
              <a:pathLst>
                <a:path w="84" h="83" extrusionOk="0">
                  <a:moveTo>
                    <a:pt x="35" y="0"/>
                  </a:moveTo>
                  <a:cubicBezTo>
                    <a:pt x="12" y="0"/>
                    <a:pt x="1" y="12"/>
                    <a:pt x="1" y="34"/>
                  </a:cubicBezTo>
                  <a:cubicBezTo>
                    <a:pt x="1" y="60"/>
                    <a:pt x="12" y="83"/>
                    <a:pt x="35" y="83"/>
                  </a:cubicBezTo>
                  <a:cubicBezTo>
                    <a:pt x="61" y="83"/>
                    <a:pt x="83" y="60"/>
                    <a:pt x="83" y="34"/>
                  </a:cubicBezTo>
                  <a:cubicBezTo>
                    <a:pt x="83" y="12"/>
                    <a:pt x="61" y="0"/>
                    <a:pt x="35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5"/>
            <p:cNvSpPr/>
            <p:nvPr/>
          </p:nvSpPr>
          <p:spPr>
            <a:xfrm>
              <a:off x="9935071" y="2887516"/>
              <a:ext cx="28409" cy="28211"/>
            </a:xfrm>
            <a:custGeom>
              <a:avLst/>
              <a:gdLst/>
              <a:ahLst/>
              <a:cxnLst/>
              <a:rect l="l" t="t" r="r" b="b"/>
              <a:pathLst>
                <a:path w="144" h="143" extrusionOk="0">
                  <a:moveTo>
                    <a:pt x="72" y="0"/>
                  </a:moveTo>
                  <a:cubicBezTo>
                    <a:pt x="38" y="0"/>
                    <a:pt x="1" y="37"/>
                    <a:pt x="1" y="71"/>
                  </a:cubicBezTo>
                  <a:cubicBezTo>
                    <a:pt x="1" y="120"/>
                    <a:pt x="38" y="143"/>
                    <a:pt x="72" y="143"/>
                  </a:cubicBezTo>
                  <a:cubicBezTo>
                    <a:pt x="120" y="143"/>
                    <a:pt x="143" y="120"/>
                    <a:pt x="143" y="71"/>
                  </a:cubicBezTo>
                  <a:cubicBezTo>
                    <a:pt x="143" y="37"/>
                    <a:pt x="120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5"/>
            <p:cNvSpPr/>
            <p:nvPr/>
          </p:nvSpPr>
          <p:spPr>
            <a:xfrm>
              <a:off x="9579360" y="2834836"/>
              <a:ext cx="37681" cy="37286"/>
            </a:xfrm>
            <a:custGeom>
              <a:avLst/>
              <a:gdLst/>
              <a:ahLst/>
              <a:cxnLst/>
              <a:rect l="l" t="t" r="r" b="b"/>
              <a:pathLst>
                <a:path w="191" h="189" extrusionOk="0">
                  <a:moveTo>
                    <a:pt x="97" y="0"/>
                  </a:moveTo>
                  <a:cubicBezTo>
                    <a:pt x="49" y="0"/>
                    <a:pt x="0" y="46"/>
                    <a:pt x="0" y="94"/>
                  </a:cubicBezTo>
                  <a:cubicBezTo>
                    <a:pt x="0" y="143"/>
                    <a:pt x="49" y="188"/>
                    <a:pt x="97" y="188"/>
                  </a:cubicBezTo>
                  <a:cubicBezTo>
                    <a:pt x="157" y="188"/>
                    <a:pt x="191" y="143"/>
                    <a:pt x="191" y="94"/>
                  </a:cubicBezTo>
                  <a:cubicBezTo>
                    <a:pt x="191" y="46"/>
                    <a:pt x="157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5"/>
            <p:cNvSpPr/>
            <p:nvPr/>
          </p:nvSpPr>
          <p:spPr>
            <a:xfrm>
              <a:off x="10060701" y="2507084"/>
              <a:ext cx="23674" cy="23674"/>
            </a:xfrm>
            <a:custGeom>
              <a:avLst/>
              <a:gdLst/>
              <a:ahLst/>
              <a:cxnLst/>
              <a:rect l="l" t="t" r="r" b="b"/>
              <a:pathLst>
                <a:path w="120" h="120" extrusionOk="0">
                  <a:moveTo>
                    <a:pt x="60" y="1"/>
                  </a:moveTo>
                  <a:cubicBezTo>
                    <a:pt x="37" y="1"/>
                    <a:pt x="0" y="26"/>
                    <a:pt x="0" y="60"/>
                  </a:cubicBezTo>
                  <a:cubicBezTo>
                    <a:pt x="0" y="97"/>
                    <a:pt x="37" y="120"/>
                    <a:pt x="60" y="120"/>
                  </a:cubicBezTo>
                  <a:cubicBezTo>
                    <a:pt x="97" y="120"/>
                    <a:pt x="120" y="97"/>
                    <a:pt x="120" y="60"/>
                  </a:cubicBezTo>
                  <a:cubicBezTo>
                    <a:pt x="120" y="26"/>
                    <a:pt x="97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5"/>
            <p:cNvSpPr/>
            <p:nvPr/>
          </p:nvSpPr>
          <p:spPr>
            <a:xfrm>
              <a:off x="9730743" y="2537391"/>
              <a:ext cx="33341" cy="32749"/>
            </a:xfrm>
            <a:custGeom>
              <a:avLst/>
              <a:gdLst/>
              <a:ahLst/>
              <a:cxnLst/>
              <a:rect l="l" t="t" r="r" b="b"/>
              <a:pathLst>
                <a:path w="169" h="166" extrusionOk="0">
                  <a:moveTo>
                    <a:pt x="86" y="0"/>
                  </a:moveTo>
                  <a:cubicBezTo>
                    <a:pt x="37" y="0"/>
                    <a:pt x="0" y="35"/>
                    <a:pt x="0" y="83"/>
                  </a:cubicBezTo>
                  <a:cubicBezTo>
                    <a:pt x="0" y="131"/>
                    <a:pt x="37" y="165"/>
                    <a:pt x="86" y="165"/>
                  </a:cubicBezTo>
                  <a:cubicBezTo>
                    <a:pt x="120" y="165"/>
                    <a:pt x="168" y="131"/>
                    <a:pt x="168" y="83"/>
                  </a:cubicBezTo>
                  <a:cubicBezTo>
                    <a:pt x="168" y="35"/>
                    <a:pt x="120" y="0"/>
                    <a:pt x="86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5"/>
            <p:cNvSpPr/>
            <p:nvPr/>
          </p:nvSpPr>
          <p:spPr>
            <a:xfrm>
              <a:off x="10032006" y="2744517"/>
              <a:ext cx="40048" cy="40048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7" y="0"/>
                  </a:moveTo>
                  <a:cubicBezTo>
                    <a:pt x="49" y="0"/>
                    <a:pt x="0" y="46"/>
                    <a:pt x="0" y="106"/>
                  </a:cubicBezTo>
                  <a:cubicBezTo>
                    <a:pt x="0" y="154"/>
                    <a:pt x="49" y="202"/>
                    <a:pt x="97" y="202"/>
                  </a:cubicBezTo>
                  <a:cubicBezTo>
                    <a:pt x="157" y="202"/>
                    <a:pt x="202" y="154"/>
                    <a:pt x="202" y="106"/>
                  </a:cubicBezTo>
                  <a:cubicBezTo>
                    <a:pt x="202" y="46"/>
                    <a:pt x="157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8795086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" name="Google Shape;537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2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9" name="Google Shape;539;p26"/>
          <p:cNvSpPr txBox="1">
            <a:spLocks noGrp="1"/>
          </p:cNvSpPr>
          <p:nvPr>
            <p:ph type="subTitle" idx="1"/>
          </p:nvPr>
        </p:nvSpPr>
        <p:spPr>
          <a:xfrm>
            <a:off x="1792200" y="2185500"/>
            <a:ext cx="2779800" cy="21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>
            <a:endParaRPr/>
          </a:p>
        </p:txBody>
      </p:sp>
      <p:sp>
        <p:nvSpPr>
          <p:cNvPr id="540" name="Google Shape;540;p26"/>
          <p:cNvSpPr txBox="1">
            <a:spLocks noGrp="1"/>
          </p:cNvSpPr>
          <p:nvPr>
            <p:ph type="subTitle" idx="2"/>
          </p:nvPr>
        </p:nvSpPr>
        <p:spPr>
          <a:xfrm>
            <a:off x="4571993" y="2185500"/>
            <a:ext cx="2779800" cy="21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>
            <a:endParaRPr/>
          </a:p>
        </p:txBody>
      </p:sp>
      <p:sp>
        <p:nvSpPr>
          <p:cNvPr id="541" name="Google Shape;541;p26"/>
          <p:cNvSpPr txBox="1">
            <a:spLocks noGrp="1"/>
          </p:cNvSpPr>
          <p:nvPr>
            <p:ph type="subTitle" idx="3"/>
          </p:nvPr>
        </p:nvSpPr>
        <p:spPr>
          <a:xfrm>
            <a:off x="2225101" y="1750460"/>
            <a:ext cx="19140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2" name="Google Shape;542;p26"/>
          <p:cNvSpPr txBox="1">
            <a:spLocks noGrp="1"/>
          </p:cNvSpPr>
          <p:nvPr>
            <p:ph type="subTitle" idx="4"/>
          </p:nvPr>
        </p:nvSpPr>
        <p:spPr>
          <a:xfrm>
            <a:off x="5004901" y="1750460"/>
            <a:ext cx="19140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43" name="Google Shape;543;p26"/>
          <p:cNvGrpSpPr/>
          <p:nvPr/>
        </p:nvGrpSpPr>
        <p:grpSpPr>
          <a:xfrm rot="2204356">
            <a:off x="8353985" y="2518797"/>
            <a:ext cx="288053" cy="105257"/>
            <a:chOff x="1363299" y="4227968"/>
            <a:chExt cx="288040" cy="105252"/>
          </a:xfrm>
        </p:grpSpPr>
        <p:sp>
          <p:nvSpPr>
            <p:cNvPr id="544" name="Google Shape;544;p26"/>
            <p:cNvSpPr/>
            <p:nvPr/>
          </p:nvSpPr>
          <p:spPr>
            <a:xfrm>
              <a:off x="1363299" y="4259419"/>
              <a:ext cx="288040" cy="73801"/>
            </a:xfrm>
            <a:custGeom>
              <a:avLst/>
              <a:gdLst/>
              <a:ahLst/>
              <a:cxnLst/>
              <a:rect l="l" t="t" r="r" b="b"/>
              <a:pathLst>
                <a:path w="1850" h="474" extrusionOk="0">
                  <a:moveTo>
                    <a:pt x="1" y="1"/>
                  </a:moveTo>
                  <a:lnTo>
                    <a:pt x="1" y="271"/>
                  </a:lnTo>
                  <a:cubicBezTo>
                    <a:pt x="1" y="379"/>
                    <a:pt x="413" y="473"/>
                    <a:pt x="925" y="473"/>
                  </a:cubicBezTo>
                  <a:cubicBezTo>
                    <a:pt x="1435" y="473"/>
                    <a:pt x="1850" y="379"/>
                    <a:pt x="1850" y="271"/>
                  </a:cubicBezTo>
                  <a:lnTo>
                    <a:pt x="1850" y="1"/>
                  </a:ln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6"/>
            <p:cNvSpPr/>
            <p:nvPr/>
          </p:nvSpPr>
          <p:spPr>
            <a:xfrm>
              <a:off x="1363299" y="4227968"/>
              <a:ext cx="288040" cy="62590"/>
            </a:xfrm>
            <a:custGeom>
              <a:avLst/>
              <a:gdLst/>
              <a:ahLst/>
              <a:cxnLst/>
              <a:rect l="l" t="t" r="r" b="b"/>
              <a:pathLst>
                <a:path w="1850" h="402" extrusionOk="0">
                  <a:moveTo>
                    <a:pt x="854" y="1"/>
                  </a:moveTo>
                  <a:cubicBezTo>
                    <a:pt x="379" y="12"/>
                    <a:pt x="1" y="95"/>
                    <a:pt x="1" y="203"/>
                  </a:cubicBezTo>
                  <a:cubicBezTo>
                    <a:pt x="1" y="319"/>
                    <a:pt x="413" y="402"/>
                    <a:pt x="925" y="402"/>
                  </a:cubicBezTo>
                  <a:cubicBezTo>
                    <a:pt x="1435" y="402"/>
                    <a:pt x="1850" y="319"/>
                    <a:pt x="1850" y="203"/>
                  </a:cubicBezTo>
                  <a:cubicBezTo>
                    <a:pt x="1850" y="95"/>
                    <a:pt x="1469" y="12"/>
                    <a:pt x="982" y="1"/>
                  </a:cubicBezTo>
                  <a:cubicBezTo>
                    <a:pt x="971" y="24"/>
                    <a:pt x="948" y="46"/>
                    <a:pt x="925" y="46"/>
                  </a:cubicBezTo>
                  <a:cubicBezTo>
                    <a:pt x="888" y="46"/>
                    <a:pt x="866" y="24"/>
                    <a:pt x="854" y="1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6"/>
            <p:cNvSpPr/>
            <p:nvPr/>
          </p:nvSpPr>
          <p:spPr>
            <a:xfrm>
              <a:off x="1496267" y="4227968"/>
              <a:ext cx="20085" cy="68351"/>
            </a:xfrm>
            <a:custGeom>
              <a:avLst/>
              <a:gdLst/>
              <a:ahLst/>
              <a:cxnLst/>
              <a:rect l="l" t="t" r="r" b="b"/>
              <a:pathLst>
                <a:path w="129" h="439" extrusionOk="0">
                  <a:moveTo>
                    <a:pt x="0" y="1"/>
                  </a:moveTo>
                  <a:lnTo>
                    <a:pt x="0" y="439"/>
                  </a:lnTo>
                  <a:lnTo>
                    <a:pt x="128" y="439"/>
                  </a:lnTo>
                  <a:lnTo>
                    <a:pt x="128" y="1"/>
                  </a:lnTo>
                  <a:cubicBezTo>
                    <a:pt x="111" y="18"/>
                    <a:pt x="91" y="26"/>
                    <a:pt x="68" y="26"/>
                  </a:cubicBezTo>
                  <a:cubicBezTo>
                    <a:pt x="46" y="26"/>
                    <a:pt x="23" y="18"/>
                    <a:pt x="0" y="1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7" name="Google Shape;547;p26"/>
          <p:cNvGrpSpPr/>
          <p:nvPr/>
        </p:nvGrpSpPr>
        <p:grpSpPr>
          <a:xfrm rot="-1116533">
            <a:off x="287267" y="257789"/>
            <a:ext cx="851672" cy="870213"/>
            <a:chOff x="8666383" y="2375725"/>
            <a:chExt cx="851689" cy="870231"/>
          </a:xfrm>
        </p:grpSpPr>
        <p:sp>
          <p:nvSpPr>
            <p:cNvPr id="548" name="Google Shape;548;p26"/>
            <p:cNvSpPr/>
            <p:nvPr/>
          </p:nvSpPr>
          <p:spPr>
            <a:xfrm>
              <a:off x="9482364" y="2621544"/>
              <a:ext cx="35708" cy="37286"/>
            </a:xfrm>
            <a:custGeom>
              <a:avLst/>
              <a:gdLst/>
              <a:ahLst/>
              <a:cxnLst/>
              <a:rect l="l" t="t" r="r" b="b"/>
              <a:pathLst>
                <a:path w="181" h="189" extrusionOk="0">
                  <a:moveTo>
                    <a:pt x="98" y="1"/>
                  </a:moveTo>
                  <a:cubicBezTo>
                    <a:pt x="38" y="1"/>
                    <a:pt x="1" y="46"/>
                    <a:pt x="1" y="95"/>
                  </a:cubicBezTo>
                  <a:cubicBezTo>
                    <a:pt x="1" y="143"/>
                    <a:pt x="38" y="189"/>
                    <a:pt x="98" y="189"/>
                  </a:cubicBezTo>
                  <a:cubicBezTo>
                    <a:pt x="143" y="189"/>
                    <a:pt x="180" y="143"/>
                    <a:pt x="180" y="95"/>
                  </a:cubicBezTo>
                  <a:cubicBezTo>
                    <a:pt x="180" y="46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26"/>
            <p:cNvSpPr/>
            <p:nvPr/>
          </p:nvSpPr>
          <p:spPr>
            <a:xfrm>
              <a:off x="9110872" y="2649559"/>
              <a:ext cx="68062" cy="68260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7" y="1"/>
                  </a:moveTo>
                  <a:cubicBezTo>
                    <a:pt x="83" y="1"/>
                    <a:pt x="1" y="72"/>
                    <a:pt x="1" y="166"/>
                  </a:cubicBezTo>
                  <a:cubicBezTo>
                    <a:pt x="1" y="260"/>
                    <a:pt x="83" y="345"/>
                    <a:pt x="177" y="345"/>
                  </a:cubicBezTo>
                  <a:cubicBezTo>
                    <a:pt x="274" y="345"/>
                    <a:pt x="345" y="260"/>
                    <a:pt x="345" y="166"/>
                  </a:cubicBezTo>
                  <a:cubicBezTo>
                    <a:pt x="345" y="72"/>
                    <a:pt x="274" y="1"/>
                    <a:pt x="177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26"/>
            <p:cNvSpPr/>
            <p:nvPr/>
          </p:nvSpPr>
          <p:spPr>
            <a:xfrm>
              <a:off x="9365767" y="2838757"/>
              <a:ext cx="44389" cy="42416"/>
            </a:xfrm>
            <a:custGeom>
              <a:avLst/>
              <a:gdLst/>
              <a:ahLst/>
              <a:cxnLst/>
              <a:rect l="l" t="t" r="r" b="b"/>
              <a:pathLst>
                <a:path w="225" h="215" extrusionOk="0">
                  <a:moveTo>
                    <a:pt x="120" y="1"/>
                  </a:moveTo>
                  <a:cubicBezTo>
                    <a:pt x="49" y="1"/>
                    <a:pt x="0" y="49"/>
                    <a:pt x="0" y="109"/>
                  </a:cubicBezTo>
                  <a:cubicBezTo>
                    <a:pt x="0" y="169"/>
                    <a:pt x="49" y="214"/>
                    <a:pt x="120" y="214"/>
                  </a:cubicBezTo>
                  <a:cubicBezTo>
                    <a:pt x="179" y="214"/>
                    <a:pt x="225" y="169"/>
                    <a:pt x="225" y="109"/>
                  </a:cubicBezTo>
                  <a:cubicBezTo>
                    <a:pt x="225" y="49"/>
                    <a:pt x="179" y="1"/>
                    <a:pt x="12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26"/>
            <p:cNvSpPr/>
            <p:nvPr/>
          </p:nvSpPr>
          <p:spPr>
            <a:xfrm>
              <a:off x="9305002" y="2375725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6"/>
            <p:cNvSpPr/>
            <p:nvPr/>
          </p:nvSpPr>
          <p:spPr>
            <a:xfrm>
              <a:off x="9052474" y="2495281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06"/>
                    <a:pt x="35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6"/>
            <p:cNvSpPr/>
            <p:nvPr/>
          </p:nvSpPr>
          <p:spPr>
            <a:xfrm>
              <a:off x="9305002" y="2555848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6"/>
            <p:cNvSpPr/>
            <p:nvPr/>
          </p:nvSpPr>
          <p:spPr>
            <a:xfrm>
              <a:off x="8825791" y="2621544"/>
              <a:ext cx="60763" cy="60763"/>
            </a:xfrm>
            <a:custGeom>
              <a:avLst/>
              <a:gdLst/>
              <a:ahLst/>
              <a:cxnLst/>
              <a:rect l="l" t="t" r="r" b="b"/>
              <a:pathLst>
                <a:path w="308" h="308" extrusionOk="0">
                  <a:moveTo>
                    <a:pt x="154" y="1"/>
                  </a:moveTo>
                  <a:cubicBezTo>
                    <a:pt x="72" y="1"/>
                    <a:pt x="0" y="72"/>
                    <a:pt x="0" y="154"/>
                  </a:cubicBezTo>
                  <a:cubicBezTo>
                    <a:pt x="0" y="237"/>
                    <a:pt x="72" y="308"/>
                    <a:pt x="154" y="308"/>
                  </a:cubicBezTo>
                  <a:cubicBezTo>
                    <a:pt x="237" y="308"/>
                    <a:pt x="308" y="237"/>
                    <a:pt x="308" y="154"/>
                  </a:cubicBezTo>
                  <a:cubicBezTo>
                    <a:pt x="308" y="72"/>
                    <a:pt x="237" y="1"/>
                    <a:pt x="15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6"/>
            <p:cNvSpPr/>
            <p:nvPr/>
          </p:nvSpPr>
          <p:spPr>
            <a:xfrm>
              <a:off x="8687690" y="2951013"/>
              <a:ext cx="34919" cy="35511"/>
            </a:xfrm>
            <a:custGeom>
              <a:avLst/>
              <a:gdLst/>
              <a:ahLst/>
              <a:cxnLst/>
              <a:rect l="l" t="t" r="r" b="b"/>
              <a:pathLst>
                <a:path w="177" h="180" extrusionOk="0">
                  <a:moveTo>
                    <a:pt x="94" y="1"/>
                  </a:moveTo>
                  <a:cubicBezTo>
                    <a:pt x="35" y="1"/>
                    <a:pt x="1" y="49"/>
                    <a:pt x="1" y="97"/>
                  </a:cubicBezTo>
                  <a:cubicBezTo>
                    <a:pt x="1" y="143"/>
                    <a:pt x="35" y="180"/>
                    <a:pt x="94" y="180"/>
                  </a:cubicBezTo>
                  <a:cubicBezTo>
                    <a:pt x="143" y="180"/>
                    <a:pt x="177" y="143"/>
                    <a:pt x="177" y="97"/>
                  </a:cubicBezTo>
                  <a:cubicBezTo>
                    <a:pt x="177" y="49"/>
                    <a:pt x="143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6"/>
            <p:cNvSpPr/>
            <p:nvPr/>
          </p:nvSpPr>
          <p:spPr>
            <a:xfrm>
              <a:off x="8942585" y="2860064"/>
              <a:ext cx="34919" cy="35116"/>
            </a:xfrm>
            <a:custGeom>
              <a:avLst/>
              <a:gdLst/>
              <a:ahLst/>
              <a:cxnLst/>
              <a:rect l="l" t="t" r="r" b="b"/>
              <a:pathLst>
                <a:path w="177" h="178" extrusionOk="0">
                  <a:moveTo>
                    <a:pt x="83" y="1"/>
                  </a:moveTo>
                  <a:cubicBezTo>
                    <a:pt x="34" y="1"/>
                    <a:pt x="0" y="35"/>
                    <a:pt x="0" y="83"/>
                  </a:cubicBezTo>
                  <a:cubicBezTo>
                    <a:pt x="0" y="143"/>
                    <a:pt x="34" y="177"/>
                    <a:pt x="83" y="177"/>
                  </a:cubicBezTo>
                  <a:cubicBezTo>
                    <a:pt x="131" y="177"/>
                    <a:pt x="177" y="143"/>
                    <a:pt x="177" y="83"/>
                  </a:cubicBezTo>
                  <a:cubicBezTo>
                    <a:pt x="177" y="35"/>
                    <a:pt x="131" y="1"/>
                    <a:pt x="8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6"/>
            <p:cNvSpPr/>
            <p:nvPr/>
          </p:nvSpPr>
          <p:spPr>
            <a:xfrm>
              <a:off x="8666383" y="3189533"/>
              <a:ext cx="56226" cy="56423"/>
            </a:xfrm>
            <a:custGeom>
              <a:avLst/>
              <a:gdLst/>
              <a:ahLst/>
              <a:cxnLst/>
              <a:rect l="l" t="t" r="r" b="b"/>
              <a:pathLst>
                <a:path w="285" h="28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26"/>
                    <a:pt x="72" y="285"/>
                    <a:pt x="143" y="285"/>
                  </a:cubicBezTo>
                  <a:cubicBezTo>
                    <a:pt x="225" y="285"/>
                    <a:pt x="285" y="226"/>
                    <a:pt x="285" y="143"/>
                  </a:cubicBezTo>
                  <a:cubicBezTo>
                    <a:pt x="285" y="72"/>
                    <a:pt x="225" y="1"/>
                    <a:pt x="14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8" name="Google Shape;558;p26"/>
          <p:cNvGrpSpPr/>
          <p:nvPr/>
        </p:nvGrpSpPr>
        <p:grpSpPr>
          <a:xfrm>
            <a:off x="170687" y="2590648"/>
            <a:ext cx="621414" cy="1406218"/>
            <a:chOff x="10945362" y="2723798"/>
            <a:chExt cx="621414" cy="1406218"/>
          </a:xfrm>
        </p:grpSpPr>
        <p:sp>
          <p:nvSpPr>
            <p:cNvPr id="559" name="Google Shape;559;p26"/>
            <p:cNvSpPr/>
            <p:nvPr/>
          </p:nvSpPr>
          <p:spPr>
            <a:xfrm>
              <a:off x="11468838" y="3899389"/>
              <a:ext cx="37878" cy="37878"/>
            </a:xfrm>
            <a:custGeom>
              <a:avLst/>
              <a:gdLst/>
              <a:ahLst/>
              <a:cxnLst/>
              <a:rect l="l" t="t" r="r" b="b"/>
              <a:pathLst>
                <a:path w="192" h="192" extrusionOk="0">
                  <a:moveTo>
                    <a:pt x="98" y="1"/>
                  </a:moveTo>
                  <a:cubicBezTo>
                    <a:pt x="38" y="1"/>
                    <a:pt x="1" y="35"/>
                    <a:pt x="1" y="95"/>
                  </a:cubicBezTo>
                  <a:cubicBezTo>
                    <a:pt x="1" y="143"/>
                    <a:pt x="38" y="192"/>
                    <a:pt x="98" y="192"/>
                  </a:cubicBezTo>
                  <a:cubicBezTo>
                    <a:pt x="143" y="192"/>
                    <a:pt x="191" y="143"/>
                    <a:pt x="191" y="95"/>
                  </a:cubicBezTo>
                  <a:cubicBezTo>
                    <a:pt x="191" y="35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6"/>
            <p:cNvSpPr/>
            <p:nvPr/>
          </p:nvSpPr>
          <p:spPr>
            <a:xfrm>
              <a:off x="10945362" y="3007911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17"/>
                    <a:pt x="35" y="143"/>
                    <a:pt x="72" y="143"/>
                  </a:cubicBezTo>
                  <a:cubicBezTo>
                    <a:pt x="106" y="143"/>
                    <a:pt x="143" y="117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6"/>
            <p:cNvSpPr/>
            <p:nvPr/>
          </p:nvSpPr>
          <p:spPr>
            <a:xfrm>
              <a:off x="11089455" y="3126813"/>
              <a:ext cx="28211" cy="28409"/>
            </a:xfrm>
            <a:custGeom>
              <a:avLst/>
              <a:gdLst/>
              <a:ahLst/>
              <a:cxnLst/>
              <a:rect l="l" t="t" r="r" b="b"/>
              <a:pathLst>
                <a:path w="143" h="144" extrusionOk="0">
                  <a:moveTo>
                    <a:pt x="72" y="1"/>
                  </a:moveTo>
                  <a:cubicBezTo>
                    <a:pt x="23" y="1"/>
                    <a:pt x="0" y="24"/>
                    <a:pt x="0" y="72"/>
                  </a:cubicBezTo>
                  <a:cubicBezTo>
                    <a:pt x="0" y="106"/>
                    <a:pt x="23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24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6"/>
            <p:cNvSpPr/>
            <p:nvPr/>
          </p:nvSpPr>
          <p:spPr>
            <a:xfrm>
              <a:off x="10952517" y="2809586"/>
              <a:ext cx="37878" cy="37878"/>
            </a:xfrm>
            <a:custGeom>
              <a:avLst/>
              <a:gdLst/>
              <a:ahLst/>
              <a:cxnLst/>
              <a:rect l="l" t="t" r="r" b="b"/>
              <a:pathLst>
                <a:path w="192" h="192" extrusionOk="0">
                  <a:moveTo>
                    <a:pt x="94" y="1"/>
                  </a:moveTo>
                  <a:cubicBezTo>
                    <a:pt x="49" y="1"/>
                    <a:pt x="1" y="35"/>
                    <a:pt x="1" y="95"/>
                  </a:cubicBezTo>
                  <a:cubicBezTo>
                    <a:pt x="1" y="143"/>
                    <a:pt x="49" y="191"/>
                    <a:pt x="94" y="191"/>
                  </a:cubicBezTo>
                  <a:cubicBezTo>
                    <a:pt x="154" y="191"/>
                    <a:pt x="191" y="143"/>
                    <a:pt x="191" y="95"/>
                  </a:cubicBezTo>
                  <a:cubicBezTo>
                    <a:pt x="191" y="35"/>
                    <a:pt x="154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6"/>
            <p:cNvSpPr/>
            <p:nvPr/>
          </p:nvSpPr>
          <p:spPr>
            <a:xfrm>
              <a:off x="11526728" y="3001978"/>
              <a:ext cx="40048" cy="40048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4" y="0"/>
                  </a:moveTo>
                  <a:cubicBezTo>
                    <a:pt x="46" y="0"/>
                    <a:pt x="0" y="37"/>
                    <a:pt x="0" y="97"/>
                  </a:cubicBezTo>
                  <a:cubicBezTo>
                    <a:pt x="0" y="154"/>
                    <a:pt x="46" y="202"/>
                    <a:pt x="94" y="202"/>
                  </a:cubicBezTo>
                  <a:cubicBezTo>
                    <a:pt x="154" y="202"/>
                    <a:pt x="202" y="154"/>
                    <a:pt x="202" y="97"/>
                  </a:cubicBezTo>
                  <a:cubicBezTo>
                    <a:pt x="202" y="37"/>
                    <a:pt x="154" y="0"/>
                    <a:pt x="94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6"/>
            <p:cNvSpPr/>
            <p:nvPr/>
          </p:nvSpPr>
          <p:spPr>
            <a:xfrm>
              <a:off x="11016458" y="4090559"/>
              <a:ext cx="40048" cy="39457"/>
            </a:xfrm>
            <a:custGeom>
              <a:avLst/>
              <a:gdLst/>
              <a:ahLst/>
              <a:cxnLst/>
              <a:rect l="l" t="t" r="r" b="b"/>
              <a:pathLst>
                <a:path w="203" h="200" extrusionOk="0">
                  <a:moveTo>
                    <a:pt x="109" y="1"/>
                  </a:moveTo>
                  <a:cubicBezTo>
                    <a:pt x="49" y="1"/>
                    <a:pt x="1" y="46"/>
                    <a:pt x="1" y="95"/>
                  </a:cubicBezTo>
                  <a:cubicBezTo>
                    <a:pt x="1" y="154"/>
                    <a:pt x="49" y="200"/>
                    <a:pt x="109" y="200"/>
                  </a:cubicBezTo>
                  <a:cubicBezTo>
                    <a:pt x="169" y="200"/>
                    <a:pt x="203" y="154"/>
                    <a:pt x="203" y="95"/>
                  </a:cubicBezTo>
                  <a:cubicBezTo>
                    <a:pt x="203" y="46"/>
                    <a:pt x="169" y="1"/>
                    <a:pt x="109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6"/>
            <p:cNvSpPr/>
            <p:nvPr/>
          </p:nvSpPr>
          <p:spPr>
            <a:xfrm>
              <a:off x="10990402" y="3324798"/>
              <a:ext cx="26041" cy="23279"/>
            </a:xfrm>
            <a:custGeom>
              <a:avLst/>
              <a:gdLst/>
              <a:ahLst/>
              <a:cxnLst/>
              <a:rect l="l" t="t" r="r" b="b"/>
              <a:pathLst>
                <a:path w="132" h="118" extrusionOk="0">
                  <a:moveTo>
                    <a:pt x="72" y="1"/>
                  </a:moveTo>
                  <a:cubicBezTo>
                    <a:pt x="38" y="1"/>
                    <a:pt x="1" y="24"/>
                    <a:pt x="1" y="58"/>
                  </a:cubicBezTo>
                  <a:cubicBezTo>
                    <a:pt x="1" y="95"/>
                    <a:pt x="38" y="118"/>
                    <a:pt x="72" y="118"/>
                  </a:cubicBezTo>
                  <a:cubicBezTo>
                    <a:pt x="109" y="118"/>
                    <a:pt x="132" y="95"/>
                    <a:pt x="132" y="58"/>
                  </a:cubicBezTo>
                  <a:cubicBezTo>
                    <a:pt x="132" y="24"/>
                    <a:pt x="109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6"/>
            <p:cNvSpPr/>
            <p:nvPr/>
          </p:nvSpPr>
          <p:spPr>
            <a:xfrm>
              <a:off x="11292661" y="3557293"/>
              <a:ext cx="26041" cy="25647"/>
            </a:xfrm>
            <a:custGeom>
              <a:avLst/>
              <a:gdLst/>
              <a:ahLst/>
              <a:cxnLst/>
              <a:rect l="l" t="t" r="r" b="b"/>
              <a:pathLst>
                <a:path w="132" h="130" extrusionOk="0">
                  <a:moveTo>
                    <a:pt x="60" y="1"/>
                  </a:moveTo>
                  <a:cubicBezTo>
                    <a:pt x="23" y="1"/>
                    <a:pt x="0" y="35"/>
                    <a:pt x="0" y="72"/>
                  </a:cubicBezTo>
                  <a:cubicBezTo>
                    <a:pt x="0" y="95"/>
                    <a:pt x="23" y="129"/>
                    <a:pt x="60" y="129"/>
                  </a:cubicBezTo>
                  <a:cubicBezTo>
                    <a:pt x="94" y="129"/>
                    <a:pt x="131" y="95"/>
                    <a:pt x="131" y="72"/>
                  </a:cubicBezTo>
                  <a:cubicBezTo>
                    <a:pt x="131" y="35"/>
                    <a:pt x="94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6"/>
            <p:cNvSpPr/>
            <p:nvPr/>
          </p:nvSpPr>
          <p:spPr>
            <a:xfrm>
              <a:off x="11168567" y="3905307"/>
              <a:ext cx="23871" cy="26041"/>
            </a:xfrm>
            <a:custGeom>
              <a:avLst/>
              <a:gdLst/>
              <a:ahLst/>
              <a:cxnLst/>
              <a:rect l="l" t="t" r="r" b="b"/>
              <a:pathLst>
                <a:path w="121" h="132" extrusionOk="0">
                  <a:moveTo>
                    <a:pt x="60" y="1"/>
                  </a:moveTo>
                  <a:cubicBezTo>
                    <a:pt x="26" y="1"/>
                    <a:pt x="1" y="38"/>
                    <a:pt x="1" y="72"/>
                  </a:cubicBezTo>
                  <a:cubicBezTo>
                    <a:pt x="1" y="98"/>
                    <a:pt x="26" y="132"/>
                    <a:pt x="60" y="132"/>
                  </a:cubicBezTo>
                  <a:cubicBezTo>
                    <a:pt x="97" y="132"/>
                    <a:pt x="120" y="98"/>
                    <a:pt x="120" y="72"/>
                  </a:cubicBezTo>
                  <a:cubicBezTo>
                    <a:pt x="120" y="38"/>
                    <a:pt x="97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6"/>
            <p:cNvSpPr/>
            <p:nvPr/>
          </p:nvSpPr>
          <p:spPr>
            <a:xfrm>
              <a:off x="11124177" y="3491794"/>
              <a:ext cx="26041" cy="25844"/>
            </a:xfrm>
            <a:custGeom>
              <a:avLst/>
              <a:gdLst/>
              <a:ahLst/>
              <a:cxnLst/>
              <a:rect l="l" t="t" r="r" b="b"/>
              <a:pathLst>
                <a:path w="132" h="131" extrusionOk="0">
                  <a:moveTo>
                    <a:pt x="72" y="0"/>
                  </a:moveTo>
                  <a:cubicBezTo>
                    <a:pt x="38" y="0"/>
                    <a:pt x="1" y="23"/>
                    <a:pt x="1" y="71"/>
                  </a:cubicBezTo>
                  <a:cubicBezTo>
                    <a:pt x="1" y="105"/>
                    <a:pt x="38" y="131"/>
                    <a:pt x="72" y="131"/>
                  </a:cubicBezTo>
                  <a:cubicBezTo>
                    <a:pt x="109" y="131"/>
                    <a:pt x="132" y="105"/>
                    <a:pt x="132" y="71"/>
                  </a:cubicBezTo>
                  <a:cubicBezTo>
                    <a:pt x="132" y="23"/>
                    <a:pt x="109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26"/>
            <p:cNvSpPr/>
            <p:nvPr/>
          </p:nvSpPr>
          <p:spPr>
            <a:xfrm>
              <a:off x="11090542" y="2723798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0"/>
                  </a:moveTo>
                  <a:cubicBezTo>
                    <a:pt x="26" y="0"/>
                    <a:pt x="1" y="37"/>
                    <a:pt x="1" y="72"/>
                  </a:cubicBezTo>
                  <a:cubicBezTo>
                    <a:pt x="1" y="109"/>
                    <a:pt x="26" y="131"/>
                    <a:pt x="61" y="131"/>
                  </a:cubicBezTo>
                  <a:cubicBezTo>
                    <a:pt x="98" y="131"/>
                    <a:pt x="132" y="109"/>
                    <a:pt x="132" y="72"/>
                  </a:cubicBezTo>
                  <a:cubicBezTo>
                    <a:pt x="132" y="37"/>
                    <a:pt x="98" y="0"/>
                    <a:pt x="61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26"/>
            <p:cNvSpPr/>
            <p:nvPr/>
          </p:nvSpPr>
          <p:spPr>
            <a:xfrm>
              <a:off x="11182766" y="2945755"/>
              <a:ext cx="23674" cy="26041"/>
            </a:xfrm>
            <a:custGeom>
              <a:avLst/>
              <a:gdLst/>
              <a:ahLst/>
              <a:cxnLst/>
              <a:rect l="l" t="t" r="r" b="b"/>
              <a:pathLst>
                <a:path w="120" h="132" extrusionOk="0">
                  <a:moveTo>
                    <a:pt x="60" y="0"/>
                  </a:moveTo>
                  <a:cubicBezTo>
                    <a:pt x="23" y="0"/>
                    <a:pt x="0" y="23"/>
                    <a:pt x="0" y="60"/>
                  </a:cubicBezTo>
                  <a:cubicBezTo>
                    <a:pt x="0" y="94"/>
                    <a:pt x="23" y="131"/>
                    <a:pt x="60" y="131"/>
                  </a:cubicBezTo>
                  <a:cubicBezTo>
                    <a:pt x="94" y="131"/>
                    <a:pt x="120" y="94"/>
                    <a:pt x="120" y="60"/>
                  </a:cubicBezTo>
                  <a:cubicBezTo>
                    <a:pt x="120" y="23"/>
                    <a:pt x="94" y="0"/>
                    <a:pt x="60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26"/>
            <p:cNvSpPr/>
            <p:nvPr/>
          </p:nvSpPr>
          <p:spPr>
            <a:xfrm>
              <a:off x="11233464" y="3196556"/>
              <a:ext cx="20912" cy="20912"/>
            </a:xfrm>
            <a:custGeom>
              <a:avLst/>
              <a:gdLst/>
              <a:ahLst/>
              <a:cxnLst/>
              <a:rect l="l" t="t" r="r" b="b"/>
              <a:pathLst>
                <a:path w="106" h="106" extrusionOk="0">
                  <a:moveTo>
                    <a:pt x="46" y="0"/>
                  </a:moveTo>
                  <a:cubicBezTo>
                    <a:pt x="23" y="0"/>
                    <a:pt x="0" y="23"/>
                    <a:pt x="0" y="48"/>
                  </a:cubicBezTo>
                  <a:cubicBezTo>
                    <a:pt x="0" y="83"/>
                    <a:pt x="23" y="105"/>
                    <a:pt x="46" y="105"/>
                  </a:cubicBezTo>
                  <a:cubicBezTo>
                    <a:pt x="83" y="105"/>
                    <a:pt x="105" y="83"/>
                    <a:pt x="105" y="48"/>
                  </a:cubicBezTo>
                  <a:cubicBezTo>
                    <a:pt x="105" y="23"/>
                    <a:pt x="83" y="0"/>
                    <a:pt x="46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2" name="Google Shape;572;p26"/>
          <p:cNvGrpSpPr/>
          <p:nvPr/>
        </p:nvGrpSpPr>
        <p:grpSpPr>
          <a:xfrm>
            <a:off x="7977154" y="4207442"/>
            <a:ext cx="640409" cy="518201"/>
            <a:chOff x="9579360" y="2507084"/>
            <a:chExt cx="505015" cy="408643"/>
          </a:xfrm>
        </p:grpSpPr>
        <p:sp>
          <p:nvSpPr>
            <p:cNvPr id="573" name="Google Shape;573;p26"/>
            <p:cNvSpPr/>
            <p:nvPr/>
          </p:nvSpPr>
          <p:spPr>
            <a:xfrm>
              <a:off x="9739126" y="2655146"/>
              <a:ext cx="16572" cy="16374"/>
            </a:xfrm>
            <a:custGeom>
              <a:avLst/>
              <a:gdLst/>
              <a:ahLst/>
              <a:cxnLst/>
              <a:rect l="l" t="t" r="r" b="b"/>
              <a:pathLst>
                <a:path w="84" h="83" extrusionOk="0">
                  <a:moveTo>
                    <a:pt x="35" y="0"/>
                  </a:moveTo>
                  <a:cubicBezTo>
                    <a:pt x="12" y="0"/>
                    <a:pt x="1" y="12"/>
                    <a:pt x="1" y="34"/>
                  </a:cubicBezTo>
                  <a:cubicBezTo>
                    <a:pt x="1" y="60"/>
                    <a:pt x="12" y="83"/>
                    <a:pt x="35" y="83"/>
                  </a:cubicBezTo>
                  <a:cubicBezTo>
                    <a:pt x="61" y="83"/>
                    <a:pt x="83" y="60"/>
                    <a:pt x="83" y="34"/>
                  </a:cubicBezTo>
                  <a:cubicBezTo>
                    <a:pt x="83" y="12"/>
                    <a:pt x="61" y="0"/>
                    <a:pt x="35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26"/>
            <p:cNvSpPr/>
            <p:nvPr/>
          </p:nvSpPr>
          <p:spPr>
            <a:xfrm>
              <a:off x="9935071" y="2887516"/>
              <a:ext cx="28409" cy="28211"/>
            </a:xfrm>
            <a:custGeom>
              <a:avLst/>
              <a:gdLst/>
              <a:ahLst/>
              <a:cxnLst/>
              <a:rect l="l" t="t" r="r" b="b"/>
              <a:pathLst>
                <a:path w="144" h="143" extrusionOk="0">
                  <a:moveTo>
                    <a:pt x="72" y="0"/>
                  </a:moveTo>
                  <a:cubicBezTo>
                    <a:pt x="38" y="0"/>
                    <a:pt x="1" y="37"/>
                    <a:pt x="1" y="71"/>
                  </a:cubicBezTo>
                  <a:cubicBezTo>
                    <a:pt x="1" y="120"/>
                    <a:pt x="38" y="143"/>
                    <a:pt x="72" y="143"/>
                  </a:cubicBezTo>
                  <a:cubicBezTo>
                    <a:pt x="120" y="143"/>
                    <a:pt x="143" y="120"/>
                    <a:pt x="143" y="71"/>
                  </a:cubicBezTo>
                  <a:cubicBezTo>
                    <a:pt x="143" y="37"/>
                    <a:pt x="120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26"/>
            <p:cNvSpPr/>
            <p:nvPr/>
          </p:nvSpPr>
          <p:spPr>
            <a:xfrm>
              <a:off x="9579360" y="2834836"/>
              <a:ext cx="37681" cy="37286"/>
            </a:xfrm>
            <a:custGeom>
              <a:avLst/>
              <a:gdLst/>
              <a:ahLst/>
              <a:cxnLst/>
              <a:rect l="l" t="t" r="r" b="b"/>
              <a:pathLst>
                <a:path w="191" h="189" extrusionOk="0">
                  <a:moveTo>
                    <a:pt x="97" y="0"/>
                  </a:moveTo>
                  <a:cubicBezTo>
                    <a:pt x="49" y="0"/>
                    <a:pt x="0" y="46"/>
                    <a:pt x="0" y="94"/>
                  </a:cubicBezTo>
                  <a:cubicBezTo>
                    <a:pt x="0" y="143"/>
                    <a:pt x="49" y="188"/>
                    <a:pt x="97" y="188"/>
                  </a:cubicBezTo>
                  <a:cubicBezTo>
                    <a:pt x="157" y="188"/>
                    <a:pt x="191" y="143"/>
                    <a:pt x="191" y="94"/>
                  </a:cubicBezTo>
                  <a:cubicBezTo>
                    <a:pt x="191" y="46"/>
                    <a:pt x="157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26"/>
            <p:cNvSpPr/>
            <p:nvPr/>
          </p:nvSpPr>
          <p:spPr>
            <a:xfrm>
              <a:off x="10060701" y="2507084"/>
              <a:ext cx="23674" cy="23674"/>
            </a:xfrm>
            <a:custGeom>
              <a:avLst/>
              <a:gdLst/>
              <a:ahLst/>
              <a:cxnLst/>
              <a:rect l="l" t="t" r="r" b="b"/>
              <a:pathLst>
                <a:path w="120" h="120" extrusionOk="0">
                  <a:moveTo>
                    <a:pt x="60" y="1"/>
                  </a:moveTo>
                  <a:cubicBezTo>
                    <a:pt x="37" y="1"/>
                    <a:pt x="0" y="26"/>
                    <a:pt x="0" y="60"/>
                  </a:cubicBezTo>
                  <a:cubicBezTo>
                    <a:pt x="0" y="97"/>
                    <a:pt x="37" y="120"/>
                    <a:pt x="60" y="120"/>
                  </a:cubicBezTo>
                  <a:cubicBezTo>
                    <a:pt x="97" y="120"/>
                    <a:pt x="120" y="97"/>
                    <a:pt x="120" y="60"/>
                  </a:cubicBezTo>
                  <a:cubicBezTo>
                    <a:pt x="120" y="26"/>
                    <a:pt x="97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26"/>
            <p:cNvSpPr/>
            <p:nvPr/>
          </p:nvSpPr>
          <p:spPr>
            <a:xfrm>
              <a:off x="9730743" y="2537391"/>
              <a:ext cx="33341" cy="32749"/>
            </a:xfrm>
            <a:custGeom>
              <a:avLst/>
              <a:gdLst/>
              <a:ahLst/>
              <a:cxnLst/>
              <a:rect l="l" t="t" r="r" b="b"/>
              <a:pathLst>
                <a:path w="169" h="166" extrusionOk="0">
                  <a:moveTo>
                    <a:pt x="86" y="0"/>
                  </a:moveTo>
                  <a:cubicBezTo>
                    <a:pt x="37" y="0"/>
                    <a:pt x="0" y="35"/>
                    <a:pt x="0" y="83"/>
                  </a:cubicBezTo>
                  <a:cubicBezTo>
                    <a:pt x="0" y="131"/>
                    <a:pt x="37" y="165"/>
                    <a:pt x="86" y="165"/>
                  </a:cubicBezTo>
                  <a:cubicBezTo>
                    <a:pt x="120" y="165"/>
                    <a:pt x="168" y="131"/>
                    <a:pt x="168" y="83"/>
                  </a:cubicBezTo>
                  <a:cubicBezTo>
                    <a:pt x="168" y="35"/>
                    <a:pt x="120" y="0"/>
                    <a:pt x="86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6"/>
            <p:cNvSpPr/>
            <p:nvPr/>
          </p:nvSpPr>
          <p:spPr>
            <a:xfrm>
              <a:off x="10032006" y="2744517"/>
              <a:ext cx="40048" cy="40048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7" y="0"/>
                  </a:moveTo>
                  <a:cubicBezTo>
                    <a:pt x="49" y="0"/>
                    <a:pt x="0" y="46"/>
                    <a:pt x="0" y="106"/>
                  </a:cubicBezTo>
                  <a:cubicBezTo>
                    <a:pt x="0" y="154"/>
                    <a:pt x="49" y="202"/>
                    <a:pt x="97" y="202"/>
                  </a:cubicBezTo>
                  <a:cubicBezTo>
                    <a:pt x="157" y="202"/>
                    <a:pt x="202" y="154"/>
                    <a:pt x="202" y="106"/>
                  </a:cubicBezTo>
                  <a:cubicBezTo>
                    <a:pt x="202" y="46"/>
                    <a:pt x="157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598320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Google Shape;580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2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82" name="Google Shape;582;p27"/>
          <p:cNvSpPr txBox="1">
            <a:spLocks noGrp="1"/>
          </p:cNvSpPr>
          <p:nvPr>
            <p:ph type="subTitle" idx="1"/>
          </p:nvPr>
        </p:nvSpPr>
        <p:spPr>
          <a:xfrm>
            <a:off x="1025813" y="2409375"/>
            <a:ext cx="2049600" cy="75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3" name="Google Shape;583;p27"/>
          <p:cNvSpPr txBox="1">
            <a:spLocks noGrp="1"/>
          </p:cNvSpPr>
          <p:nvPr>
            <p:ph type="subTitle" idx="2"/>
          </p:nvPr>
        </p:nvSpPr>
        <p:spPr>
          <a:xfrm>
            <a:off x="6068492" y="2409375"/>
            <a:ext cx="2049600" cy="75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4" name="Google Shape;584;p27"/>
          <p:cNvSpPr txBox="1">
            <a:spLocks noGrp="1"/>
          </p:cNvSpPr>
          <p:nvPr>
            <p:ph type="subTitle" idx="3"/>
          </p:nvPr>
        </p:nvSpPr>
        <p:spPr>
          <a:xfrm>
            <a:off x="3547153" y="2409375"/>
            <a:ext cx="2049600" cy="75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5" name="Google Shape;585;p27"/>
          <p:cNvSpPr txBox="1">
            <a:spLocks noGrp="1"/>
          </p:cNvSpPr>
          <p:nvPr>
            <p:ph type="subTitle" idx="4"/>
          </p:nvPr>
        </p:nvSpPr>
        <p:spPr>
          <a:xfrm>
            <a:off x="1025800" y="1984325"/>
            <a:ext cx="20496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6" name="Google Shape;586;p27"/>
          <p:cNvSpPr txBox="1">
            <a:spLocks noGrp="1"/>
          </p:cNvSpPr>
          <p:nvPr>
            <p:ph type="subTitle" idx="5"/>
          </p:nvPr>
        </p:nvSpPr>
        <p:spPr>
          <a:xfrm>
            <a:off x="3547144" y="1984325"/>
            <a:ext cx="20496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7" name="Google Shape;587;p27"/>
          <p:cNvSpPr txBox="1">
            <a:spLocks noGrp="1"/>
          </p:cNvSpPr>
          <p:nvPr>
            <p:ph type="subTitle" idx="6"/>
          </p:nvPr>
        </p:nvSpPr>
        <p:spPr>
          <a:xfrm>
            <a:off x="6068500" y="1984325"/>
            <a:ext cx="20496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88" name="Google Shape;588;p27"/>
          <p:cNvGrpSpPr/>
          <p:nvPr/>
        </p:nvGrpSpPr>
        <p:grpSpPr>
          <a:xfrm rot="2204356">
            <a:off x="434273" y="624859"/>
            <a:ext cx="288053" cy="105257"/>
            <a:chOff x="1363299" y="4227968"/>
            <a:chExt cx="288040" cy="105252"/>
          </a:xfrm>
        </p:grpSpPr>
        <p:sp>
          <p:nvSpPr>
            <p:cNvPr id="589" name="Google Shape;589;p27"/>
            <p:cNvSpPr/>
            <p:nvPr/>
          </p:nvSpPr>
          <p:spPr>
            <a:xfrm>
              <a:off x="1363299" y="4259419"/>
              <a:ext cx="288040" cy="73801"/>
            </a:xfrm>
            <a:custGeom>
              <a:avLst/>
              <a:gdLst/>
              <a:ahLst/>
              <a:cxnLst/>
              <a:rect l="l" t="t" r="r" b="b"/>
              <a:pathLst>
                <a:path w="1850" h="474" extrusionOk="0">
                  <a:moveTo>
                    <a:pt x="1" y="1"/>
                  </a:moveTo>
                  <a:lnTo>
                    <a:pt x="1" y="271"/>
                  </a:lnTo>
                  <a:cubicBezTo>
                    <a:pt x="1" y="379"/>
                    <a:pt x="413" y="473"/>
                    <a:pt x="925" y="473"/>
                  </a:cubicBezTo>
                  <a:cubicBezTo>
                    <a:pt x="1435" y="473"/>
                    <a:pt x="1850" y="379"/>
                    <a:pt x="1850" y="271"/>
                  </a:cubicBezTo>
                  <a:lnTo>
                    <a:pt x="1850" y="1"/>
                  </a:ln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7"/>
            <p:cNvSpPr/>
            <p:nvPr/>
          </p:nvSpPr>
          <p:spPr>
            <a:xfrm>
              <a:off x="1363299" y="4227968"/>
              <a:ext cx="288040" cy="62590"/>
            </a:xfrm>
            <a:custGeom>
              <a:avLst/>
              <a:gdLst/>
              <a:ahLst/>
              <a:cxnLst/>
              <a:rect l="l" t="t" r="r" b="b"/>
              <a:pathLst>
                <a:path w="1850" h="402" extrusionOk="0">
                  <a:moveTo>
                    <a:pt x="854" y="1"/>
                  </a:moveTo>
                  <a:cubicBezTo>
                    <a:pt x="379" y="12"/>
                    <a:pt x="1" y="95"/>
                    <a:pt x="1" y="203"/>
                  </a:cubicBezTo>
                  <a:cubicBezTo>
                    <a:pt x="1" y="319"/>
                    <a:pt x="413" y="402"/>
                    <a:pt x="925" y="402"/>
                  </a:cubicBezTo>
                  <a:cubicBezTo>
                    <a:pt x="1435" y="402"/>
                    <a:pt x="1850" y="319"/>
                    <a:pt x="1850" y="203"/>
                  </a:cubicBezTo>
                  <a:cubicBezTo>
                    <a:pt x="1850" y="95"/>
                    <a:pt x="1469" y="12"/>
                    <a:pt x="982" y="1"/>
                  </a:cubicBezTo>
                  <a:cubicBezTo>
                    <a:pt x="971" y="24"/>
                    <a:pt x="948" y="46"/>
                    <a:pt x="925" y="46"/>
                  </a:cubicBezTo>
                  <a:cubicBezTo>
                    <a:pt x="888" y="46"/>
                    <a:pt x="866" y="24"/>
                    <a:pt x="854" y="1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7"/>
            <p:cNvSpPr/>
            <p:nvPr/>
          </p:nvSpPr>
          <p:spPr>
            <a:xfrm>
              <a:off x="1496267" y="4227968"/>
              <a:ext cx="20085" cy="68351"/>
            </a:xfrm>
            <a:custGeom>
              <a:avLst/>
              <a:gdLst/>
              <a:ahLst/>
              <a:cxnLst/>
              <a:rect l="l" t="t" r="r" b="b"/>
              <a:pathLst>
                <a:path w="129" h="439" extrusionOk="0">
                  <a:moveTo>
                    <a:pt x="0" y="1"/>
                  </a:moveTo>
                  <a:lnTo>
                    <a:pt x="0" y="439"/>
                  </a:lnTo>
                  <a:lnTo>
                    <a:pt x="128" y="439"/>
                  </a:lnTo>
                  <a:lnTo>
                    <a:pt x="128" y="1"/>
                  </a:lnTo>
                  <a:cubicBezTo>
                    <a:pt x="111" y="18"/>
                    <a:pt x="91" y="26"/>
                    <a:pt x="68" y="26"/>
                  </a:cubicBezTo>
                  <a:cubicBezTo>
                    <a:pt x="46" y="26"/>
                    <a:pt x="23" y="18"/>
                    <a:pt x="0" y="1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2" name="Google Shape;592;p27"/>
          <p:cNvGrpSpPr/>
          <p:nvPr/>
        </p:nvGrpSpPr>
        <p:grpSpPr>
          <a:xfrm rot="5165123">
            <a:off x="400427" y="1097976"/>
            <a:ext cx="235850" cy="86191"/>
            <a:chOff x="1363299" y="4227968"/>
            <a:chExt cx="288040" cy="105252"/>
          </a:xfrm>
        </p:grpSpPr>
        <p:sp>
          <p:nvSpPr>
            <p:cNvPr id="593" name="Google Shape;593;p27"/>
            <p:cNvSpPr/>
            <p:nvPr/>
          </p:nvSpPr>
          <p:spPr>
            <a:xfrm>
              <a:off x="1363299" y="4259419"/>
              <a:ext cx="288040" cy="73801"/>
            </a:xfrm>
            <a:custGeom>
              <a:avLst/>
              <a:gdLst/>
              <a:ahLst/>
              <a:cxnLst/>
              <a:rect l="l" t="t" r="r" b="b"/>
              <a:pathLst>
                <a:path w="1850" h="474" extrusionOk="0">
                  <a:moveTo>
                    <a:pt x="1" y="1"/>
                  </a:moveTo>
                  <a:lnTo>
                    <a:pt x="1" y="271"/>
                  </a:lnTo>
                  <a:cubicBezTo>
                    <a:pt x="1" y="379"/>
                    <a:pt x="413" y="473"/>
                    <a:pt x="925" y="473"/>
                  </a:cubicBezTo>
                  <a:cubicBezTo>
                    <a:pt x="1435" y="473"/>
                    <a:pt x="1850" y="379"/>
                    <a:pt x="1850" y="271"/>
                  </a:cubicBezTo>
                  <a:lnTo>
                    <a:pt x="1850" y="1"/>
                  </a:ln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7"/>
            <p:cNvSpPr/>
            <p:nvPr/>
          </p:nvSpPr>
          <p:spPr>
            <a:xfrm>
              <a:off x="1363299" y="4227968"/>
              <a:ext cx="288040" cy="62590"/>
            </a:xfrm>
            <a:custGeom>
              <a:avLst/>
              <a:gdLst/>
              <a:ahLst/>
              <a:cxnLst/>
              <a:rect l="l" t="t" r="r" b="b"/>
              <a:pathLst>
                <a:path w="1850" h="402" extrusionOk="0">
                  <a:moveTo>
                    <a:pt x="854" y="1"/>
                  </a:moveTo>
                  <a:cubicBezTo>
                    <a:pt x="379" y="12"/>
                    <a:pt x="1" y="95"/>
                    <a:pt x="1" y="203"/>
                  </a:cubicBezTo>
                  <a:cubicBezTo>
                    <a:pt x="1" y="319"/>
                    <a:pt x="413" y="402"/>
                    <a:pt x="925" y="402"/>
                  </a:cubicBezTo>
                  <a:cubicBezTo>
                    <a:pt x="1435" y="402"/>
                    <a:pt x="1850" y="319"/>
                    <a:pt x="1850" y="203"/>
                  </a:cubicBezTo>
                  <a:cubicBezTo>
                    <a:pt x="1850" y="95"/>
                    <a:pt x="1469" y="12"/>
                    <a:pt x="982" y="1"/>
                  </a:cubicBezTo>
                  <a:cubicBezTo>
                    <a:pt x="971" y="24"/>
                    <a:pt x="948" y="46"/>
                    <a:pt x="925" y="46"/>
                  </a:cubicBezTo>
                  <a:cubicBezTo>
                    <a:pt x="888" y="46"/>
                    <a:pt x="866" y="24"/>
                    <a:pt x="854" y="1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7"/>
            <p:cNvSpPr/>
            <p:nvPr/>
          </p:nvSpPr>
          <p:spPr>
            <a:xfrm>
              <a:off x="1496267" y="4227968"/>
              <a:ext cx="20085" cy="68351"/>
            </a:xfrm>
            <a:custGeom>
              <a:avLst/>
              <a:gdLst/>
              <a:ahLst/>
              <a:cxnLst/>
              <a:rect l="l" t="t" r="r" b="b"/>
              <a:pathLst>
                <a:path w="129" h="439" extrusionOk="0">
                  <a:moveTo>
                    <a:pt x="0" y="1"/>
                  </a:moveTo>
                  <a:lnTo>
                    <a:pt x="0" y="439"/>
                  </a:lnTo>
                  <a:lnTo>
                    <a:pt x="128" y="439"/>
                  </a:lnTo>
                  <a:lnTo>
                    <a:pt x="128" y="1"/>
                  </a:lnTo>
                  <a:cubicBezTo>
                    <a:pt x="111" y="18"/>
                    <a:pt x="91" y="26"/>
                    <a:pt x="68" y="26"/>
                  </a:cubicBezTo>
                  <a:cubicBezTo>
                    <a:pt x="46" y="26"/>
                    <a:pt x="23" y="18"/>
                    <a:pt x="0" y="1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9080281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7" name="Google Shape;59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2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99" name="Google Shape;599;p28"/>
          <p:cNvSpPr txBox="1">
            <a:spLocks noGrp="1"/>
          </p:cNvSpPr>
          <p:nvPr>
            <p:ph type="subTitle" idx="1"/>
          </p:nvPr>
        </p:nvSpPr>
        <p:spPr>
          <a:xfrm>
            <a:off x="720001" y="1788400"/>
            <a:ext cx="2777100" cy="6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00" name="Google Shape;600;p28"/>
          <p:cNvSpPr txBox="1">
            <a:spLocks noGrp="1"/>
          </p:cNvSpPr>
          <p:nvPr>
            <p:ph type="subTitle" idx="2"/>
          </p:nvPr>
        </p:nvSpPr>
        <p:spPr>
          <a:xfrm>
            <a:off x="5647966" y="1788400"/>
            <a:ext cx="2777100" cy="6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01" name="Google Shape;601;p28"/>
          <p:cNvSpPr txBox="1">
            <a:spLocks noGrp="1"/>
          </p:cNvSpPr>
          <p:nvPr>
            <p:ph type="subTitle" idx="3"/>
          </p:nvPr>
        </p:nvSpPr>
        <p:spPr>
          <a:xfrm>
            <a:off x="3183471" y="3066232"/>
            <a:ext cx="2777100" cy="6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02" name="Google Shape;602;p28"/>
          <p:cNvSpPr txBox="1">
            <a:spLocks noGrp="1"/>
          </p:cNvSpPr>
          <p:nvPr>
            <p:ph type="subTitle" idx="4"/>
          </p:nvPr>
        </p:nvSpPr>
        <p:spPr>
          <a:xfrm>
            <a:off x="720000" y="2609067"/>
            <a:ext cx="27771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3" name="Google Shape;603;p28"/>
          <p:cNvSpPr txBox="1">
            <a:spLocks noGrp="1"/>
          </p:cNvSpPr>
          <p:nvPr>
            <p:ph type="subTitle" idx="5"/>
          </p:nvPr>
        </p:nvSpPr>
        <p:spPr>
          <a:xfrm>
            <a:off x="3183362" y="3886900"/>
            <a:ext cx="27771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4" name="Google Shape;604;p28"/>
          <p:cNvSpPr txBox="1">
            <a:spLocks noGrp="1"/>
          </p:cNvSpPr>
          <p:nvPr>
            <p:ph type="subTitle" idx="6"/>
          </p:nvPr>
        </p:nvSpPr>
        <p:spPr>
          <a:xfrm>
            <a:off x="5647975" y="2609067"/>
            <a:ext cx="27771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05" name="Google Shape;605;p28"/>
          <p:cNvGrpSpPr/>
          <p:nvPr/>
        </p:nvGrpSpPr>
        <p:grpSpPr>
          <a:xfrm rot="-1116533">
            <a:off x="8165467" y="4047189"/>
            <a:ext cx="851672" cy="870213"/>
            <a:chOff x="8666383" y="2375725"/>
            <a:chExt cx="851689" cy="870231"/>
          </a:xfrm>
        </p:grpSpPr>
        <p:sp>
          <p:nvSpPr>
            <p:cNvPr id="606" name="Google Shape;606;p28"/>
            <p:cNvSpPr/>
            <p:nvPr/>
          </p:nvSpPr>
          <p:spPr>
            <a:xfrm>
              <a:off x="9482364" y="2621544"/>
              <a:ext cx="35708" cy="37286"/>
            </a:xfrm>
            <a:custGeom>
              <a:avLst/>
              <a:gdLst/>
              <a:ahLst/>
              <a:cxnLst/>
              <a:rect l="l" t="t" r="r" b="b"/>
              <a:pathLst>
                <a:path w="181" h="189" extrusionOk="0">
                  <a:moveTo>
                    <a:pt x="98" y="1"/>
                  </a:moveTo>
                  <a:cubicBezTo>
                    <a:pt x="38" y="1"/>
                    <a:pt x="1" y="46"/>
                    <a:pt x="1" y="95"/>
                  </a:cubicBezTo>
                  <a:cubicBezTo>
                    <a:pt x="1" y="143"/>
                    <a:pt x="38" y="189"/>
                    <a:pt x="98" y="189"/>
                  </a:cubicBezTo>
                  <a:cubicBezTo>
                    <a:pt x="143" y="189"/>
                    <a:pt x="180" y="143"/>
                    <a:pt x="180" y="95"/>
                  </a:cubicBezTo>
                  <a:cubicBezTo>
                    <a:pt x="180" y="46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8"/>
            <p:cNvSpPr/>
            <p:nvPr/>
          </p:nvSpPr>
          <p:spPr>
            <a:xfrm>
              <a:off x="9110872" y="2649559"/>
              <a:ext cx="68062" cy="68260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7" y="1"/>
                  </a:moveTo>
                  <a:cubicBezTo>
                    <a:pt x="83" y="1"/>
                    <a:pt x="1" y="72"/>
                    <a:pt x="1" y="166"/>
                  </a:cubicBezTo>
                  <a:cubicBezTo>
                    <a:pt x="1" y="260"/>
                    <a:pt x="83" y="345"/>
                    <a:pt x="177" y="345"/>
                  </a:cubicBezTo>
                  <a:cubicBezTo>
                    <a:pt x="274" y="345"/>
                    <a:pt x="345" y="260"/>
                    <a:pt x="345" y="166"/>
                  </a:cubicBezTo>
                  <a:cubicBezTo>
                    <a:pt x="345" y="72"/>
                    <a:pt x="274" y="1"/>
                    <a:pt x="177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8"/>
            <p:cNvSpPr/>
            <p:nvPr/>
          </p:nvSpPr>
          <p:spPr>
            <a:xfrm>
              <a:off x="9365767" y="2838757"/>
              <a:ext cx="44389" cy="42416"/>
            </a:xfrm>
            <a:custGeom>
              <a:avLst/>
              <a:gdLst/>
              <a:ahLst/>
              <a:cxnLst/>
              <a:rect l="l" t="t" r="r" b="b"/>
              <a:pathLst>
                <a:path w="225" h="215" extrusionOk="0">
                  <a:moveTo>
                    <a:pt x="120" y="1"/>
                  </a:moveTo>
                  <a:cubicBezTo>
                    <a:pt x="49" y="1"/>
                    <a:pt x="0" y="49"/>
                    <a:pt x="0" y="109"/>
                  </a:cubicBezTo>
                  <a:cubicBezTo>
                    <a:pt x="0" y="169"/>
                    <a:pt x="49" y="214"/>
                    <a:pt x="120" y="214"/>
                  </a:cubicBezTo>
                  <a:cubicBezTo>
                    <a:pt x="179" y="214"/>
                    <a:pt x="225" y="169"/>
                    <a:pt x="225" y="109"/>
                  </a:cubicBezTo>
                  <a:cubicBezTo>
                    <a:pt x="225" y="49"/>
                    <a:pt x="179" y="1"/>
                    <a:pt x="12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8"/>
            <p:cNvSpPr/>
            <p:nvPr/>
          </p:nvSpPr>
          <p:spPr>
            <a:xfrm>
              <a:off x="9305002" y="2375725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8"/>
            <p:cNvSpPr/>
            <p:nvPr/>
          </p:nvSpPr>
          <p:spPr>
            <a:xfrm>
              <a:off x="9052474" y="2495281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06"/>
                    <a:pt x="35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8"/>
            <p:cNvSpPr/>
            <p:nvPr/>
          </p:nvSpPr>
          <p:spPr>
            <a:xfrm>
              <a:off x="9305002" y="2555848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8"/>
            <p:cNvSpPr/>
            <p:nvPr/>
          </p:nvSpPr>
          <p:spPr>
            <a:xfrm>
              <a:off x="8825791" y="2621544"/>
              <a:ext cx="60763" cy="60763"/>
            </a:xfrm>
            <a:custGeom>
              <a:avLst/>
              <a:gdLst/>
              <a:ahLst/>
              <a:cxnLst/>
              <a:rect l="l" t="t" r="r" b="b"/>
              <a:pathLst>
                <a:path w="308" h="308" extrusionOk="0">
                  <a:moveTo>
                    <a:pt x="154" y="1"/>
                  </a:moveTo>
                  <a:cubicBezTo>
                    <a:pt x="72" y="1"/>
                    <a:pt x="0" y="72"/>
                    <a:pt x="0" y="154"/>
                  </a:cubicBezTo>
                  <a:cubicBezTo>
                    <a:pt x="0" y="237"/>
                    <a:pt x="72" y="308"/>
                    <a:pt x="154" y="308"/>
                  </a:cubicBezTo>
                  <a:cubicBezTo>
                    <a:pt x="237" y="308"/>
                    <a:pt x="308" y="237"/>
                    <a:pt x="308" y="154"/>
                  </a:cubicBezTo>
                  <a:cubicBezTo>
                    <a:pt x="308" y="72"/>
                    <a:pt x="237" y="1"/>
                    <a:pt x="15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8"/>
            <p:cNvSpPr/>
            <p:nvPr/>
          </p:nvSpPr>
          <p:spPr>
            <a:xfrm>
              <a:off x="8687690" y="2951013"/>
              <a:ext cx="34919" cy="35511"/>
            </a:xfrm>
            <a:custGeom>
              <a:avLst/>
              <a:gdLst/>
              <a:ahLst/>
              <a:cxnLst/>
              <a:rect l="l" t="t" r="r" b="b"/>
              <a:pathLst>
                <a:path w="177" h="180" extrusionOk="0">
                  <a:moveTo>
                    <a:pt x="94" y="1"/>
                  </a:moveTo>
                  <a:cubicBezTo>
                    <a:pt x="35" y="1"/>
                    <a:pt x="1" y="49"/>
                    <a:pt x="1" y="97"/>
                  </a:cubicBezTo>
                  <a:cubicBezTo>
                    <a:pt x="1" y="143"/>
                    <a:pt x="35" y="180"/>
                    <a:pt x="94" y="180"/>
                  </a:cubicBezTo>
                  <a:cubicBezTo>
                    <a:pt x="143" y="180"/>
                    <a:pt x="177" y="143"/>
                    <a:pt x="177" y="97"/>
                  </a:cubicBezTo>
                  <a:cubicBezTo>
                    <a:pt x="177" y="49"/>
                    <a:pt x="143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8"/>
            <p:cNvSpPr/>
            <p:nvPr/>
          </p:nvSpPr>
          <p:spPr>
            <a:xfrm>
              <a:off x="8942585" y="2860064"/>
              <a:ext cx="34919" cy="35116"/>
            </a:xfrm>
            <a:custGeom>
              <a:avLst/>
              <a:gdLst/>
              <a:ahLst/>
              <a:cxnLst/>
              <a:rect l="l" t="t" r="r" b="b"/>
              <a:pathLst>
                <a:path w="177" h="178" extrusionOk="0">
                  <a:moveTo>
                    <a:pt x="83" y="1"/>
                  </a:moveTo>
                  <a:cubicBezTo>
                    <a:pt x="34" y="1"/>
                    <a:pt x="0" y="35"/>
                    <a:pt x="0" y="83"/>
                  </a:cubicBezTo>
                  <a:cubicBezTo>
                    <a:pt x="0" y="143"/>
                    <a:pt x="34" y="177"/>
                    <a:pt x="83" y="177"/>
                  </a:cubicBezTo>
                  <a:cubicBezTo>
                    <a:pt x="131" y="177"/>
                    <a:pt x="177" y="143"/>
                    <a:pt x="177" y="83"/>
                  </a:cubicBezTo>
                  <a:cubicBezTo>
                    <a:pt x="177" y="35"/>
                    <a:pt x="131" y="1"/>
                    <a:pt x="8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8"/>
            <p:cNvSpPr/>
            <p:nvPr/>
          </p:nvSpPr>
          <p:spPr>
            <a:xfrm>
              <a:off x="8666383" y="3189533"/>
              <a:ext cx="56226" cy="56423"/>
            </a:xfrm>
            <a:custGeom>
              <a:avLst/>
              <a:gdLst/>
              <a:ahLst/>
              <a:cxnLst/>
              <a:rect l="l" t="t" r="r" b="b"/>
              <a:pathLst>
                <a:path w="285" h="28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26"/>
                    <a:pt x="72" y="285"/>
                    <a:pt x="143" y="285"/>
                  </a:cubicBezTo>
                  <a:cubicBezTo>
                    <a:pt x="225" y="285"/>
                    <a:pt x="285" y="226"/>
                    <a:pt x="285" y="143"/>
                  </a:cubicBezTo>
                  <a:cubicBezTo>
                    <a:pt x="285" y="72"/>
                    <a:pt x="225" y="1"/>
                    <a:pt x="14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6" name="Google Shape;616;p28"/>
          <p:cNvGrpSpPr/>
          <p:nvPr/>
        </p:nvGrpSpPr>
        <p:grpSpPr>
          <a:xfrm>
            <a:off x="120087" y="145461"/>
            <a:ext cx="373340" cy="1406218"/>
            <a:chOff x="10945362" y="2723798"/>
            <a:chExt cx="373340" cy="1406218"/>
          </a:xfrm>
        </p:grpSpPr>
        <p:sp>
          <p:nvSpPr>
            <p:cNvPr id="617" name="Google Shape;617;p28"/>
            <p:cNvSpPr/>
            <p:nvPr/>
          </p:nvSpPr>
          <p:spPr>
            <a:xfrm>
              <a:off x="11084325" y="3702102"/>
              <a:ext cx="37878" cy="37878"/>
            </a:xfrm>
            <a:custGeom>
              <a:avLst/>
              <a:gdLst/>
              <a:ahLst/>
              <a:cxnLst/>
              <a:rect l="l" t="t" r="r" b="b"/>
              <a:pathLst>
                <a:path w="192" h="192" extrusionOk="0">
                  <a:moveTo>
                    <a:pt x="98" y="1"/>
                  </a:moveTo>
                  <a:cubicBezTo>
                    <a:pt x="38" y="1"/>
                    <a:pt x="1" y="35"/>
                    <a:pt x="1" y="95"/>
                  </a:cubicBezTo>
                  <a:cubicBezTo>
                    <a:pt x="1" y="143"/>
                    <a:pt x="38" y="192"/>
                    <a:pt x="98" y="192"/>
                  </a:cubicBezTo>
                  <a:cubicBezTo>
                    <a:pt x="143" y="192"/>
                    <a:pt x="191" y="143"/>
                    <a:pt x="191" y="95"/>
                  </a:cubicBezTo>
                  <a:cubicBezTo>
                    <a:pt x="191" y="35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28"/>
            <p:cNvSpPr/>
            <p:nvPr/>
          </p:nvSpPr>
          <p:spPr>
            <a:xfrm>
              <a:off x="10945362" y="3007911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17"/>
                    <a:pt x="35" y="143"/>
                    <a:pt x="72" y="143"/>
                  </a:cubicBezTo>
                  <a:cubicBezTo>
                    <a:pt x="106" y="143"/>
                    <a:pt x="143" y="117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28"/>
            <p:cNvSpPr/>
            <p:nvPr/>
          </p:nvSpPr>
          <p:spPr>
            <a:xfrm>
              <a:off x="11089455" y="3126813"/>
              <a:ext cx="28211" cy="28409"/>
            </a:xfrm>
            <a:custGeom>
              <a:avLst/>
              <a:gdLst/>
              <a:ahLst/>
              <a:cxnLst/>
              <a:rect l="l" t="t" r="r" b="b"/>
              <a:pathLst>
                <a:path w="143" h="144" extrusionOk="0">
                  <a:moveTo>
                    <a:pt x="72" y="1"/>
                  </a:moveTo>
                  <a:cubicBezTo>
                    <a:pt x="23" y="1"/>
                    <a:pt x="0" y="24"/>
                    <a:pt x="0" y="72"/>
                  </a:cubicBezTo>
                  <a:cubicBezTo>
                    <a:pt x="0" y="106"/>
                    <a:pt x="23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24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28"/>
            <p:cNvSpPr/>
            <p:nvPr/>
          </p:nvSpPr>
          <p:spPr>
            <a:xfrm>
              <a:off x="10952517" y="2809586"/>
              <a:ext cx="37878" cy="37878"/>
            </a:xfrm>
            <a:custGeom>
              <a:avLst/>
              <a:gdLst/>
              <a:ahLst/>
              <a:cxnLst/>
              <a:rect l="l" t="t" r="r" b="b"/>
              <a:pathLst>
                <a:path w="192" h="192" extrusionOk="0">
                  <a:moveTo>
                    <a:pt x="94" y="1"/>
                  </a:moveTo>
                  <a:cubicBezTo>
                    <a:pt x="49" y="1"/>
                    <a:pt x="1" y="35"/>
                    <a:pt x="1" y="95"/>
                  </a:cubicBezTo>
                  <a:cubicBezTo>
                    <a:pt x="1" y="143"/>
                    <a:pt x="49" y="191"/>
                    <a:pt x="94" y="191"/>
                  </a:cubicBezTo>
                  <a:cubicBezTo>
                    <a:pt x="154" y="191"/>
                    <a:pt x="191" y="143"/>
                    <a:pt x="191" y="95"/>
                  </a:cubicBezTo>
                  <a:cubicBezTo>
                    <a:pt x="191" y="35"/>
                    <a:pt x="154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28"/>
            <p:cNvSpPr/>
            <p:nvPr/>
          </p:nvSpPr>
          <p:spPr>
            <a:xfrm>
              <a:off x="11274116" y="3762866"/>
              <a:ext cx="40048" cy="40048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4" y="0"/>
                  </a:moveTo>
                  <a:cubicBezTo>
                    <a:pt x="46" y="0"/>
                    <a:pt x="0" y="37"/>
                    <a:pt x="0" y="97"/>
                  </a:cubicBezTo>
                  <a:cubicBezTo>
                    <a:pt x="0" y="154"/>
                    <a:pt x="46" y="202"/>
                    <a:pt x="94" y="202"/>
                  </a:cubicBezTo>
                  <a:cubicBezTo>
                    <a:pt x="154" y="202"/>
                    <a:pt x="202" y="154"/>
                    <a:pt x="202" y="97"/>
                  </a:cubicBezTo>
                  <a:cubicBezTo>
                    <a:pt x="202" y="37"/>
                    <a:pt x="154" y="0"/>
                    <a:pt x="94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28"/>
            <p:cNvSpPr/>
            <p:nvPr/>
          </p:nvSpPr>
          <p:spPr>
            <a:xfrm>
              <a:off x="11016458" y="4090559"/>
              <a:ext cx="40048" cy="39457"/>
            </a:xfrm>
            <a:custGeom>
              <a:avLst/>
              <a:gdLst/>
              <a:ahLst/>
              <a:cxnLst/>
              <a:rect l="l" t="t" r="r" b="b"/>
              <a:pathLst>
                <a:path w="203" h="200" extrusionOk="0">
                  <a:moveTo>
                    <a:pt x="109" y="1"/>
                  </a:moveTo>
                  <a:cubicBezTo>
                    <a:pt x="49" y="1"/>
                    <a:pt x="1" y="46"/>
                    <a:pt x="1" y="95"/>
                  </a:cubicBezTo>
                  <a:cubicBezTo>
                    <a:pt x="1" y="154"/>
                    <a:pt x="49" y="200"/>
                    <a:pt x="109" y="200"/>
                  </a:cubicBezTo>
                  <a:cubicBezTo>
                    <a:pt x="169" y="200"/>
                    <a:pt x="203" y="154"/>
                    <a:pt x="203" y="95"/>
                  </a:cubicBezTo>
                  <a:cubicBezTo>
                    <a:pt x="203" y="46"/>
                    <a:pt x="169" y="1"/>
                    <a:pt x="109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28"/>
            <p:cNvSpPr/>
            <p:nvPr/>
          </p:nvSpPr>
          <p:spPr>
            <a:xfrm>
              <a:off x="10990402" y="3324798"/>
              <a:ext cx="26041" cy="23279"/>
            </a:xfrm>
            <a:custGeom>
              <a:avLst/>
              <a:gdLst/>
              <a:ahLst/>
              <a:cxnLst/>
              <a:rect l="l" t="t" r="r" b="b"/>
              <a:pathLst>
                <a:path w="132" h="118" extrusionOk="0">
                  <a:moveTo>
                    <a:pt x="72" y="1"/>
                  </a:moveTo>
                  <a:cubicBezTo>
                    <a:pt x="38" y="1"/>
                    <a:pt x="1" y="24"/>
                    <a:pt x="1" y="58"/>
                  </a:cubicBezTo>
                  <a:cubicBezTo>
                    <a:pt x="1" y="95"/>
                    <a:pt x="38" y="118"/>
                    <a:pt x="72" y="118"/>
                  </a:cubicBezTo>
                  <a:cubicBezTo>
                    <a:pt x="109" y="118"/>
                    <a:pt x="132" y="95"/>
                    <a:pt x="132" y="58"/>
                  </a:cubicBezTo>
                  <a:cubicBezTo>
                    <a:pt x="132" y="24"/>
                    <a:pt x="109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28"/>
            <p:cNvSpPr/>
            <p:nvPr/>
          </p:nvSpPr>
          <p:spPr>
            <a:xfrm>
              <a:off x="11292661" y="3557293"/>
              <a:ext cx="26041" cy="25647"/>
            </a:xfrm>
            <a:custGeom>
              <a:avLst/>
              <a:gdLst/>
              <a:ahLst/>
              <a:cxnLst/>
              <a:rect l="l" t="t" r="r" b="b"/>
              <a:pathLst>
                <a:path w="132" h="130" extrusionOk="0">
                  <a:moveTo>
                    <a:pt x="60" y="1"/>
                  </a:moveTo>
                  <a:cubicBezTo>
                    <a:pt x="23" y="1"/>
                    <a:pt x="0" y="35"/>
                    <a:pt x="0" y="72"/>
                  </a:cubicBezTo>
                  <a:cubicBezTo>
                    <a:pt x="0" y="95"/>
                    <a:pt x="23" y="129"/>
                    <a:pt x="60" y="129"/>
                  </a:cubicBezTo>
                  <a:cubicBezTo>
                    <a:pt x="94" y="129"/>
                    <a:pt x="131" y="95"/>
                    <a:pt x="131" y="72"/>
                  </a:cubicBezTo>
                  <a:cubicBezTo>
                    <a:pt x="131" y="35"/>
                    <a:pt x="94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28"/>
            <p:cNvSpPr/>
            <p:nvPr/>
          </p:nvSpPr>
          <p:spPr>
            <a:xfrm>
              <a:off x="11168567" y="3905307"/>
              <a:ext cx="23871" cy="26041"/>
            </a:xfrm>
            <a:custGeom>
              <a:avLst/>
              <a:gdLst/>
              <a:ahLst/>
              <a:cxnLst/>
              <a:rect l="l" t="t" r="r" b="b"/>
              <a:pathLst>
                <a:path w="121" h="132" extrusionOk="0">
                  <a:moveTo>
                    <a:pt x="60" y="1"/>
                  </a:moveTo>
                  <a:cubicBezTo>
                    <a:pt x="26" y="1"/>
                    <a:pt x="1" y="38"/>
                    <a:pt x="1" y="72"/>
                  </a:cubicBezTo>
                  <a:cubicBezTo>
                    <a:pt x="1" y="98"/>
                    <a:pt x="26" y="132"/>
                    <a:pt x="60" y="132"/>
                  </a:cubicBezTo>
                  <a:cubicBezTo>
                    <a:pt x="97" y="132"/>
                    <a:pt x="120" y="98"/>
                    <a:pt x="120" y="72"/>
                  </a:cubicBezTo>
                  <a:cubicBezTo>
                    <a:pt x="120" y="38"/>
                    <a:pt x="97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28"/>
            <p:cNvSpPr/>
            <p:nvPr/>
          </p:nvSpPr>
          <p:spPr>
            <a:xfrm>
              <a:off x="11124177" y="3491794"/>
              <a:ext cx="26041" cy="25844"/>
            </a:xfrm>
            <a:custGeom>
              <a:avLst/>
              <a:gdLst/>
              <a:ahLst/>
              <a:cxnLst/>
              <a:rect l="l" t="t" r="r" b="b"/>
              <a:pathLst>
                <a:path w="132" h="131" extrusionOk="0">
                  <a:moveTo>
                    <a:pt x="72" y="0"/>
                  </a:moveTo>
                  <a:cubicBezTo>
                    <a:pt x="38" y="0"/>
                    <a:pt x="1" y="23"/>
                    <a:pt x="1" y="71"/>
                  </a:cubicBezTo>
                  <a:cubicBezTo>
                    <a:pt x="1" y="105"/>
                    <a:pt x="38" y="131"/>
                    <a:pt x="72" y="131"/>
                  </a:cubicBezTo>
                  <a:cubicBezTo>
                    <a:pt x="109" y="131"/>
                    <a:pt x="132" y="105"/>
                    <a:pt x="132" y="71"/>
                  </a:cubicBezTo>
                  <a:cubicBezTo>
                    <a:pt x="132" y="23"/>
                    <a:pt x="109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8"/>
            <p:cNvSpPr/>
            <p:nvPr/>
          </p:nvSpPr>
          <p:spPr>
            <a:xfrm>
              <a:off x="11090542" y="2723798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0"/>
                  </a:moveTo>
                  <a:cubicBezTo>
                    <a:pt x="26" y="0"/>
                    <a:pt x="1" y="37"/>
                    <a:pt x="1" y="72"/>
                  </a:cubicBezTo>
                  <a:cubicBezTo>
                    <a:pt x="1" y="109"/>
                    <a:pt x="26" y="131"/>
                    <a:pt x="61" y="131"/>
                  </a:cubicBezTo>
                  <a:cubicBezTo>
                    <a:pt x="98" y="131"/>
                    <a:pt x="132" y="109"/>
                    <a:pt x="132" y="72"/>
                  </a:cubicBezTo>
                  <a:cubicBezTo>
                    <a:pt x="132" y="37"/>
                    <a:pt x="98" y="0"/>
                    <a:pt x="61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28"/>
            <p:cNvSpPr/>
            <p:nvPr/>
          </p:nvSpPr>
          <p:spPr>
            <a:xfrm>
              <a:off x="11182766" y="2945755"/>
              <a:ext cx="23674" cy="26041"/>
            </a:xfrm>
            <a:custGeom>
              <a:avLst/>
              <a:gdLst/>
              <a:ahLst/>
              <a:cxnLst/>
              <a:rect l="l" t="t" r="r" b="b"/>
              <a:pathLst>
                <a:path w="120" h="132" extrusionOk="0">
                  <a:moveTo>
                    <a:pt x="60" y="0"/>
                  </a:moveTo>
                  <a:cubicBezTo>
                    <a:pt x="23" y="0"/>
                    <a:pt x="0" y="23"/>
                    <a:pt x="0" y="60"/>
                  </a:cubicBezTo>
                  <a:cubicBezTo>
                    <a:pt x="0" y="94"/>
                    <a:pt x="23" y="131"/>
                    <a:pt x="60" y="131"/>
                  </a:cubicBezTo>
                  <a:cubicBezTo>
                    <a:pt x="94" y="131"/>
                    <a:pt x="120" y="94"/>
                    <a:pt x="120" y="60"/>
                  </a:cubicBezTo>
                  <a:cubicBezTo>
                    <a:pt x="120" y="23"/>
                    <a:pt x="94" y="0"/>
                    <a:pt x="60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28"/>
            <p:cNvSpPr/>
            <p:nvPr/>
          </p:nvSpPr>
          <p:spPr>
            <a:xfrm>
              <a:off x="11233464" y="3196556"/>
              <a:ext cx="20912" cy="20912"/>
            </a:xfrm>
            <a:custGeom>
              <a:avLst/>
              <a:gdLst/>
              <a:ahLst/>
              <a:cxnLst/>
              <a:rect l="l" t="t" r="r" b="b"/>
              <a:pathLst>
                <a:path w="106" h="106" extrusionOk="0">
                  <a:moveTo>
                    <a:pt x="46" y="0"/>
                  </a:moveTo>
                  <a:cubicBezTo>
                    <a:pt x="23" y="0"/>
                    <a:pt x="0" y="23"/>
                    <a:pt x="0" y="48"/>
                  </a:cubicBezTo>
                  <a:cubicBezTo>
                    <a:pt x="0" y="83"/>
                    <a:pt x="23" y="105"/>
                    <a:pt x="46" y="105"/>
                  </a:cubicBezTo>
                  <a:cubicBezTo>
                    <a:pt x="83" y="105"/>
                    <a:pt x="105" y="83"/>
                    <a:pt x="105" y="48"/>
                  </a:cubicBezTo>
                  <a:cubicBezTo>
                    <a:pt x="105" y="23"/>
                    <a:pt x="83" y="0"/>
                    <a:pt x="46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0" name="Google Shape;630;p28"/>
          <p:cNvGrpSpPr/>
          <p:nvPr/>
        </p:nvGrpSpPr>
        <p:grpSpPr>
          <a:xfrm>
            <a:off x="79591" y="2222817"/>
            <a:ext cx="640409" cy="518201"/>
            <a:chOff x="9579360" y="2507084"/>
            <a:chExt cx="505015" cy="408643"/>
          </a:xfrm>
        </p:grpSpPr>
        <p:sp>
          <p:nvSpPr>
            <p:cNvPr id="631" name="Google Shape;631;p28"/>
            <p:cNvSpPr/>
            <p:nvPr/>
          </p:nvSpPr>
          <p:spPr>
            <a:xfrm>
              <a:off x="9739126" y="2655146"/>
              <a:ext cx="16572" cy="16374"/>
            </a:xfrm>
            <a:custGeom>
              <a:avLst/>
              <a:gdLst/>
              <a:ahLst/>
              <a:cxnLst/>
              <a:rect l="l" t="t" r="r" b="b"/>
              <a:pathLst>
                <a:path w="84" h="83" extrusionOk="0">
                  <a:moveTo>
                    <a:pt x="35" y="0"/>
                  </a:moveTo>
                  <a:cubicBezTo>
                    <a:pt x="12" y="0"/>
                    <a:pt x="1" y="12"/>
                    <a:pt x="1" y="34"/>
                  </a:cubicBezTo>
                  <a:cubicBezTo>
                    <a:pt x="1" y="60"/>
                    <a:pt x="12" y="83"/>
                    <a:pt x="35" y="83"/>
                  </a:cubicBezTo>
                  <a:cubicBezTo>
                    <a:pt x="61" y="83"/>
                    <a:pt x="83" y="60"/>
                    <a:pt x="83" y="34"/>
                  </a:cubicBezTo>
                  <a:cubicBezTo>
                    <a:pt x="83" y="12"/>
                    <a:pt x="61" y="0"/>
                    <a:pt x="35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8"/>
            <p:cNvSpPr/>
            <p:nvPr/>
          </p:nvSpPr>
          <p:spPr>
            <a:xfrm>
              <a:off x="9935071" y="2887516"/>
              <a:ext cx="28409" cy="28211"/>
            </a:xfrm>
            <a:custGeom>
              <a:avLst/>
              <a:gdLst/>
              <a:ahLst/>
              <a:cxnLst/>
              <a:rect l="l" t="t" r="r" b="b"/>
              <a:pathLst>
                <a:path w="144" h="143" extrusionOk="0">
                  <a:moveTo>
                    <a:pt x="72" y="0"/>
                  </a:moveTo>
                  <a:cubicBezTo>
                    <a:pt x="38" y="0"/>
                    <a:pt x="1" y="37"/>
                    <a:pt x="1" y="71"/>
                  </a:cubicBezTo>
                  <a:cubicBezTo>
                    <a:pt x="1" y="120"/>
                    <a:pt x="38" y="143"/>
                    <a:pt x="72" y="143"/>
                  </a:cubicBezTo>
                  <a:cubicBezTo>
                    <a:pt x="120" y="143"/>
                    <a:pt x="143" y="120"/>
                    <a:pt x="143" y="71"/>
                  </a:cubicBezTo>
                  <a:cubicBezTo>
                    <a:pt x="143" y="37"/>
                    <a:pt x="120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28"/>
            <p:cNvSpPr/>
            <p:nvPr/>
          </p:nvSpPr>
          <p:spPr>
            <a:xfrm>
              <a:off x="9579360" y="2834836"/>
              <a:ext cx="37681" cy="37286"/>
            </a:xfrm>
            <a:custGeom>
              <a:avLst/>
              <a:gdLst/>
              <a:ahLst/>
              <a:cxnLst/>
              <a:rect l="l" t="t" r="r" b="b"/>
              <a:pathLst>
                <a:path w="191" h="189" extrusionOk="0">
                  <a:moveTo>
                    <a:pt x="97" y="0"/>
                  </a:moveTo>
                  <a:cubicBezTo>
                    <a:pt x="49" y="0"/>
                    <a:pt x="0" y="46"/>
                    <a:pt x="0" y="94"/>
                  </a:cubicBezTo>
                  <a:cubicBezTo>
                    <a:pt x="0" y="143"/>
                    <a:pt x="49" y="188"/>
                    <a:pt x="97" y="188"/>
                  </a:cubicBezTo>
                  <a:cubicBezTo>
                    <a:pt x="157" y="188"/>
                    <a:pt x="191" y="143"/>
                    <a:pt x="191" y="94"/>
                  </a:cubicBezTo>
                  <a:cubicBezTo>
                    <a:pt x="191" y="46"/>
                    <a:pt x="157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28"/>
            <p:cNvSpPr/>
            <p:nvPr/>
          </p:nvSpPr>
          <p:spPr>
            <a:xfrm>
              <a:off x="10060701" y="2507084"/>
              <a:ext cx="23674" cy="23674"/>
            </a:xfrm>
            <a:custGeom>
              <a:avLst/>
              <a:gdLst/>
              <a:ahLst/>
              <a:cxnLst/>
              <a:rect l="l" t="t" r="r" b="b"/>
              <a:pathLst>
                <a:path w="120" h="120" extrusionOk="0">
                  <a:moveTo>
                    <a:pt x="60" y="1"/>
                  </a:moveTo>
                  <a:cubicBezTo>
                    <a:pt x="37" y="1"/>
                    <a:pt x="0" y="26"/>
                    <a:pt x="0" y="60"/>
                  </a:cubicBezTo>
                  <a:cubicBezTo>
                    <a:pt x="0" y="97"/>
                    <a:pt x="37" y="120"/>
                    <a:pt x="60" y="120"/>
                  </a:cubicBezTo>
                  <a:cubicBezTo>
                    <a:pt x="97" y="120"/>
                    <a:pt x="120" y="97"/>
                    <a:pt x="120" y="60"/>
                  </a:cubicBezTo>
                  <a:cubicBezTo>
                    <a:pt x="120" y="26"/>
                    <a:pt x="97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8"/>
            <p:cNvSpPr/>
            <p:nvPr/>
          </p:nvSpPr>
          <p:spPr>
            <a:xfrm>
              <a:off x="9730743" y="2537391"/>
              <a:ext cx="33341" cy="32749"/>
            </a:xfrm>
            <a:custGeom>
              <a:avLst/>
              <a:gdLst/>
              <a:ahLst/>
              <a:cxnLst/>
              <a:rect l="l" t="t" r="r" b="b"/>
              <a:pathLst>
                <a:path w="169" h="166" extrusionOk="0">
                  <a:moveTo>
                    <a:pt x="86" y="0"/>
                  </a:moveTo>
                  <a:cubicBezTo>
                    <a:pt x="37" y="0"/>
                    <a:pt x="0" y="35"/>
                    <a:pt x="0" y="83"/>
                  </a:cubicBezTo>
                  <a:cubicBezTo>
                    <a:pt x="0" y="131"/>
                    <a:pt x="37" y="165"/>
                    <a:pt x="86" y="165"/>
                  </a:cubicBezTo>
                  <a:cubicBezTo>
                    <a:pt x="120" y="165"/>
                    <a:pt x="168" y="131"/>
                    <a:pt x="168" y="83"/>
                  </a:cubicBezTo>
                  <a:cubicBezTo>
                    <a:pt x="168" y="35"/>
                    <a:pt x="120" y="0"/>
                    <a:pt x="86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8"/>
            <p:cNvSpPr/>
            <p:nvPr/>
          </p:nvSpPr>
          <p:spPr>
            <a:xfrm>
              <a:off x="10032006" y="2744517"/>
              <a:ext cx="40048" cy="40048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7" y="0"/>
                  </a:moveTo>
                  <a:cubicBezTo>
                    <a:pt x="49" y="0"/>
                    <a:pt x="0" y="46"/>
                    <a:pt x="0" y="106"/>
                  </a:cubicBezTo>
                  <a:cubicBezTo>
                    <a:pt x="0" y="154"/>
                    <a:pt x="49" y="202"/>
                    <a:pt x="97" y="202"/>
                  </a:cubicBezTo>
                  <a:cubicBezTo>
                    <a:pt x="157" y="202"/>
                    <a:pt x="202" y="154"/>
                    <a:pt x="202" y="106"/>
                  </a:cubicBezTo>
                  <a:cubicBezTo>
                    <a:pt x="202" y="46"/>
                    <a:pt x="157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36651847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8" name="Google Shape;638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2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40" name="Google Shape;640;p29"/>
          <p:cNvSpPr txBox="1">
            <a:spLocks noGrp="1"/>
          </p:cNvSpPr>
          <p:nvPr>
            <p:ph type="subTitle" idx="1"/>
          </p:nvPr>
        </p:nvSpPr>
        <p:spPr>
          <a:xfrm>
            <a:off x="2014342" y="2065825"/>
            <a:ext cx="2120700" cy="55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23369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1" name="Google Shape;641;p29"/>
          <p:cNvSpPr txBox="1">
            <a:spLocks noGrp="1"/>
          </p:cNvSpPr>
          <p:nvPr>
            <p:ph type="subTitle" idx="2"/>
          </p:nvPr>
        </p:nvSpPr>
        <p:spPr>
          <a:xfrm>
            <a:off x="5009053" y="2065825"/>
            <a:ext cx="2120700" cy="55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16427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2" name="Google Shape;642;p29"/>
          <p:cNvSpPr txBox="1">
            <a:spLocks noGrp="1"/>
          </p:cNvSpPr>
          <p:nvPr>
            <p:ph type="subTitle" idx="3"/>
          </p:nvPr>
        </p:nvSpPr>
        <p:spPr>
          <a:xfrm>
            <a:off x="2014250" y="3627251"/>
            <a:ext cx="2120700" cy="55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23369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3" name="Google Shape;643;p29"/>
          <p:cNvSpPr txBox="1">
            <a:spLocks noGrp="1"/>
          </p:cNvSpPr>
          <p:nvPr>
            <p:ph type="subTitle" idx="4"/>
          </p:nvPr>
        </p:nvSpPr>
        <p:spPr>
          <a:xfrm>
            <a:off x="5008925" y="3627251"/>
            <a:ext cx="2120700" cy="55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73577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4" name="Google Shape;644;p29"/>
          <p:cNvSpPr txBox="1">
            <a:spLocks noGrp="1"/>
          </p:cNvSpPr>
          <p:nvPr>
            <p:ph type="subTitle" idx="5"/>
          </p:nvPr>
        </p:nvSpPr>
        <p:spPr>
          <a:xfrm>
            <a:off x="2014200" y="1630731"/>
            <a:ext cx="21207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5" name="Google Shape;645;p29"/>
          <p:cNvSpPr txBox="1">
            <a:spLocks noGrp="1"/>
          </p:cNvSpPr>
          <p:nvPr>
            <p:ph type="subTitle" idx="6"/>
          </p:nvPr>
        </p:nvSpPr>
        <p:spPr>
          <a:xfrm>
            <a:off x="5008846" y="1630731"/>
            <a:ext cx="21207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6" name="Google Shape;646;p29"/>
          <p:cNvSpPr txBox="1">
            <a:spLocks noGrp="1"/>
          </p:cNvSpPr>
          <p:nvPr>
            <p:ph type="subTitle" idx="7"/>
          </p:nvPr>
        </p:nvSpPr>
        <p:spPr>
          <a:xfrm>
            <a:off x="2014200" y="3179106"/>
            <a:ext cx="21207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7" name="Google Shape;647;p29"/>
          <p:cNvSpPr txBox="1">
            <a:spLocks noGrp="1"/>
          </p:cNvSpPr>
          <p:nvPr>
            <p:ph type="subTitle" idx="8"/>
          </p:nvPr>
        </p:nvSpPr>
        <p:spPr>
          <a:xfrm>
            <a:off x="5008846" y="3179106"/>
            <a:ext cx="21207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48" name="Google Shape;648;p29"/>
          <p:cNvGrpSpPr/>
          <p:nvPr/>
        </p:nvGrpSpPr>
        <p:grpSpPr>
          <a:xfrm rot="2204356">
            <a:off x="8419298" y="4627347"/>
            <a:ext cx="288053" cy="105257"/>
            <a:chOff x="1363299" y="4227968"/>
            <a:chExt cx="288040" cy="105252"/>
          </a:xfrm>
        </p:grpSpPr>
        <p:sp>
          <p:nvSpPr>
            <p:cNvPr id="649" name="Google Shape;649;p29"/>
            <p:cNvSpPr/>
            <p:nvPr/>
          </p:nvSpPr>
          <p:spPr>
            <a:xfrm>
              <a:off x="1363299" y="4259419"/>
              <a:ext cx="288040" cy="73801"/>
            </a:xfrm>
            <a:custGeom>
              <a:avLst/>
              <a:gdLst/>
              <a:ahLst/>
              <a:cxnLst/>
              <a:rect l="l" t="t" r="r" b="b"/>
              <a:pathLst>
                <a:path w="1850" h="474" extrusionOk="0">
                  <a:moveTo>
                    <a:pt x="1" y="1"/>
                  </a:moveTo>
                  <a:lnTo>
                    <a:pt x="1" y="271"/>
                  </a:lnTo>
                  <a:cubicBezTo>
                    <a:pt x="1" y="379"/>
                    <a:pt x="413" y="473"/>
                    <a:pt x="925" y="473"/>
                  </a:cubicBezTo>
                  <a:cubicBezTo>
                    <a:pt x="1435" y="473"/>
                    <a:pt x="1850" y="379"/>
                    <a:pt x="1850" y="271"/>
                  </a:cubicBezTo>
                  <a:lnTo>
                    <a:pt x="1850" y="1"/>
                  </a:ln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9"/>
            <p:cNvSpPr/>
            <p:nvPr/>
          </p:nvSpPr>
          <p:spPr>
            <a:xfrm>
              <a:off x="1363299" y="4227968"/>
              <a:ext cx="288040" cy="62590"/>
            </a:xfrm>
            <a:custGeom>
              <a:avLst/>
              <a:gdLst/>
              <a:ahLst/>
              <a:cxnLst/>
              <a:rect l="l" t="t" r="r" b="b"/>
              <a:pathLst>
                <a:path w="1850" h="402" extrusionOk="0">
                  <a:moveTo>
                    <a:pt x="854" y="1"/>
                  </a:moveTo>
                  <a:cubicBezTo>
                    <a:pt x="379" y="12"/>
                    <a:pt x="1" y="95"/>
                    <a:pt x="1" y="203"/>
                  </a:cubicBezTo>
                  <a:cubicBezTo>
                    <a:pt x="1" y="319"/>
                    <a:pt x="413" y="402"/>
                    <a:pt x="925" y="402"/>
                  </a:cubicBezTo>
                  <a:cubicBezTo>
                    <a:pt x="1435" y="402"/>
                    <a:pt x="1850" y="319"/>
                    <a:pt x="1850" y="203"/>
                  </a:cubicBezTo>
                  <a:cubicBezTo>
                    <a:pt x="1850" y="95"/>
                    <a:pt x="1469" y="12"/>
                    <a:pt x="982" y="1"/>
                  </a:cubicBezTo>
                  <a:cubicBezTo>
                    <a:pt x="971" y="24"/>
                    <a:pt x="948" y="46"/>
                    <a:pt x="925" y="46"/>
                  </a:cubicBezTo>
                  <a:cubicBezTo>
                    <a:pt x="888" y="46"/>
                    <a:pt x="866" y="24"/>
                    <a:pt x="854" y="1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9"/>
            <p:cNvSpPr/>
            <p:nvPr/>
          </p:nvSpPr>
          <p:spPr>
            <a:xfrm>
              <a:off x="1496267" y="4227968"/>
              <a:ext cx="20085" cy="68351"/>
            </a:xfrm>
            <a:custGeom>
              <a:avLst/>
              <a:gdLst/>
              <a:ahLst/>
              <a:cxnLst/>
              <a:rect l="l" t="t" r="r" b="b"/>
              <a:pathLst>
                <a:path w="129" h="439" extrusionOk="0">
                  <a:moveTo>
                    <a:pt x="0" y="1"/>
                  </a:moveTo>
                  <a:lnTo>
                    <a:pt x="0" y="439"/>
                  </a:lnTo>
                  <a:lnTo>
                    <a:pt x="128" y="439"/>
                  </a:lnTo>
                  <a:lnTo>
                    <a:pt x="128" y="1"/>
                  </a:lnTo>
                  <a:cubicBezTo>
                    <a:pt x="111" y="18"/>
                    <a:pt x="91" y="26"/>
                    <a:pt x="68" y="26"/>
                  </a:cubicBezTo>
                  <a:cubicBezTo>
                    <a:pt x="46" y="26"/>
                    <a:pt x="23" y="18"/>
                    <a:pt x="0" y="1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2" name="Google Shape;652;p29"/>
          <p:cNvGrpSpPr/>
          <p:nvPr/>
        </p:nvGrpSpPr>
        <p:grpSpPr>
          <a:xfrm rot="5165123">
            <a:off x="8445402" y="4255876"/>
            <a:ext cx="235850" cy="86191"/>
            <a:chOff x="1363299" y="4227968"/>
            <a:chExt cx="288040" cy="105252"/>
          </a:xfrm>
        </p:grpSpPr>
        <p:sp>
          <p:nvSpPr>
            <p:cNvPr id="653" name="Google Shape;653;p29"/>
            <p:cNvSpPr/>
            <p:nvPr/>
          </p:nvSpPr>
          <p:spPr>
            <a:xfrm>
              <a:off x="1363299" y="4259419"/>
              <a:ext cx="288040" cy="73801"/>
            </a:xfrm>
            <a:custGeom>
              <a:avLst/>
              <a:gdLst/>
              <a:ahLst/>
              <a:cxnLst/>
              <a:rect l="l" t="t" r="r" b="b"/>
              <a:pathLst>
                <a:path w="1850" h="474" extrusionOk="0">
                  <a:moveTo>
                    <a:pt x="1" y="1"/>
                  </a:moveTo>
                  <a:lnTo>
                    <a:pt x="1" y="271"/>
                  </a:lnTo>
                  <a:cubicBezTo>
                    <a:pt x="1" y="379"/>
                    <a:pt x="413" y="473"/>
                    <a:pt x="925" y="473"/>
                  </a:cubicBezTo>
                  <a:cubicBezTo>
                    <a:pt x="1435" y="473"/>
                    <a:pt x="1850" y="379"/>
                    <a:pt x="1850" y="271"/>
                  </a:cubicBezTo>
                  <a:lnTo>
                    <a:pt x="1850" y="1"/>
                  </a:ln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9"/>
            <p:cNvSpPr/>
            <p:nvPr/>
          </p:nvSpPr>
          <p:spPr>
            <a:xfrm>
              <a:off x="1363299" y="4227968"/>
              <a:ext cx="288040" cy="62590"/>
            </a:xfrm>
            <a:custGeom>
              <a:avLst/>
              <a:gdLst/>
              <a:ahLst/>
              <a:cxnLst/>
              <a:rect l="l" t="t" r="r" b="b"/>
              <a:pathLst>
                <a:path w="1850" h="402" extrusionOk="0">
                  <a:moveTo>
                    <a:pt x="854" y="1"/>
                  </a:moveTo>
                  <a:cubicBezTo>
                    <a:pt x="379" y="12"/>
                    <a:pt x="1" y="95"/>
                    <a:pt x="1" y="203"/>
                  </a:cubicBezTo>
                  <a:cubicBezTo>
                    <a:pt x="1" y="319"/>
                    <a:pt x="413" y="402"/>
                    <a:pt x="925" y="402"/>
                  </a:cubicBezTo>
                  <a:cubicBezTo>
                    <a:pt x="1435" y="402"/>
                    <a:pt x="1850" y="319"/>
                    <a:pt x="1850" y="203"/>
                  </a:cubicBezTo>
                  <a:cubicBezTo>
                    <a:pt x="1850" y="95"/>
                    <a:pt x="1469" y="12"/>
                    <a:pt x="982" y="1"/>
                  </a:cubicBezTo>
                  <a:cubicBezTo>
                    <a:pt x="971" y="24"/>
                    <a:pt x="948" y="46"/>
                    <a:pt x="925" y="46"/>
                  </a:cubicBezTo>
                  <a:cubicBezTo>
                    <a:pt x="888" y="46"/>
                    <a:pt x="866" y="24"/>
                    <a:pt x="854" y="1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9"/>
            <p:cNvSpPr/>
            <p:nvPr/>
          </p:nvSpPr>
          <p:spPr>
            <a:xfrm>
              <a:off x="1496267" y="4227968"/>
              <a:ext cx="20085" cy="68351"/>
            </a:xfrm>
            <a:custGeom>
              <a:avLst/>
              <a:gdLst/>
              <a:ahLst/>
              <a:cxnLst/>
              <a:rect l="l" t="t" r="r" b="b"/>
              <a:pathLst>
                <a:path w="129" h="439" extrusionOk="0">
                  <a:moveTo>
                    <a:pt x="0" y="1"/>
                  </a:moveTo>
                  <a:lnTo>
                    <a:pt x="0" y="439"/>
                  </a:lnTo>
                  <a:lnTo>
                    <a:pt x="128" y="439"/>
                  </a:lnTo>
                  <a:lnTo>
                    <a:pt x="128" y="1"/>
                  </a:lnTo>
                  <a:cubicBezTo>
                    <a:pt x="111" y="18"/>
                    <a:pt x="91" y="26"/>
                    <a:pt x="68" y="26"/>
                  </a:cubicBezTo>
                  <a:cubicBezTo>
                    <a:pt x="46" y="26"/>
                    <a:pt x="23" y="18"/>
                    <a:pt x="0" y="1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6" name="Google Shape;656;p29"/>
          <p:cNvGrpSpPr/>
          <p:nvPr/>
        </p:nvGrpSpPr>
        <p:grpSpPr>
          <a:xfrm rot="-1116533">
            <a:off x="218942" y="194564"/>
            <a:ext cx="851672" cy="870213"/>
            <a:chOff x="8666383" y="2375725"/>
            <a:chExt cx="851689" cy="870231"/>
          </a:xfrm>
        </p:grpSpPr>
        <p:sp>
          <p:nvSpPr>
            <p:cNvPr id="657" name="Google Shape;657;p29"/>
            <p:cNvSpPr/>
            <p:nvPr/>
          </p:nvSpPr>
          <p:spPr>
            <a:xfrm>
              <a:off x="9482364" y="2621544"/>
              <a:ext cx="35708" cy="37286"/>
            </a:xfrm>
            <a:custGeom>
              <a:avLst/>
              <a:gdLst/>
              <a:ahLst/>
              <a:cxnLst/>
              <a:rect l="l" t="t" r="r" b="b"/>
              <a:pathLst>
                <a:path w="181" h="189" extrusionOk="0">
                  <a:moveTo>
                    <a:pt x="98" y="1"/>
                  </a:moveTo>
                  <a:cubicBezTo>
                    <a:pt x="38" y="1"/>
                    <a:pt x="1" y="46"/>
                    <a:pt x="1" y="95"/>
                  </a:cubicBezTo>
                  <a:cubicBezTo>
                    <a:pt x="1" y="143"/>
                    <a:pt x="38" y="189"/>
                    <a:pt x="98" y="189"/>
                  </a:cubicBezTo>
                  <a:cubicBezTo>
                    <a:pt x="143" y="189"/>
                    <a:pt x="180" y="143"/>
                    <a:pt x="180" y="95"/>
                  </a:cubicBezTo>
                  <a:cubicBezTo>
                    <a:pt x="180" y="46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9"/>
            <p:cNvSpPr/>
            <p:nvPr/>
          </p:nvSpPr>
          <p:spPr>
            <a:xfrm>
              <a:off x="9110872" y="2649559"/>
              <a:ext cx="68062" cy="68260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7" y="1"/>
                  </a:moveTo>
                  <a:cubicBezTo>
                    <a:pt x="83" y="1"/>
                    <a:pt x="1" y="72"/>
                    <a:pt x="1" y="166"/>
                  </a:cubicBezTo>
                  <a:cubicBezTo>
                    <a:pt x="1" y="260"/>
                    <a:pt x="83" y="345"/>
                    <a:pt x="177" y="345"/>
                  </a:cubicBezTo>
                  <a:cubicBezTo>
                    <a:pt x="274" y="345"/>
                    <a:pt x="345" y="260"/>
                    <a:pt x="345" y="166"/>
                  </a:cubicBezTo>
                  <a:cubicBezTo>
                    <a:pt x="345" y="72"/>
                    <a:pt x="274" y="1"/>
                    <a:pt x="177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9"/>
            <p:cNvSpPr/>
            <p:nvPr/>
          </p:nvSpPr>
          <p:spPr>
            <a:xfrm>
              <a:off x="9365767" y="2838757"/>
              <a:ext cx="44389" cy="42416"/>
            </a:xfrm>
            <a:custGeom>
              <a:avLst/>
              <a:gdLst/>
              <a:ahLst/>
              <a:cxnLst/>
              <a:rect l="l" t="t" r="r" b="b"/>
              <a:pathLst>
                <a:path w="225" h="215" extrusionOk="0">
                  <a:moveTo>
                    <a:pt x="120" y="1"/>
                  </a:moveTo>
                  <a:cubicBezTo>
                    <a:pt x="49" y="1"/>
                    <a:pt x="0" y="49"/>
                    <a:pt x="0" y="109"/>
                  </a:cubicBezTo>
                  <a:cubicBezTo>
                    <a:pt x="0" y="169"/>
                    <a:pt x="49" y="214"/>
                    <a:pt x="120" y="214"/>
                  </a:cubicBezTo>
                  <a:cubicBezTo>
                    <a:pt x="179" y="214"/>
                    <a:pt x="225" y="169"/>
                    <a:pt x="225" y="109"/>
                  </a:cubicBezTo>
                  <a:cubicBezTo>
                    <a:pt x="225" y="49"/>
                    <a:pt x="179" y="1"/>
                    <a:pt x="12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9"/>
            <p:cNvSpPr/>
            <p:nvPr/>
          </p:nvSpPr>
          <p:spPr>
            <a:xfrm>
              <a:off x="9305002" y="2375725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9"/>
            <p:cNvSpPr/>
            <p:nvPr/>
          </p:nvSpPr>
          <p:spPr>
            <a:xfrm>
              <a:off x="9052474" y="2495281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06"/>
                    <a:pt x="35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9"/>
            <p:cNvSpPr/>
            <p:nvPr/>
          </p:nvSpPr>
          <p:spPr>
            <a:xfrm>
              <a:off x="9305002" y="2555848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9"/>
            <p:cNvSpPr/>
            <p:nvPr/>
          </p:nvSpPr>
          <p:spPr>
            <a:xfrm>
              <a:off x="8825791" y="2621544"/>
              <a:ext cx="60763" cy="60763"/>
            </a:xfrm>
            <a:custGeom>
              <a:avLst/>
              <a:gdLst/>
              <a:ahLst/>
              <a:cxnLst/>
              <a:rect l="l" t="t" r="r" b="b"/>
              <a:pathLst>
                <a:path w="308" h="308" extrusionOk="0">
                  <a:moveTo>
                    <a:pt x="154" y="1"/>
                  </a:moveTo>
                  <a:cubicBezTo>
                    <a:pt x="72" y="1"/>
                    <a:pt x="0" y="72"/>
                    <a:pt x="0" y="154"/>
                  </a:cubicBezTo>
                  <a:cubicBezTo>
                    <a:pt x="0" y="237"/>
                    <a:pt x="72" y="308"/>
                    <a:pt x="154" y="308"/>
                  </a:cubicBezTo>
                  <a:cubicBezTo>
                    <a:pt x="237" y="308"/>
                    <a:pt x="308" y="237"/>
                    <a:pt x="308" y="154"/>
                  </a:cubicBezTo>
                  <a:cubicBezTo>
                    <a:pt x="308" y="72"/>
                    <a:pt x="237" y="1"/>
                    <a:pt x="15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9"/>
            <p:cNvSpPr/>
            <p:nvPr/>
          </p:nvSpPr>
          <p:spPr>
            <a:xfrm>
              <a:off x="8687690" y="2951013"/>
              <a:ext cx="34919" cy="35511"/>
            </a:xfrm>
            <a:custGeom>
              <a:avLst/>
              <a:gdLst/>
              <a:ahLst/>
              <a:cxnLst/>
              <a:rect l="l" t="t" r="r" b="b"/>
              <a:pathLst>
                <a:path w="177" h="180" extrusionOk="0">
                  <a:moveTo>
                    <a:pt x="94" y="1"/>
                  </a:moveTo>
                  <a:cubicBezTo>
                    <a:pt x="35" y="1"/>
                    <a:pt x="1" y="49"/>
                    <a:pt x="1" y="97"/>
                  </a:cubicBezTo>
                  <a:cubicBezTo>
                    <a:pt x="1" y="143"/>
                    <a:pt x="35" y="180"/>
                    <a:pt x="94" y="180"/>
                  </a:cubicBezTo>
                  <a:cubicBezTo>
                    <a:pt x="143" y="180"/>
                    <a:pt x="177" y="143"/>
                    <a:pt x="177" y="97"/>
                  </a:cubicBezTo>
                  <a:cubicBezTo>
                    <a:pt x="177" y="49"/>
                    <a:pt x="143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9"/>
            <p:cNvSpPr/>
            <p:nvPr/>
          </p:nvSpPr>
          <p:spPr>
            <a:xfrm>
              <a:off x="8942585" y="2860064"/>
              <a:ext cx="34919" cy="35116"/>
            </a:xfrm>
            <a:custGeom>
              <a:avLst/>
              <a:gdLst/>
              <a:ahLst/>
              <a:cxnLst/>
              <a:rect l="l" t="t" r="r" b="b"/>
              <a:pathLst>
                <a:path w="177" h="178" extrusionOk="0">
                  <a:moveTo>
                    <a:pt x="83" y="1"/>
                  </a:moveTo>
                  <a:cubicBezTo>
                    <a:pt x="34" y="1"/>
                    <a:pt x="0" y="35"/>
                    <a:pt x="0" y="83"/>
                  </a:cubicBezTo>
                  <a:cubicBezTo>
                    <a:pt x="0" y="143"/>
                    <a:pt x="34" y="177"/>
                    <a:pt x="83" y="177"/>
                  </a:cubicBezTo>
                  <a:cubicBezTo>
                    <a:pt x="131" y="177"/>
                    <a:pt x="177" y="143"/>
                    <a:pt x="177" y="83"/>
                  </a:cubicBezTo>
                  <a:cubicBezTo>
                    <a:pt x="177" y="35"/>
                    <a:pt x="131" y="1"/>
                    <a:pt x="8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9"/>
            <p:cNvSpPr/>
            <p:nvPr/>
          </p:nvSpPr>
          <p:spPr>
            <a:xfrm>
              <a:off x="8666383" y="3189533"/>
              <a:ext cx="56226" cy="56423"/>
            </a:xfrm>
            <a:custGeom>
              <a:avLst/>
              <a:gdLst/>
              <a:ahLst/>
              <a:cxnLst/>
              <a:rect l="l" t="t" r="r" b="b"/>
              <a:pathLst>
                <a:path w="285" h="28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26"/>
                    <a:pt x="72" y="285"/>
                    <a:pt x="143" y="285"/>
                  </a:cubicBezTo>
                  <a:cubicBezTo>
                    <a:pt x="225" y="285"/>
                    <a:pt x="285" y="226"/>
                    <a:pt x="285" y="143"/>
                  </a:cubicBezTo>
                  <a:cubicBezTo>
                    <a:pt x="285" y="72"/>
                    <a:pt x="225" y="1"/>
                    <a:pt x="14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93984879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8" name="Google Shape;668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3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70" name="Google Shape;670;p30"/>
          <p:cNvSpPr txBox="1">
            <a:spLocks noGrp="1"/>
          </p:cNvSpPr>
          <p:nvPr>
            <p:ph type="subTitle" idx="1"/>
          </p:nvPr>
        </p:nvSpPr>
        <p:spPr>
          <a:xfrm>
            <a:off x="720000" y="2177350"/>
            <a:ext cx="2318400" cy="5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71" name="Google Shape;671;p30"/>
          <p:cNvSpPr txBox="1">
            <a:spLocks noGrp="1"/>
          </p:cNvSpPr>
          <p:nvPr>
            <p:ph type="subTitle" idx="2"/>
          </p:nvPr>
        </p:nvSpPr>
        <p:spPr>
          <a:xfrm>
            <a:off x="3412844" y="2177350"/>
            <a:ext cx="2318400" cy="5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72" name="Google Shape;672;p30"/>
          <p:cNvSpPr txBox="1">
            <a:spLocks noGrp="1"/>
          </p:cNvSpPr>
          <p:nvPr>
            <p:ph type="subTitle" idx="3"/>
          </p:nvPr>
        </p:nvSpPr>
        <p:spPr>
          <a:xfrm>
            <a:off x="6105689" y="2177350"/>
            <a:ext cx="2318400" cy="5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73" name="Google Shape;673;p30"/>
          <p:cNvSpPr txBox="1">
            <a:spLocks noGrp="1"/>
          </p:cNvSpPr>
          <p:nvPr>
            <p:ph type="subTitle" idx="4"/>
          </p:nvPr>
        </p:nvSpPr>
        <p:spPr>
          <a:xfrm>
            <a:off x="720000" y="3634400"/>
            <a:ext cx="2318400" cy="5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74" name="Google Shape;674;p30"/>
          <p:cNvSpPr txBox="1">
            <a:spLocks noGrp="1"/>
          </p:cNvSpPr>
          <p:nvPr>
            <p:ph type="subTitle" idx="5"/>
          </p:nvPr>
        </p:nvSpPr>
        <p:spPr>
          <a:xfrm>
            <a:off x="3412844" y="3634400"/>
            <a:ext cx="2318400" cy="5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75" name="Google Shape;675;p30"/>
          <p:cNvSpPr txBox="1">
            <a:spLocks noGrp="1"/>
          </p:cNvSpPr>
          <p:nvPr>
            <p:ph type="subTitle" idx="6"/>
          </p:nvPr>
        </p:nvSpPr>
        <p:spPr>
          <a:xfrm>
            <a:off x="6105689" y="3634400"/>
            <a:ext cx="2318400" cy="5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76" name="Google Shape;676;p30"/>
          <p:cNvSpPr txBox="1">
            <a:spLocks noGrp="1"/>
          </p:cNvSpPr>
          <p:nvPr>
            <p:ph type="subTitle" idx="7"/>
          </p:nvPr>
        </p:nvSpPr>
        <p:spPr>
          <a:xfrm>
            <a:off x="720000" y="1743675"/>
            <a:ext cx="23184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7" name="Google Shape;677;p30"/>
          <p:cNvSpPr txBox="1">
            <a:spLocks noGrp="1"/>
          </p:cNvSpPr>
          <p:nvPr>
            <p:ph type="subTitle" idx="8"/>
          </p:nvPr>
        </p:nvSpPr>
        <p:spPr>
          <a:xfrm>
            <a:off x="3412850" y="1743675"/>
            <a:ext cx="23184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8" name="Google Shape;678;p30"/>
          <p:cNvSpPr txBox="1">
            <a:spLocks noGrp="1"/>
          </p:cNvSpPr>
          <p:nvPr>
            <p:ph type="subTitle" idx="9"/>
          </p:nvPr>
        </p:nvSpPr>
        <p:spPr>
          <a:xfrm>
            <a:off x="6105714" y="1743675"/>
            <a:ext cx="23184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9" name="Google Shape;679;p30"/>
          <p:cNvSpPr txBox="1">
            <a:spLocks noGrp="1"/>
          </p:cNvSpPr>
          <p:nvPr>
            <p:ph type="subTitle" idx="13"/>
          </p:nvPr>
        </p:nvSpPr>
        <p:spPr>
          <a:xfrm>
            <a:off x="720000" y="3196072"/>
            <a:ext cx="23184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0" name="Google Shape;680;p30"/>
          <p:cNvSpPr txBox="1">
            <a:spLocks noGrp="1"/>
          </p:cNvSpPr>
          <p:nvPr>
            <p:ph type="subTitle" idx="14"/>
          </p:nvPr>
        </p:nvSpPr>
        <p:spPr>
          <a:xfrm>
            <a:off x="3412850" y="3196072"/>
            <a:ext cx="23184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1" name="Google Shape;681;p30"/>
          <p:cNvSpPr txBox="1">
            <a:spLocks noGrp="1"/>
          </p:cNvSpPr>
          <p:nvPr>
            <p:ph type="subTitle" idx="15"/>
          </p:nvPr>
        </p:nvSpPr>
        <p:spPr>
          <a:xfrm>
            <a:off x="6105714" y="3196072"/>
            <a:ext cx="23184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82" name="Google Shape;682;p30"/>
          <p:cNvGrpSpPr/>
          <p:nvPr/>
        </p:nvGrpSpPr>
        <p:grpSpPr>
          <a:xfrm rot="2204356">
            <a:off x="8385223" y="1093297"/>
            <a:ext cx="288053" cy="105257"/>
            <a:chOff x="1363299" y="4227968"/>
            <a:chExt cx="288040" cy="105252"/>
          </a:xfrm>
        </p:grpSpPr>
        <p:sp>
          <p:nvSpPr>
            <p:cNvPr id="683" name="Google Shape;683;p30"/>
            <p:cNvSpPr/>
            <p:nvPr/>
          </p:nvSpPr>
          <p:spPr>
            <a:xfrm>
              <a:off x="1363299" y="4259419"/>
              <a:ext cx="288040" cy="73801"/>
            </a:xfrm>
            <a:custGeom>
              <a:avLst/>
              <a:gdLst/>
              <a:ahLst/>
              <a:cxnLst/>
              <a:rect l="l" t="t" r="r" b="b"/>
              <a:pathLst>
                <a:path w="1850" h="474" extrusionOk="0">
                  <a:moveTo>
                    <a:pt x="1" y="1"/>
                  </a:moveTo>
                  <a:lnTo>
                    <a:pt x="1" y="271"/>
                  </a:lnTo>
                  <a:cubicBezTo>
                    <a:pt x="1" y="379"/>
                    <a:pt x="413" y="473"/>
                    <a:pt x="925" y="473"/>
                  </a:cubicBezTo>
                  <a:cubicBezTo>
                    <a:pt x="1435" y="473"/>
                    <a:pt x="1850" y="379"/>
                    <a:pt x="1850" y="271"/>
                  </a:cubicBezTo>
                  <a:lnTo>
                    <a:pt x="1850" y="1"/>
                  </a:ln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0"/>
            <p:cNvSpPr/>
            <p:nvPr/>
          </p:nvSpPr>
          <p:spPr>
            <a:xfrm>
              <a:off x="1363299" y="4227968"/>
              <a:ext cx="288040" cy="62590"/>
            </a:xfrm>
            <a:custGeom>
              <a:avLst/>
              <a:gdLst/>
              <a:ahLst/>
              <a:cxnLst/>
              <a:rect l="l" t="t" r="r" b="b"/>
              <a:pathLst>
                <a:path w="1850" h="402" extrusionOk="0">
                  <a:moveTo>
                    <a:pt x="854" y="1"/>
                  </a:moveTo>
                  <a:cubicBezTo>
                    <a:pt x="379" y="12"/>
                    <a:pt x="1" y="95"/>
                    <a:pt x="1" y="203"/>
                  </a:cubicBezTo>
                  <a:cubicBezTo>
                    <a:pt x="1" y="319"/>
                    <a:pt x="413" y="402"/>
                    <a:pt x="925" y="402"/>
                  </a:cubicBezTo>
                  <a:cubicBezTo>
                    <a:pt x="1435" y="402"/>
                    <a:pt x="1850" y="319"/>
                    <a:pt x="1850" y="203"/>
                  </a:cubicBezTo>
                  <a:cubicBezTo>
                    <a:pt x="1850" y="95"/>
                    <a:pt x="1469" y="12"/>
                    <a:pt x="982" y="1"/>
                  </a:cubicBezTo>
                  <a:cubicBezTo>
                    <a:pt x="971" y="24"/>
                    <a:pt x="948" y="46"/>
                    <a:pt x="925" y="46"/>
                  </a:cubicBezTo>
                  <a:cubicBezTo>
                    <a:pt x="888" y="46"/>
                    <a:pt x="866" y="24"/>
                    <a:pt x="854" y="1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0"/>
            <p:cNvSpPr/>
            <p:nvPr/>
          </p:nvSpPr>
          <p:spPr>
            <a:xfrm>
              <a:off x="1496267" y="4227968"/>
              <a:ext cx="20085" cy="68351"/>
            </a:xfrm>
            <a:custGeom>
              <a:avLst/>
              <a:gdLst/>
              <a:ahLst/>
              <a:cxnLst/>
              <a:rect l="l" t="t" r="r" b="b"/>
              <a:pathLst>
                <a:path w="129" h="439" extrusionOk="0">
                  <a:moveTo>
                    <a:pt x="0" y="1"/>
                  </a:moveTo>
                  <a:lnTo>
                    <a:pt x="0" y="439"/>
                  </a:lnTo>
                  <a:lnTo>
                    <a:pt x="128" y="439"/>
                  </a:lnTo>
                  <a:lnTo>
                    <a:pt x="128" y="1"/>
                  </a:lnTo>
                  <a:cubicBezTo>
                    <a:pt x="111" y="18"/>
                    <a:pt x="91" y="26"/>
                    <a:pt x="68" y="26"/>
                  </a:cubicBezTo>
                  <a:cubicBezTo>
                    <a:pt x="46" y="26"/>
                    <a:pt x="23" y="18"/>
                    <a:pt x="0" y="1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6" name="Google Shape;686;p30"/>
          <p:cNvGrpSpPr/>
          <p:nvPr/>
        </p:nvGrpSpPr>
        <p:grpSpPr>
          <a:xfrm rot="3734790">
            <a:off x="8316998" y="421601"/>
            <a:ext cx="243905" cy="67105"/>
            <a:chOff x="1942660" y="4074759"/>
            <a:chExt cx="328833" cy="90460"/>
          </a:xfrm>
        </p:grpSpPr>
        <p:sp>
          <p:nvSpPr>
            <p:cNvPr id="687" name="Google Shape;687;p30"/>
            <p:cNvSpPr/>
            <p:nvPr/>
          </p:nvSpPr>
          <p:spPr>
            <a:xfrm>
              <a:off x="1942660" y="4074759"/>
              <a:ext cx="328833" cy="90460"/>
            </a:xfrm>
            <a:custGeom>
              <a:avLst/>
              <a:gdLst/>
              <a:ahLst/>
              <a:cxnLst/>
              <a:rect l="l" t="t" r="r" b="b"/>
              <a:pathLst>
                <a:path w="2112" h="581" extrusionOk="0">
                  <a:moveTo>
                    <a:pt x="297" y="1"/>
                  </a:moveTo>
                  <a:cubicBezTo>
                    <a:pt x="132" y="1"/>
                    <a:pt x="1" y="131"/>
                    <a:pt x="1" y="296"/>
                  </a:cubicBezTo>
                  <a:cubicBezTo>
                    <a:pt x="1" y="450"/>
                    <a:pt x="132" y="581"/>
                    <a:pt x="297" y="581"/>
                  </a:cubicBezTo>
                  <a:lnTo>
                    <a:pt x="1827" y="581"/>
                  </a:lnTo>
                  <a:cubicBezTo>
                    <a:pt x="1981" y="581"/>
                    <a:pt x="2112" y="450"/>
                    <a:pt x="2112" y="296"/>
                  </a:cubicBezTo>
                  <a:cubicBezTo>
                    <a:pt x="2112" y="131"/>
                    <a:pt x="1981" y="1"/>
                    <a:pt x="1827" y="1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0"/>
            <p:cNvSpPr/>
            <p:nvPr/>
          </p:nvSpPr>
          <p:spPr>
            <a:xfrm>
              <a:off x="1942660" y="4074759"/>
              <a:ext cx="166285" cy="90460"/>
            </a:xfrm>
            <a:custGeom>
              <a:avLst/>
              <a:gdLst/>
              <a:ahLst/>
              <a:cxnLst/>
              <a:rect l="l" t="t" r="r" b="b"/>
              <a:pathLst>
                <a:path w="1068" h="581" extrusionOk="0">
                  <a:moveTo>
                    <a:pt x="297" y="1"/>
                  </a:moveTo>
                  <a:cubicBezTo>
                    <a:pt x="132" y="1"/>
                    <a:pt x="1" y="131"/>
                    <a:pt x="1" y="296"/>
                  </a:cubicBezTo>
                  <a:cubicBezTo>
                    <a:pt x="1" y="450"/>
                    <a:pt x="132" y="581"/>
                    <a:pt x="297" y="581"/>
                  </a:cubicBezTo>
                  <a:lnTo>
                    <a:pt x="1068" y="581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FF71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9" name="Google Shape;689;p30"/>
          <p:cNvGrpSpPr/>
          <p:nvPr/>
        </p:nvGrpSpPr>
        <p:grpSpPr>
          <a:xfrm rot="5165123">
            <a:off x="8507177" y="774651"/>
            <a:ext cx="235850" cy="86191"/>
            <a:chOff x="1363299" y="4227968"/>
            <a:chExt cx="288040" cy="105252"/>
          </a:xfrm>
        </p:grpSpPr>
        <p:sp>
          <p:nvSpPr>
            <p:cNvPr id="690" name="Google Shape;690;p30"/>
            <p:cNvSpPr/>
            <p:nvPr/>
          </p:nvSpPr>
          <p:spPr>
            <a:xfrm>
              <a:off x="1363299" y="4259419"/>
              <a:ext cx="288040" cy="73801"/>
            </a:xfrm>
            <a:custGeom>
              <a:avLst/>
              <a:gdLst/>
              <a:ahLst/>
              <a:cxnLst/>
              <a:rect l="l" t="t" r="r" b="b"/>
              <a:pathLst>
                <a:path w="1850" h="474" extrusionOk="0">
                  <a:moveTo>
                    <a:pt x="1" y="1"/>
                  </a:moveTo>
                  <a:lnTo>
                    <a:pt x="1" y="271"/>
                  </a:lnTo>
                  <a:cubicBezTo>
                    <a:pt x="1" y="379"/>
                    <a:pt x="413" y="473"/>
                    <a:pt x="925" y="473"/>
                  </a:cubicBezTo>
                  <a:cubicBezTo>
                    <a:pt x="1435" y="473"/>
                    <a:pt x="1850" y="379"/>
                    <a:pt x="1850" y="271"/>
                  </a:cubicBezTo>
                  <a:lnTo>
                    <a:pt x="1850" y="1"/>
                  </a:ln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0"/>
            <p:cNvSpPr/>
            <p:nvPr/>
          </p:nvSpPr>
          <p:spPr>
            <a:xfrm>
              <a:off x="1363299" y="4227968"/>
              <a:ext cx="288040" cy="62590"/>
            </a:xfrm>
            <a:custGeom>
              <a:avLst/>
              <a:gdLst/>
              <a:ahLst/>
              <a:cxnLst/>
              <a:rect l="l" t="t" r="r" b="b"/>
              <a:pathLst>
                <a:path w="1850" h="402" extrusionOk="0">
                  <a:moveTo>
                    <a:pt x="854" y="1"/>
                  </a:moveTo>
                  <a:cubicBezTo>
                    <a:pt x="379" y="12"/>
                    <a:pt x="1" y="95"/>
                    <a:pt x="1" y="203"/>
                  </a:cubicBezTo>
                  <a:cubicBezTo>
                    <a:pt x="1" y="319"/>
                    <a:pt x="413" y="402"/>
                    <a:pt x="925" y="402"/>
                  </a:cubicBezTo>
                  <a:cubicBezTo>
                    <a:pt x="1435" y="402"/>
                    <a:pt x="1850" y="319"/>
                    <a:pt x="1850" y="203"/>
                  </a:cubicBezTo>
                  <a:cubicBezTo>
                    <a:pt x="1850" y="95"/>
                    <a:pt x="1469" y="12"/>
                    <a:pt x="982" y="1"/>
                  </a:cubicBezTo>
                  <a:cubicBezTo>
                    <a:pt x="971" y="24"/>
                    <a:pt x="948" y="46"/>
                    <a:pt x="925" y="46"/>
                  </a:cubicBezTo>
                  <a:cubicBezTo>
                    <a:pt x="888" y="46"/>
                    <a:pt x="866" y="24"/>
                    <a:pt x="854" y="1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0"/>
            <p:cNvSpPr/>
            <p:nvPr/>
          </p:nvSpPr>
          <p:spPr>
            <a:xfrm>
              <a:off x="1496267" y="4227968"/>
              <a:ext cx="20085" cy="68351"/>
            </a:xfrm>
            <a:custGeom>
              <a:avLst/>
              <a:gdLst/>
              <a:ahLst/>
              <a:cxnLst/>
              <a:rect l="l" t="t" r="r" b="b"/>
              <a:pathLst>
                <a:path w="129" h="439" extrusionOk="0">
                  <a:moveTo>
                    <a:pt x="0" y="1"/>
                  </a:moveTo>
                  <a:lnTo>
                    <a:pt x="0" y="439"/>
                  </a:lnTo>
                  <a:lnTo>
                    <a:pt x="128" y="439"/>
                  </a:lnTo>
                  <a:lnTo>
                    <a:pt x="128" y="1"/>
                  </a:lnTo>
                  <a:cubicBezTo>
                    <a:pt x="111" y="18"/>
                    <a:pt x="91" y="26"/>
                    <a:pt x="68" y="26"/>
                  </a:cubicBezTo>
                  <a:cubicBezTo>
                    <a:pt x="46" y="26"/>
                    <a:pt x="23" y="18"/>
                    <a:pt x="0" y="1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3" name="Google Shape;693;p30"/>
          <p:cNvGrpSpPr/>
          <p:nvPr/>
        </p:nvGrpSpPr>
        <p:grpSpPr>
          <a:xfrm rot="-1798509">
            <a:off x="447761" y="440625"/>
            <a:ext cx="328817" cy="90456"/>
            <a:chOff x="1942660" y="4074759"/>
            <a:chExt cx="328833" cy="90460"/>
          </a:xfrm>
        </p:grpSpPr>
        <p:sp>
          <p:nvSpPr>
            <p:cNvPr id="694" name="Google Shape;694;p30"/>
            <p:cNvSpPr/>
            <p:nvPr/>
          </p:nvSpPr>
          <p:spPr>
            <a:xfrm>
              <a:off x="1942660" y="4074759"/>
              <a:ext cx="328833" cy="90460"/>
            </a:xfrm>
            <a:custGeom>
              <a:avLst/>
              <a:gdLst/>
              <a:ahLst/>
              <a:cxnLst/>
              <a:rect l="l" t="t" r="r" b="b"/>
              <a:pathLst>
                <a:path w="2112" h="581" extrusionOk="0">
                  <a:moveTo>
                    <a:pt x="297" y="1"/>
                  </a:moveTo>
                  <a:cubicBezTo>
                    <a:pt x="132" y="1"/>
                    <a:pt x="1" y="131"/>
                    <a:pt x="1" y="296"/>
                  </a:cubicBezTo>
                  <a:cubicBezTo>
                    <a:pt x="1" y="450"/>
                    <a:pt x="132" y="581"/>
                    <a:pt x="297" y="581"/>
                  </a:cubicBezTo>
                  <a:lnTo>
                    <a:pt x="1827" y="581"/>
                  </a:lnTo>
                  <a:cubicBezTo>
                    <a:pt x="1981" y="581"/>
                    <a:pt x="2112" y="450"/>
                    <a:pt x="2112" y="296"/>
                  </a:cubicBezTo>
                  <a:cubicBezTo>
                    <a:pt x="2112" y="131"/>
                    <a:pt x="1981" y="1"/>
                    <a:pt x="1827" y="1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0"/>
            <p:cNvSpPr/>
            <p:nvPr/>
          </p:nvSpPr>
          <p:spPr>
            <a:xfrm>
              <a:off x="1942660" y="4074759"/>
              <a:ext cx="166285" cy="90460"/>
            </a:xfrm>
            <a:custGeom>
              <a:avLst/>
              <a:gdLst/>
              <a:ahLst/>
              <a:cxnLst/>
              <a:rect l="l" t="t" r="r" b="b"/>
              <a:pathLst>
                <a:path w="1068" h="581" extrusionOk="0">
                  <a:moveTo>
                    <a:pt x="297" y="1"/>
                  </a:moveTo>
                  <a:cubicBezTo>
                    <a:pt x="132" y="1"/>
                    <a:pt x="1" y="131"/>
                    <a:pt x="1" y="296"/>
                  </a:cubicBezTo>
                  <a:cubicBezTo>
                    <a:pt x="1" y="450"/>
                    <a:pt x="132" y="581"/>
                    <a:pt x="297" y="581"/>
                  </a:cubicBezTo>
                  <a:lnTo>
                    <a:pt x="1068" y="581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FF71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6" name="Google Shape;696;p30"/>
          <p:cNvGrpSpPr/>
          <p:nvPr/>
        </p:nvGrpSpPr>
        <p:grpSpPr>
          <a:xfrm rot="3734790">
            <a:off x="317261" y="1112376"/>
            <a:ext cx="243905" cy="67105"/>
            <a:chOff x="1942660" y="4074759"/>
            <a:chExt cx="328833" cy="90460"/>
          </a:xfrm>
        </p:grpSpPr>
        <p:sp>
          <p:nvSpPr>
            <p:cNvPr id="697" name="Google Shape;697;p30"/>
            <p:cNvSpPr/>
            <p:nvPr/>
          </p:nvSpPr>
          <p:spPr>
            <a:xfrm>
              <a:off x="1942660" y="4074759"/>
              <a:ext cx="328833" cy="90460"/>
            </a:xfrm>
            <a:custGeom>
              <a:avLst/>
              <a:gdLst/>
              <a:ahLst/>
              <a:cxnLst/>
              <a:rect l="l" t="t" r="r" b="b"/>
              <a:pathLst>
                <a:path w="2112" h="581" extrusionOk="0">
                  <a:moveTo>
                    <a:pt x="297" y="1"/>
                  </a:moveTo>
                  <a:cubicBezTo>
                    <a:pt x="132" y="1"/>
                    <a:pt x="1" y="131"/>
                    <a:pt x="1" y="296"/>
                  </a:cubicBezTo>
                  <a:cubicBezTo>
                    <a:pt x="1" y="450"/>
                    <a:pt x="132" y="581"/>
                    <a:pt x="297" y="581"/>
                  </a:cubicBezTo>
                  <a:lnTo>
                    <a:pt x="1827" y="581"/>
                  </a:lnTo>
                  <a:cubicBezTo>
                    <a:pt x="1981" y="581"/>
                    <a:pt x="2112" y="450"/>
                    <a:pt x="2112" y="296"/>
                  </a:cubicBezTo>
                  <a:cubicBezTo>
                    <a:pt x="2112" y="131"/>
                    <a:pt x="1981" y="1"/>
                    <a:pt x="1827" y="1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0"/>
            <p:cNvSpPr/>
            <p:nvPr/>
          </p:nvSpPr>
          <p:spPr>
            <a:xfrm>
              <a:off x="1942660" y="4074759"/>
              <a:ext cx="166285" cy="90460"/>
            </a:xfrm>
            <a:custGeom>
              <a:avLst/>
              <a:gdLst/>
              <a:ahLst/>
              <a:cxnLst/>
              <a:rect l="l" t="t" r="r" b="b"/>
              <a:pathLst>
                <a:path w="1068" h="581" extrusionOk="0">
                  <a:moveTo>
                    <a:pt x="297" y="1"/>
                  </a:moveTo>
                  <a:cubicBezTo>
                    <a:pt x="132" y="1"/>
                    <a:pt x="1" y="131"/>
                    <a:pt x="1" y="296"/>
                  </a:cubicBezTo>
                  <a:cubicBezTo>
                    <a:pt x="1" y="450"/>
                    <a:pt x="132" y="581"/>
                    <a:pt x="297" y="581"/>
                  </a:cubicBezTo>
                  <a:lnTo>
                    <a:pt x="1068" y="581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FF71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9" name="Google Shape;699;p30"/>
          <p:cNvGrpSpPr/>
          <p:nvPr/>
        </p:nvGrpSpPr>
        <p:grpSpPr>
          <a:xfrm rot="1251791">
            <a:off x="494066" y="719110"/>
            <a:ext cx="235843" cy="86196"/>
            <a:chOff x="1363299" y="4227968"/>
            <a:chExt cx="288040" cy="105252"/>
          </a:xfrm>
        </p:grpSpPr>
        <p:sp>
          <p:nvSpPr>
            <p:cNvPr id="700" name="Google Shape;700;p30"/>
            <p:cNvSpPr/>
            <p:nvPr/>
          </p:nvSpPr>
          <p:spPr>
            <a:xfrm>
              <a:off x="1363299" y="4259419"/>
              <a:ext cx="288040" cy="73801"/>
            </a:xfrm>
            <a:custGeom>
              <a:avLst/>
              <a:gdLst/>
              <a:ahLst/>
              <a:cxnLst/>
              <a:rect l="l" t="t" r="r" b="b"/>
              <a:pathLst>
                <a:path w="1850" h="474" extrusionOk="0">
                  <a:moveTo>
                    <a:pt x="1" y="1"/>
                  </a:moveTo>
                  <a:lnTo>
                    <a:pt x="1" y="271"/>
                  </a:lnTo>
                  <a:cubicBezTo>
                    <a:pt x="1" y="379"/>
                    <a:pt x="413" y="473"/>
                    <a:pt x="925" y="473"/>
                  </a:cubicBezTo>
                  <a:cubicBezTo>
                    <a:pt x="1435" y="473"/>
                    <a:pt x="1850" y="379"/>
                    <a:pt x="1850" y="271"/>
                  </a:cubicBezTo>
                  <a:lnTo>
                    <a:pt x="1850" y="1"/>
                  </a:ln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0"/>
            <p:cNvSpPr/>
            <p:nvPr/>
          </p:nvSpPr>
          <p:spPr>
            <a:xfrm>
              <a:off x="1363299" y="4227968"/>
              <a:ext cx="288040" cy="62590"/>
            </a:xfrm>
            <a:custGeom>
              <a:avLst/>
              <a:gdLst/>
              <a:ahLst/>
              <a:cxnLst/>
              <a:rect l="l" t="t" r="r" b="b"/>
              <a:pathLst>
                <a:path w="1850" h="402" extrusionOk="0">
                  <a:moveTo>
                    <a:pt x="854" y="1"/>
                  </a:moveTo>
                  <a:cubicBezTo>
                    <a:pt x="379" y="12"/>
                    <a:pt x="1" y="95"/>
                    <a:pt x="1" y="203"/>
                  </a:cubicBezTo>
                  <a:cubicBezTo>
                    <a:pt x="1" y="319"/>
                    <a:pt x="413" y="402"/>
                    <a:pt x="925" y="402"/>
                  </a:cubicBezTo>
                  <a:cubicBezTo>
                    <a:pt x="1435" y="402"/>
                    <a:pt x="1850" y="319"/>
                    <a:pt x="1850" y="203"/>
                  </a:cubicBezTo>
                  <a:cubicBezTo>
                    <a:pt x="1850" y="95"/>
                    <a:pt x="1469" y="12"/>
                    <a:pt x="982" y="1"/>
                  </a:cubicBezTo>
                  <a:cubicBezTo>
                    <a:pt x="971" y="24"/>
                    <a:pt x="948" y="46"/>
                    <a:pt x="925" y="46"/>
                  </a:cubicBezTo>
                  <a:cubicBezTo>
                    <a:pt x="888" y="46"/>
                    <a:pt x="866" y="24"/>
                    <a:pt x="854" y="1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30"/>
            <p:cNvSpPr/>
            <p:nvPr/>
          </p:nvSpPr>
          <p:spPr>
            <a:xfrm>
              <a:off x="1496267" y="4227968"/>
              <a:ext cx="20085" cy="68351"/>
            </a:xfrm>
            <a:custGeom>
              <a:avLst/>
              <a:gdLst/>
              <a:ahLst/>
              <a:cxnLst/>
              <a:rect l="l" t="t" r="r" b="b"/>
              <a:pathLst>
                <a:path w="129" h="439" extrusionOk="0">
                  <a:moveTo>
                    <a:pt x="0" y="1"/>
                  </a:moveTo>
                  <a:lnTo>
                    <a:pt x="0" y="439"/>
                  </a:lnTo>
                  <a:lnTo>
                    <a:pt x="128" y="439"/>
                  </a:lnTo>
                  <a:lnTo>
                    <a:pt x="128" y="1"/>
                  </a:lnTo>
                  <a:cubicBezTo>
                    <a:pt x="111" y="18"/>
                    <a:pt x="91" y="26"/>
                    <a:pt x="68" y="26"/>
                  </a:cubicBezTo>
                  <a:cubicBezTo>
                    <a:pt x="46" y="26"/>
                    <a:pt x="23" y="18"/>
                    <a:pt x="0" y="1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3" name="Google Shape;703;p30"/>
          <p:cNvGrpSpPr/>
          <p:nvPr/>
        </p:nvGrpSpPr>
        <p:grpSpPr>
          <a:xfrm rot="8275350">
            <a:off x="8103426" y="4027730"/>
            <a:ext cx="851644" cy="870185"/>
            <a:chOff x="8666383" y="2375725"/>
            <a:chExt cx="851689" cy="870231"/>
          </a:xfrm>
        </p:grpSpPr>
        <p:sp>
          <p:nvSpPr>
            <p:cNvPr id="704" name="Google Shape;704;p30"/>
            <p:cNvSpPr/>
            <p:nvPr/>
          </p:nvSpPr>
          <p:spPr>
            <a:xfrm>
              <a:off x="9482364" y="2621544"/>
              <a:ext cx="35708" cy="37286"/>
            </a:xfrm>
            <a:custGeom>
              <a:avLst/>
              <a:gdLst/>
              <a:ahLst/>
              <a:cxnLst/>
              <a:rect l="l" t="t" r="r" b="b"/>
              <a:pathLst>
                <a:path w="181" h="189" extrusionOk="0">
                  <a:moveTo>
                    <a:pt x="98" y="1"/>
                  </a:moveTo>
                  <a:cubicBezTo>
                    <a:pt x="38" y="1"/>
                    <a:pt x="1" y="46"/>
                    <a:pt x="1" y="95"/>
                  </a:cubicBezTo>
                  <a:cubicBezTo>
                    <a:pt x="1" y="143"/>
                    <a:pt x="38" y="189"/>
                    <a:pt x="98" y="189"/>
                  </a:cubicBezTo>
                  <a:cubicBezTo>
                    <a:pt x="143" y="189"/>
                    <a:pt x="180" y="143"/>
                    <a:pt x="180" y="95"/>
                  </a:cubicBezTo>
                  <a:cubicBezTo>
                    <a:pt x="180" y="46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30"/>
            <p:cNvSpPr/>
            <p:nvPr/>
          </p:nvSpPr>
          <p:spPr>
            <a:xfrm>
              <a:off x="9110872" y="2649559"/>
              <a:ext cx="68062" cy="68260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7" y="1"/>
                  </a:moveTo>
                  <a:cubicBezTo>
                    <a:pt x="83" y="1"/>
                    <a:pt x="1" y="72"/>
                    <a:pt x="1" y="166"/>
                  </a:cubicBezTo>
                  <a:cubicBezTo>
                    <a:pt x="1" y="260"/>
                    <a:pt x="83" y="345"/>
                    <a:pt x="177" y="345"/>
                  </a:cubicBezTo>
                  <a:cubicBezTo>
                    <a:pt x="274" y="345"/>
                    <a:pt x="345" y="260"/>
                    <a:pt x="345" y="166"/>
                  </a:cubicBezTo>
                  <a:cubicBezTo>
                    <a:pt x="345" y="72"/>
                    <a:pt x="274" y="1"/>
                    <a:pt x="177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30"/>
            <p:cNvSpPr/>
            <p:nvPr/>
          </p:nvSpPr>
          <p:spPr>
            <a:xfrm>
              <a:off x="9365767" y="2838757"/>
              <a:ext cx="44389" cy="42416"/>
            </a:xfrm>
            <a:custGeom>
              <a:avLst/>
              <a:gdLst/>
              <a:ahLst/>
              <a:cxnLst/>
              <a:rect l="l" t="t" r="r" b="b"/>
              <a:pathLst>
                <a:path w="225" h="215" extrusionOk="0">
                  <a:moveTo>
                    <a:pt x="120" y="1"/>
                  </a:moveTo>
                  <a:cubicBezTo>
                    <a:pt x="49" y="1"/>
                    <a:pt x="0" y="49"/>
                    <a:pt x="0" y="109"/>
                  </a:cubicBezTo>
                  <a:cubicBezTo>
                    <a:pt x="0" y="169"/>
                    <a:pt x="49" y="214"/>
                    <a:pt x="120" y="214"/>
                  </a:cubicBezTo>
                  <a:cubicBezTo>
                    <a:pt x="179" y="214"/>
                    <a:pt x="225" y="169"/>
                    <a:pt x="225" y="109"/>
                  </a:cubicBezTo>
                  <a:cubicBezTo>
                    <a:pt x="225" y="49"/>
                    <a:pt x="179" y="1"/>
                    <a:pt x="12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0"/>
            <p:cNvSpPr/>
            <p:nvPr/>
          </p:nvSpPr>
          <p:spPr>
            <a:xfrm>
              <a:off x="9305002" y="2375725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0"/>
            <p:cNvSpPr/>
            <p:nvPr/>
          </p:nvSpPr>
          <p:spPr>
            <a:xfrm>
              <a:off x="9052474" y="2495281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06"/>
                    <a:pt x="35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30"/>
            <p:cNvSpPr/>
            <p:nvPr/>
          </p:nvSpPr>
          <p:spPr>
            <a:xfrm>
              <a:off x="9305002" y="2555848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0"/>
            <p:cNvSpPr/>
            <p:nvPr/>
          </p:nvSpPr>
          <p:spPr>
            <a:xfrm>
              <a:off x="8825791" y="2621544"/>
              <a:ext cx="60763" cy="60763"/>
            </a:xfrm>
            <a:custGeom>
              <a:avLst/>
              <a:gdLst/>
              <a:ahLst/>
              <a:cxnLst/>
              <a:rect l="l" t="t" r="r" b="b"/>
              <a:pathLst>
                <a:path w="308" h="308" extrusionOk="0">
                  <a:moveTo>
                    <a:pt x="154" y="1"/>
                  </a:moveTo>
                  <a:cubicBezTo>
                    <a:pt x="72" y="1"/>
                    <a:pt x="0" y="72"/>
                    <a:pt x="0" y="154"/>
                  </a:cubicBezTo>
                  <a:cubicBezTo>
                    <a:pt x="0" y="237"/>
                    <a:pt x="72" y="308"/>
                    <a:pt x="154" y="308"/>
                  </a:cubicBezTo>
                  <a:cubicBezTo>
                    <a:pt x="237" y="308"/>
                    <a:pt x="308" y="237"/>
                    <a:pt x="308" y="154"/>
                  </a:cubicBezTo>
                  <a:cubicBezTo>
                    <a:pt x="308" y="72"/>
                    <a:pt x="237" y="1"/>
                    <a:pt x="15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0"/>
            <p:cNvSpPr/>
            <p:nvPr/>
          </p:nvSpPr>
          <p:spPr>
            <a:xfrm>
              <a:off x="8687690" y="2951013"/>
              <a:ext cx="34919" cy="35511"/>
            </a:xfrm>
            <a:custGeom>
              <a:avLst/>
              <a:gdLst/>
              <a:ahLst/>
              <a:cxnLst/>
              <a:rect l="l" t="t" r="r" b="b"/>
              <a:pathLst>
                <a:path w="177" h="180" extrusionOk="0">
                  <a:moveTo>
                    <a:pt x="94" y="1"/>
                  </a:moveTo>
                  <a:cubicBezTo>
                    <a:pt x="35" y="1"/>
                    <a:pt x="1" y="49"/>
                    <a:pt x="1" y="97"/>
                  </a:cubicBezTo>
                  <a:cubicBezTo>
                    <a:pt x="1" y="143"/>
                    <a:pt x="35" y="180"/>
                    <a:pt x="94" y="180"/>
                  </a:cubicBezTo>
                  <a:cubicBezTo>
                    <a:pt x="143" y="180"/>
                    <a:pt x="177" y="143"/>
                    <a:pt x="177" y="97"/>
                  </a:cubicBezTo>
                  <a:cubicBezTo>
                    <a:pt x="177" y="49"/>
                    <a:pt x="143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0"/>
            <p:cNvSpPr/>
            <p:nvPr/>
          </p:nvSpPr>
          <p:spPr>
            <a:xfrm>
              <a:off x="8942585" y="2860064"/>
              <a:ext cx="34919" cy="35116"/>
            </a:xfrm>
            <a:custGeom>
              <a:avLst/>
              <a:gdLst/>
              <a:ahLst/>
              <a:cxnLst/>
              <a:rect l="l" t="t" r="r" b="b"/>
              <a:pathLst>
                <a:path w="177" h="178" extrusionOk="0">
                  <a:moveTo>
                    <a:pt x="83" y="1"/>
                  </a:moveTo>
                  <a:cubicBezTo>
                    <a:pt x="34" y="1"/>
                    <a:pt x="0" y="35"/>
                    <a:pt x="0" y="83"/>
                  </a:cubicBezTo>
                  <a:cubicBezTo>
                    <a:pt x="0" y="143"/>
                    <a:pt x="34" y="177"/>
                    <a:pt x="83" y="177"/>
                  </a:cubicBezTo>
                  <a:cubicBezTo>
                    <a:pt x="131" y="177"/>
                    <a:pt x="177" y="143"/>
                    <a:pt x="177" y="83"/>
                  </a:cubicBezTo>
                  <a:cubicBezTo>
                    <a:pt x="177" y="35"/>
                    <a:pt x="131" y="1"/>
                    <a:pt x="8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0"/>
            <p:cNvSpPr/>
            <p:nvPr/>
          </p:nvSpPr>
          <p:spPr>
            <a:xfrm>
              <a:off x="8666383" y="3189533"/>
              <a:ext cx="56226" cy="56423"/>
            </a:xfrm>
            <a:custGeom>
              <a:avLst/>
              <a:gdLst/>
              <a:ahLst/>
              <a:cxnLst/>
              <a:rect l="l" t="t" r="r" b="b"/>
              <a:pathLst>
                <a:path w="285" h="28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26"/>
                    <a:pt x="72" y="285"/>
                    <a:pt x="143" y="285"/>
                  </a:cubicBezTo>
                  <a:cubicBezTo>
                    <a:pt x="225" y="285"/>
                    <a:pt x="285" y="226"/>
                    <a:pt x="285" y="143"/>
                  </a:cubicBezTo>
                  <a:cubicBezTo>
                    <a:pt x="285" y="72"/>
                    <a:pt x="225" y="1"/>
                    <a:pt x="14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4" name="Google Shape;714;p30"/>
          <p:cNvGrpSpPr/>
          <p:nvPr/>
        </p:nvGrpSpPr>
        <p:grpSpPr>
          <a:xfrm>
            <a:off x="8540437" y="2223286"/>
            <a:ext cx="373340" cy="1406218"/>
            <a:chOff x="10945362" y="2723798"/>
            <a:chExt cx="373340" cy="1406218"/>
          </a:xfrm>
        </p:grpSpPr>
        <p:sp>
          <p:nvSpPr>
            <p:cNvPr id="715" name="Google Shape;715;p30"/>
            <p:cNvSpPr/>
            <p:nvPr/>
          </p:nvSpPr>
          <p:spPr>
            <a:xfrm>
              <a:off x="11084325" y="3702102"/>
              <a:ext cx="37878" cy="37878"/>
            </a:xfrm>
            <a:custGeom>
              <a:avLst/>
              <a:gdLst/>
              <a:ahLst/>
              <a:cxnLst/>
              <a:rect l="l" t="t" r="r" b="b"/>
              <a:pathLst>
                <a:path w="192" h="192" extrusionOk="0">
                  <a:moveTo>
                    <a:pt x="98" y="1"/>
                  </a:moveTo>
                  <a:cubicBezTo>
                    <a:pt x="38" y="1"/>
                    <a:pt x="1" y="35"/>
                    <a:pt x="1" y="95"/>
                  </a:cubicBezTo>
                  <a:cubicBezTo>
                    <a:pt x="1" y="143"/>
                    <a:pt x="38" y="192"/>
                    <a:pt x="98" y="192"/>
                  </a:cubicBezTo>
                  <a:cubicBezTo>
                    <a:pt x="143" y="192"/>
                    <a:pt x="191" y="143"/>
                    <a:pt x="191" y="95"/>
                  </a:cubicBezTo>
                  <a:cubicBezTo>
                    <a:pt x="191" y="35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0"/>
            <p:cNvSpPr/>
            <p:nvPr/>
          </p:nvSpPr>
          <p:spPr>
            <a:xfrm>
              <a:off x="10945362" y="3007911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17"/>
                    <a:pt x="35" y="143"/>
                    <a:pt x="72" y="143"/>
                  </a:cubicBezTo>
                  <a:cubicBezTo>
                    <a:pt x="106" y="143"/>
                    <a:pt x="143" y="117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0"/>
            <p:cNvSpPr/>
            <p:nvPr/>
          </p:nvSpPr>
          <p:spPr>
            <a:xfrm>
              <a:off x="11089455" y="3126813"/>
              <a:ext cx="28211" cy="28409"/>
            </a:xfrm>
            <a:custGeom>
              <a:avLst/>
              <a:gdLst/>
              <a:ahLst/>
              <a:cxnLst/>
              <a:rect l="l" t="t" r="r" b="b"/>
              <a:pathLst>
                <a:path w="143" h="144" extrusionOk="0">
                  <a:moveTo>
                    <a:pt x="72" y="1"/>
                  </a:moveTo>
                  <a:cubicBezTo>
                    <a:pt x="23" y="1"/>
                    <a:pt x="0" y="24"/>
                    <a:pt x="0" y="72"/>
                  </a:cubicBezTo>
                  <a:cubicBezTo>
                    <a:pt x="0" y="106"/>
                    <a:pt x="23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24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0"/>
            <p:cNvSpPr/>
            <p:nvPr/>
          </p:nvSpPr>
          <p:spPr>
            <a:xfrm>
              <a:off x="10952517" y="2809586"/>
              <a:ext cx="37878" cy="37878"/>
            </a:xfrm>
            <a:custGeom>
              <a:avLst/>
              <a:gdLst/>
              <a:ahLst/>
              <a:cxnLst/>
              <a:rect l="l" t="t" r="r" b="b"/>
              <a:pathLst>
                <a:path w="192" h="192" extrusionOk="0">
                  <a:moveTo>
                    <a:pt x="94" y="1"/>
                  </a:moveTo>
                  <a:cubicBezTo>
                    <a:pt x="49" y="1"/>
                    <a:pt x="1" y="35"/>
                    <a:pt x="1" y="95"/>
                  </a:cubicBezTo>
                  <a:cubicBezTo>
                    <a:pt x="1" y="143"/>
                    <a:pt x="49" y="191"/>
                    <a:pt x="94" y="191"/>
                  </a:cubicBezTo>
                  <a:cubicBezTo>
                    <a:pt x="154" y="191"/>
                    <a:pt x="191" y="143"/>
                    <a:pt x="191" y="95"/>
                  </a:cubicBezTo>
                  <a:cubicBezTo>
                    <a:pt x="191" y="35"/>
                    <a:pt x="154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0"/>
            <p:cNvSpPr/>
            <p:nvPr/>
          </p:nvSpPr>
          <p:spPr>
            <a:xfrm>
              <a:off x="11274116" y="3762866"/>
              <a:ext cx="40048" cy="40048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4" y="0"/>
                  </a:moveTo>
                  <a:cubicBezTo>
                    <a:pt x="46" y="0"/>
                    <a:pt x="0" y="37"/>
                    <a:pt x="0" y="97"/>
                  </a:cubicBezTo>
                  <a:cubicBezTo>
                    <a:pt x="0" y="154"/>
                    <a:pt x="46" y="202"/>
                    <a:pt x="94" y="202"/>
                  </a:cubicBezTo>
                  <a:cubicBezTo>
                    <a:pt x="154" y="202"/>
                    <a:pt x="202" y="154"/>
                    <a:pt x="202" y="97"/>
                  </a:cubicBezTo>
                  <a:cubicBezTo>
                    <a:pt x="202" y="37"/>
                    <a:pt x="154" y="0"/>
                    <a:pt x="94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0"/>
            <p:cNvSpPr/>
            <p:nvPr/>
          </p:nvSpPr>
          <p:spPr>
            <a:xfrm>
              <a:off x="11016458" y="4090559"/>
              <a:ext cx="40048" cy="39457"/>
            </a:xfrm>
            <a:custGeom>
              <a:avLst/>
              <a:gdLst/>
              <a:ahLst/>
              <a:cxnLst/>
              <a:rect l="l" t="t" r="r" b="b"/>
              <a:pathLst>
                <a:path w="203" h="200" extrusionOk="0">
                  <a:moveTo>
                    <a:pt x="109" y="1"/>
                  </a:moveTo>
                  <a:cubicBezTo>
                    <a:pt x="49" y="1"/>
                    <a:pt x="1" y="46"/>
                    <a:pt x="1" y="95"/>
                  </a:cubicBezTo>
                  <a:cubicBezTo>
                    <a:pt x="1" y="154"/>
                    <a:pt x="49" y="200"/>
                    <a:pt x="109" y="200"/>
                  </a:cubicBezTo>
                  <a:cubicBezTo>
                    <a:pt x="169" y="200"/>
                    <a:pt x="203" y="154"/>
                    <a:pt x="203" y="95"/>
                  </a:cubicBezTo>
                  <a:cubicBezTo>
                    <a:pt x="203" y="46"/>
                    <a:pt x="169" y="1"/>
                    <a:pt x="109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0"/>
            <p:cNvSpPr/>
            <p:nvPr/>
          </p:nvSpPr>
          <p:spPr>
            <a:xfrm>
              <a:off x="10990402" y="3324798"/>
              <a:ext cx="26041" cy="23279"/>
            </a:xfrm>
            <a:custGeom>
              <a:avLst/>
              <a:gdLst/>
              <a:ahLst/>
              <a:cxnLst/>
              <a:rect l="l" t="t" r="r" b="b"/>
              <a:pathLst>
                <a:path w="132" h="118" extrusionOk="0">
                  <a:moveTo>
                    <a:pt x="72" y="1"/>
                  </a:moveTo>
                  <a:cubicBezTo>
                    <a:pt x="38" y="1"/>
                    <a:pt x="1" y="24"/>
                    <a:pt x="1" y="58"/>
                  </a:cubicBezTo>
                  <a:cubicBezTo>
                    <a:pt x="1" y="95"/>
                    <a:pt x="38" y="118"/>
                    <a:pt x="72" y="118"/>
                  </a:cubicBezTo>
                  <a:cubicBezTo>
                    <a:pt x="109" y="118"/>
                    <a:pt x="132" y="95"/>
                    <a:pt x="132" y="58"/>
                  </a:cubicBezTo>
                  <a:cubicBezTo>
                    <a:pt x="132" y="24"/>
                    <a:pt x="109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0"/>
            <p:cNvSpPr/>
            <p:nvPr/>
          </p:nvSpPr>
          <p:spPr>
            <a:xfrm>
              <a:off x="11292661" y="3557293"/>
              <a:ext cx="26041" cy="25647"/>
            </a:xfrm>
            <a:custGeom>
              <a:avLst/>
              <a:gdLst/>
              <a:ahLst/>
              <a:cxnLst/>
              <a:rect l="l" t="t" r="r" b="b"/>
              <a:pathLst>
                <a:path w="132" h="130" extrusionOk="0">
                  <a:moveTo>
                    <a:pt x="60" y="1"/>
                  </a:moveTo>
                  <a:cubicBezTo>
                    <a:pt x="23" y="1"/>
                    <a:pt x="0" y="35"/>
                    <a:pt x="0" y="72"/>
                  </a:cubicBezTo>
                  <a:cubicBezTo>
                    <a:pt x="0" y="95"/>
                    <a:pt x="23" y="129"/>
                    <a:pt x="60" y="129"/>
                  </a:cubicBezTo>
                  <a:cubicBezTo>
                    <a:pt x="94" y="129"/>
                    <a:pt x="131" y="95"/>
                    <a:pt x="131" y="72"/>
                  </a:cubicBezTo>
                  <a:cubicBezTo>
                    <a:pt x="131" y="35"/>
                    <a:pt x="94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0"/>
            <p:cNvSpPr/>
            <p:nvPr/>
          </p:nvSpPr>
          <p:spPr>
            <a:xfrm>
              <a:off x="11168567" y="3905307"/>
              <a:ext cx="23871" cy="26041"/>
            </a:xfrm>
            <a:custGeom>
              <a:avLst/>
              <a:gdLst/>
              <a:ahLst/>
              <a:cxnLst/>
              <a:rect l="l" t="t" r="r" b="b"/>
              <a:pathLst>
                <a:path w="121" h="132" extrusionOk="0">
                  <a:moveTo>
                    <a:pt x="60" y="1"/>
                  </a:moveTo>
                  <a:cubicBezTo>
                    <a:pt x="26" y="1"/>
                    <a:pt x="1" y="38"/>
                    <a:pt x="1" y="72"/>
                  </a:cubicBezTo>
                  <a:cubicBezTo>
                    <a:pt x="1" y="98"/>
                    <a:pt x="26" y="132"/>
                    <a:pt x="60" y="132"/>
                  </a:cubicBezTo>
                  <a:cubicBezTo>
                    <a:pt x="97" y="132"/>
                    <a:pt x="120" y="98"/>
                    <a:pt x="120" y="72"/>
                  </a:cubicBezTo>
                  <a:cubicBezTo>
                    <a:pt x="120" y="38"/>
                    <a:pt x="97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0"/>
            <p:cNvSpPr/>
            <p:nvPr/>
          </p:nvSpPr>
          <p:spPr>
            <a:xfrm>
              <a:off x="11124177" y="3491794"/>
              <a:ext cx="26041" cy="25844"/>
            </a:xfrm>
            <a:custGeom>
              <a:avLst/>
              <a:gdLst/>
              <a:ahLst/>
              <a:cxnLst/>
              <a:rect l="l" t="t" r="r" b="b"/>
              <a:pathLst>
                <a:path w="132" h="131" extrusionOk="0">
                  <a:moveTo>
                    <a:pt x="72" y="0"/>
                  </a:moveTo>
                  <a:cubicBezTo>
                    <a:pt x="38" y="0"/>
                    <a:pt x="1" y="23"/>
                    <a:pt x="1" y="71"/>
                  </a:cubicBezTo>
                  <a:cubicBezTo>
                    <a:pt x="1" y="105"/>
                    <a:pt x="38" y="131"/>
                    <a:pt x="72" y="131"/>
                  </a:cubicBezTo>
                  <a:cubicBezTo>
                    <a:pt x="109" y="131"/>
                    <a:pt x="132" y="105"/>
                    <a:pt x="132" y="71"/>
                  </a:cubicBezTo>
                  <a:cubicBezTo>
                    <a:pt x="132" y="23"/>
                    <a:pt x="109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0"/>
            <p:cNvSpPr/>
            <p:nvPr/>
          </p:nvSpPr>
          <p:spPr>
            <a:xfrm>
              <a:off x="11090542" y="2723798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0"/>
                  </a:moveTo>
                  <a:cubicBezTo>
                    <a:pt x="26" y="0"/>
                    <a:pt x="1" y="37"/>
                    <a:pt x="1" y="72"/>
                  </a:cubicBezTo>
                  <a:cubicBezTo>
                    <a:pt x="1" y="109"/>
                    <a:pt x="26" y="131"/>
                    <a:pt x="61" y="131"/>
                  </a:cubicBezTo>
                  <a:cubicBezTo>
                    <a:pt x="98" y="131"/>
                    <a:pt x="132" y="109"/>
                    <a:pt x="132" y="72"/>
                  </a:cubicBezTo>
                  <a:cubicBezTo>
                    <a:pt x="132" y="37"/>
                    <a:pt x="98" y="0"/>
                    <a:pt x="61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0"/>
            <p:cNvSpPr/>
            <p:nvPr/>
          </p:nvSpPr>
          <p:spPr>
            <a:xfrm>
              <a:off x="11182766" y="2945755"/>
              <a:ext cx="23674" cy="26041"/>
            </a:xfrm>
            <a:custGeom>
              <a:avLst/>
              <a:gdLst/>
              <a:ahLst/>
              <a:cxnLst/>
              <a:rect l="l" t="t" r="r" b="b"/>
              <a:pathLst>
                <a:path w="120" h="132" extrusionOk="0">
                  <a:moveTo>
                    <a:pt x="60" y="0"/>
                  </a:moveTo>
                  <a:cubicBezTo>
                    <a:pt x="23" y="0"/>
                    <a:pt x="0" y="23"/>
                    <a:pt x="0" y="60"/>
                  </a:cubicBezTo>
                  <a:cubicBezTo>
                    <a:pt x="0" y="94"/>
                    <a:pt x="23" y="131"/>
                    <a:pt x="60" y="131"/>
                  </a:cubicBezTo>
                  <a:cubicBezTo>
                    <a:pt x="94" y="131"/>
                    <a:pt x="120" y="94"/>
                    <a:pt x="120" y="60"/>
                  </a:cubicBezTo>
                  <a:cubicBezTo>
                    <a:pt x="120" y="23"/>
                    <a:pt x="94" y="0"/>
                    <a:pt x="60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0"/>
            <p:cNvSpPr/>
            <p:nvPr/>
          </p:nvSpPr>
          <p:spPr>
            <a:xfrm>
              <a:off x="11233464" y="3196556"/>
              <a:ext cx="20912" cy="20912"/>
            </a:xfrm>
            <a:custGeom>
              <a:avLst/>
              <a:gdLst/>
              <a:ahLst/>
              <a:cxnLst/>
              <a:rect l="l" t="t" r="r" b="b"/>
              <a:pathLst>
                <a:path w="106" h="106" extrusionOk="0">
                  <a:moveTo>
                    <a:pt x="46" y="0"/>
                  </a:moveTo>
                  <a:cubicBezTo>
                    <a:pt x="23" y="0"/>
                    <a:pt x="0" y="23"/>
                    <a:pt x="0" y="48"/>
                  </a:cubicBezTo>
                  <a:cubicBezTo>
                    <a:pt x="0" y="83"/>
                    <a:pt x="23" y="105"/>
                    <a:pt x="46" y="105"/>
                  </a:cubicBezTo>
                  <a:cubicBezTo>
                    <a:pt x="83" y="105"/>
                    <a:pt x="105" y="83"/>
                    <a:pt x="105" y="48"/>
                  </a:cubicBezTo>
                  <a:cubicBezTo>
                    <a:pt x="105" y="23"/>
                    <a:pt x="83" y="0"/>
                    <a:pt x="46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8" name="Google Shape;728;p30"/>
          <p:cNvGrpSpPr/>
          <p:nvPr/>
        </p:nvGrpSpPr>
        <p:grpSpPr>
          <a:xfrm rot="-7393466">
            <a:off x="287266" y="4113773"/>
            <a:ext cx="851657" cy="870199"/>
            <a:chOff x="8666383" y="2375725"/>
            <a:chExt cx="851689" cy="870231"/>
          </a:xfrm>
        </p:grpSpPr>
        <p:sp>
          <p:nvSpPr>
            <p:cNvPr id="729" name="Google Shape;729;p30"/>
            <p:cNvSpPr/>
            <p:nvPr/>
          </p:nvSpPr>
          <p:spPr>
            <a:xfrm>
              <a:off x="9482364" y="2621544"/>
              <a:ext cx="35708" cy="37286"/>
            </a:xfrm>
            <a:custGeom>
              <a:avLst/>
              <a:gdLst/>
              <a:ahLst/>
              <a:cxnLst/>
              <a:rect l="l" t="t" r="r" b="b"/>
              <a:pathLst>
                <a:path w="181" h="189" extrusionOk="0">
                  <a:moveTo>
                    <a:pt x="98" y="1"/>
                  </a:moveTo>
                  <a:cubicBezTo>
                    <a:pt x="38" y="1"/>
                    <a:pt x="1" y="46"/>
                    <a:pt x="1" y="95"/>
                  </a:cubicBezTo>
                  <a:cubicBezTo>
                    <a:pt x="1" y="143"/>
                    <a:pt x="38" y="189"/>
                    <a:pt x="98" y="189"/>
                  </a:cubicBezTo>
                  <a:cubicBezTo>
                    <a:pt x="143" y="189"/>
                    <a:pt x="180" y="143"/>
                    <a:pt x="180" y="95"/>
                  </a:cubicBezTo>
                  <a:cubicBezTo>
                    <a:pt x="180" y="46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0"/>
            <p:cNvSpPr/>
            <p:nvPr/>
          </p:nvSpPr>
          <p:spPr>
            <a:xfrm>
              <a:off x="9110872" y="2649559"/>
              <a:ext cx="68062" cy="68260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7" y="1"/>
                  </a:moveTo>
                  <a:cubicBezTo>
                    <a:pt x="83" y="1"/>
                    <a:pt x="1" y="72"/>
                    <a:pt x="1" y="166"/>
                  </a:cubicBezTo>
                  <a:cubicBezTo>
                    <a:pt x="1" y="260"/>
                    <a:pt x="83" y="345"/>
                    <a:pt x="177" y="345"/>
                  </a:cubicBezTo>
                  <a:cubicBezTo>
                    <a:pt x="274" y="345"/>
                    <a:pt x="345" y="260"/>
                    <a:pt x="345" y="166"/>
                  </a:cubicBezTo>
                  <a:cubicBezTo>
                    <a:pt x="345" y="72"/>
                    <a:pt x="274" y="1"/>
                    <a:pt x="177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0"/>
            <p:cNvSpPr/>
            <p:nvPr/>
          </p:nvSpPr>
          <p:spPr>
            <a:xfrm>
              <a:off x="9365767" y="2838757"/>
              <a:ext cx="44389" cy="42416"/>
            </a:xfrm>
            <a:custGeom>
              <a:avLst/>
              <a:gdLst/>
              <a:ahLst/>
              <a:cxnLst/>
              <a:rect l="l" t="t" r="r" b="b"/>
              <a:pathLst>
                <a:path w="225" h="215" extrusionOk="0">
                  <a:moveTo>
                    <a:pt x="120" y="1"/>
                  </a:moveTo>
                  <a:cubicBezTo>
                    <a:pt x="49" y="1"/>
                    <a:pt x="0" y="49"/>
                    <a:pt x="0" y="109"/>
                  </a:cubicBezTo>
                  <a:cubicBezTo>
                    <a:pt x="0" y="169"/>
                    <a:pt x="49" y="214"/>
                    <a:pt x="120" y="214"/>
                  </a:cubicBezTo>
                  <a:cubicBezTo>
                    <a:pt x="179" y="214"/>
                    <a:pt x="225" y="169"/>
                    <a:pt x="225" y="109"/>
                  </a:cubicBezTo>
                  <a:cubicBezTo>
                    <a:pt x="225" y="49"/>
                    <a:pt x="179" y="1"/>
                    <a:pt x="12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0"/>
            <p:cNvSpPr/>
            <p:nvPr/>
          </p:nvSpPr>
          <p:spPr>
            <a:xfrm>
              <a:off x="9305002" y="2375725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0"/>
            <p:cNvSpPr/>
            <p:nvPr/>
          </p:nvSpPr>
          <p:spPr>
            <a:xfrm>
              <a:off x="9052474" y="2495281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06"/>
                    <a:pt x="35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0"/>
            <p:cNvSpPr/>
            <p:nvPr/>
          </p:nvSpPr>
          <p:spPr>
            <a:xfrm>
              <a:off x="9305002" y="2555848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0"/>
            <p:cNvSpPr/>
            <p:nvPr/>
          </p:nvSpPr>
          <p:spPr>
            <a:xfrm>
              <a:off x="8825791" y="2621544"/>
              <a:ext cx="60763" cy="60763"/>
            </a:xfrm>
            <a:custGeom>
              <a:avLst/>
              <a:gdLst/>
              <a:ahLst/>
              <a:cxnLst/>
              <a:rect l="l" t="t" r="r" b="b"/>
              <a:pathLst>
                <a:path w="308" h="308" extrusionOk="0">
                  <a:moveTo>
                    <a:pt x="154" y="1"/>
                  </a:moveTo>
                  <a:cubicBezTo>
                    <a:pt x="72" y="1"/>
                    <a:pt x="0" y="72"/>
                    <a:pt x="0" y="154"/>
                  </a:cubicBezTo>
                  <a:cubicBezTo>
                    <a:pt x="0" y="237"/>
                    <a:pt x="72" y="308"/>
                    <a:pt x="154" y="308"/>
                  </a:cubicBezTo>
                  <a:cubicBezTo>
                    <a:pt x="237" y="308"/>
                    <a:pt x="308" y="237"/>
                    <a:pt x="308" y="154"/>
                  </a:cubicBezTo>
                  <a:cubicBezTo>
                    <a:pt x="308" y="72"/>
                    <a:pt x="237" y="1"/>
                    <a:pt x="15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0"/>
            <p:cNvSpPr/>
            <p:nvPr/>
          </p:nvSpPr>
          <p:spPr>
            <a:xfrm>
              <a:off x="8687690" y="2951013"/>
              <a:ext cx="34919" cy="35511"/>
            </a:xfrm>
            <a:custGeom>
              <a:avLst/>
              <a:gdLst/>
              <a:ahLst/>
              <a:cxnLst/>
              <a:rect l="l" t="t" r="r" b="b"/>
              <a:pathLst>
                <a:path w="177" h="180" extrusionOk="0">
                  <a:moveTo>
                    <a:pt x="94" y="1"/>
                  </a:moveTo>
                  <a:cubicBezTo>
                    <a:pt x="35" y="1"/>
                    <a:pt x="1" y="49"/>
                    <a:pt x="1" y="97"/>
                  </a:cubicBezTo>
                  <a:cubicBezTo>
                    <a:pt x="1" y="143"/>
                    <a:pt x="35" y="180"/>
                    <a:pt x="94" y="180"/>
                  </a:cubicBezTo>
                  <a:cubicBezTo>
                    <a:pt x="143" y="180"/>
                    <a:pt x="177" y="143"/>
                    <a:pt x="177" y="97"/>
                  </a:cubicBezTo>
                  <a:cubicBezTo>
                    <a:pt x="177" y="49"/>
                    <a:pt x="143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0"/>
            <p:cNvSpPr/>
            <p:nvPr/>
          </p:nvSpPr>
          <p:spPr>
            <a:xfrm>
              <a:off x="8942585" y="2860064"/>
              <a:ext cx="34919" cy="35116"/>
            </a:xfrm>
            <a:custGeom>
              <a:avLst/>
              <a:gdLst/>
              <a:ahLst/>
              <a:cxnLst/>
              <a:rect l="l" t="t" r="r" b="b"/>
              <a:pathLst>
                <a:path w="177" h="178" extrusionOk="0">
                  <a:moveTo>
                    <a:pt x="83" y="1"/>
                  </a:moveTo>
                  <a:cubicBezTo>
                    <a:pt x="34" y="1"/>
                    <a:pt x="0" y="35"/>
                    <a:pt x="0" y="83"/>
                  </a:cubicBezTo>
                  <a:cubicBezTo>
                    <a:pt x="0" y="143"/>
                    <a:pt x="34" y="177"/>
                    <a:pt x="83" y="177"/>
                  </a:cubicBezTo>
                  <a:cubicBezTo>
                    <a:pt x="131" y="177"/>
                    <a:pt x="177" y="143"/>
                    <a:pt x="177" y="83"/>
                  </a:cubicBezTo>
                  <a:cubicBezTo>
                    <a:pt x="177" y="35"/>
                    <a:pt x="131" y="1"/>
                    <a:pt x="8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0"/>
            <p:cNvSpPr/>
            <p:nvPr/>
          </p:nvSpPr>
          <p:spPr>
            <a:xfrm>
              <a:off x="8666383" y="3189533"/>
              <a:ext cx="56226" cy="56423"/>
            </a:xfrm>
            <a:custGeom>
              <a:avLst/>
              <a:gdLst/>
              <a:ahLst/>
              <a:cxnLst/>
              <a:rect l="l" t="t" r="r" b="b"/>
              <a:pathLst>
                <a:path w="285" h="28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26"/>
                    <a:pt x="72" y="285"/>
                    <a:pt x="143" y="285"/>
                  </a:cubicBezTo>
                  <a:cubicBezTo>
                    <a:pt x="225" y="285"/>
                    <a:pt x="285" y="226"/>
                    <a:pt x="285" y="143"/>
                  </a:cubicBezTo>
                  <a:cubicBezTo>
                    <a:pt x="285" y="72"/>
                    <a:pt x="225" y="1"/>
                    <a:pt x="14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3013397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0" name="Google Shape;740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31"/>
          <p:cNvSpPr txBox="1">
            <a:spLocks noGrp="1"/>
          </p:cNvSpPr>
          <p:nvPr>
            <p:ph type="title" hasCustomPrompt="1"/>
          </p:nvPr>
        </p:nvSpPr>
        <p:spPr>
          <a:xfrm>
            <a:off x="1868615" y="1255425"/>
            <a:ext cx="5406600" cy="74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742" name="Google Shape;742;p31"/>
          <p:cNvSpPr txBox="1">
            <a:spLocks noGrp="1"/>
          </p:cNvSpPr>
          <p:nvPr>
            <p:ph type="subTitle" idx="1"/>
          </p:nvPr>
        </p:nvSpPr>
        <p:spPr>
          <a:xfrm>
            <a:off x="1868553" y="1944209"/>
            <a:ext cx="54066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743" name="Google Shape;743;p31"/>
          <p:cNvSpPr txBox="1">
            <a:spLocks noGrp="1"/>
          </p:cNvSpPr>
          <p:nvPr>
            <p:ph type="title" idx="2" hasCustomPrompt="1"/>
          </p:nvPr>
        </p:nvSpPr>
        <p:spPr>
          <a:xfrm>
            <a:off x="1868675" y="2390961"/>
            <a:ext cx="5406600" cy="74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744" name="Google Shape;744;p31"/>
          <p:cNvSpPr txBox="1">
            <a:spLocks noGrp="1"/>
          </p:cNvSpPr>
          <p:nvPr>
            <p:ph type="subTitle" idx="3"/>
          </p:nvPr>
        </p:nvSpPr>
        <p:spPr>
          <a:xfrm>
            <a:off x="1868525" y="3079698"/>
            <a:ext cx="54066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745" name="Google Shape;745;p31"/>
          <p:cNvSpPr txBox="1">
            <a:spLocks noGrp="1"/>
          </p:cNvSpPr>
          <p:nvPr>
            <p:ph type="title" idx="4" hasCustomPrompt="1"/>
          </p:nvPr>
        </p:nvSpPr>
        <p:spPr>
          <a:xfrm>
            <a:off x="1868675" y="3526447"/>
            <a:ext cx="5406600" cy="74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746" name="Google Shape;746;p31"/>
          <p:cNvSpPr txBox="1">
            <a:spLocks noGrp="1"/>
          </p:cNvSpPr>
          <p:nvPr>
            <p:ph type="subTitle" idx="5"/>
          </p:nvPr>
        </p:nvSpPr>
        <p:spPr>
          <a:xfrm>
            <a:off x="1868553" y="4215187"/>
            <a:ext cx="54066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747" name="Google Shape;747;p31"/>
          <p:cNvSpPr txBox="1">
            <a:spLocks noGrp="1"/>
          </p:cNvSpPr>
          <p:nvPr>
            <p:ph type="title" idx="6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grpSp>
        <p:nvGrpSpPr>
          <p:cNvPr id="748" name="Google Shape;748;p31"/>
          <p:cNvGrpSpPr/>
          <p:nvPr/>
        </p:nvGrpSpPr>
        <p:grpSpPr>
          <a:xfrm>
            <a:off x="8574487" y="3504036"/>
            <a:ext cx="373340" cy="1406218"/>
            <a:chOff x="10945362" y="2723798"/>
            <a:chExt cx="373340" cy="1406218"/>
          </a:xfrm>
        </p:grpSpPr>
        <p:sp>
          <p:nvSpPr>
            <p:cNvPr id="749" name="Google Shape;749;p31"/>
            <p:cNvSpPr/>
            <p:nvPr/>
          </p:nvSpPr>
          <p:spPr>
            <a:xfrm>
              <a:off x="11084325" y="3702102"/>
              <a:ext cx="37878" cy="37878"/>
            </a:xfrm>
            <a:custGeom>
              <a:avLst/>
              <a:gdLst/>
              <a:ahLst/>
              <a:cxnLst/>
              <a:rect l="l" t="t" r="r" b="b"/>
              <a:pathLst>
                <a:path w="192" h="192" extrusionOk="0">
                  <a:moveTo>
                    <a:pt x="98" y="1"/>
                  </a:moveTo>
                  <a:cubicBezTo>
                    <a:pt x="38" y="1"/>
                    <a:pt x="1" y="35"/>
                    <a:pt x="1" y="95"/>
                  </a:cubicBezTo>
                  <a:cubicBezTo>
                    <a:pt x="1" y="143"/>
                    <a:pt x="38" y="192"/>
                    <a:pt x="98" y="192"/>
                  </a:cubicBezTo>
                  <a:cubicBezTo>
                    <a:pt x="143" y="192"/>
                    <a:pt x="191" y="143"/>
                    <a:pt x="191" y="95"/>
                  </a:cubicBezTo>
                  <a:cubicBezTo>
                    <a:pt x="191" y="35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31"/>
            <p:cNvSpPr/>
            <p:nvPr/>
          </p:nvSpPr>
          <p:spPr>
            <a:xfrm>
              <a:off x="10945362" y="3007911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17"/>
                    <a:pt x="35" y="143"/>
                    <a:pt x="72" y="143"/>
                  </a:cubicBezTo>
                  <a:cubicBezTo>
                    <a:pt x="106" y="143"/>
                    <a:pt x="143" y="117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31"/>
            <p:cNvSpPr/>
            <p:nvPr/>
          </p:nvSpPr>
          <p:spPr>
            <a:xfrm>
              <a:off x="11089455" y="3126813"/>
              <a:ext cx="28211" cy="28409"/>
            </a:xfrm>
            <a:custGeom>
              <a:avLst/>
              <a:gdLst/>
              <a:ahLst/>
              <a:cxnLst/>
              <a:rect l="l" t="t" r="r" b="b"/>
              <a:pathLst>
                <a:path w="143" h="144" extrusionOk="0">
                  <a:moveTo>
                    <a:pt x="72" y="1"/>
                  </a:moveTo>
                  <a:cubicBezTo>
                    <a:pt x="23" y="1"/>
                    <a:pt x="0" y="24"/>
                    <a:pt x="0" y="72"/>
                  </a:cubicBezTo>
                  <a:cubicBezTo>
                    <a:pt x="0" y="106"/>
                    <a:pt x="23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24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31"/>
            <p:cNvSpPr/>
            <p:nvPr/>
          </p:nvSpPr>
          <p:spPr>
            <a:xfrm>
              <a:off x="10952517" y="2809586"/>
              <a:ext cx="37878" cy="37878"/>
            </a:xfrm>
            <a:custGeom>
              <a:avLst/>
              <a:gdLst/>
              <a:ahLst/>
              <a:cxnLst/>
              <a:rect l="l" t="t" r="r" b="b"/>
              <a:pathLst>
                <a:path w="192" h="192" extrusionOk="0">
                  <a:moveTo>
                    <a:pt x="94" y="1"/>
                  </a:moveTo>
                  <a:cubicBezTo>
                    <a:pt x="49" y="1"/>
                    <a:pt x="1" y="35"/>
                    <a:pt x="1" y="95"/>
                  </a:cubicBezTo>
                  <a:cubicBezTo>
                    <a:pt x="1" y="143"/>
                    <a:pt x="49" y="191"/>
                    <a:pt x="94" y="191"/>
                  </a:cubicBezTo>
                  <a:cubicBezTo>
                    <a:pt x="154" y="191"/>
                    <a:pt x="191" y="143"/>
                    <a:pt x="191" y="95"/>
                  </a:cubicBezTo>
                  <a:cubicBezTo>
                    <a:pt x="191" y="35"/>
                    <a:pt x="154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31"/>
            <p:cNvSpPr/>
            <p:nvPr/>
          </p:nvSpPr>
          <p:spPr>
            <a:xfrm>
              <a:off x="11274116" y="3762866"/>
              <a:ext cx="40048" cy="40048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4" y="0"/>
                  </a:moveTo>
                  <a:cubicBezTo>
                    <a:pt x="46" y="0"/>
                    <a:pt x="0" y="37"/>
                    <a:pt x="0" y="97"/>
                  </a:cubicBezTo>
                  <a:cubicBezTo>
                    <a:pt x="0" y="154"/>
                    <a:pt x="46" y="202"/>
                    <a:pt x="94" y="202"/>
                  </a:cubicBezTo>
                  <a:cubicBezTo>
                    <a:pt x="154" y="202"/>
                    <a:pt x="202" y="154"/>
                    <a:pt x="202" y="97"/>
                  </a:cubicBezTo>
                  <a:cubicBezTo>
                    <a:pt x="202" y="37"/>
                    <a:pt x="154" y="0"/>
                    <a:pt x="94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1"/>
            <p:cNvSpPr/>
            <p:nvPr/>
          </p:nvSpPr>
          <p:spPr>
            <a:xfrm>
              <a:off x="11016458" y="4090559"/>
              <a:ext cx="40048" cy="39457"/>
            </a:xfrm>
            <a:custGeom>
              <a:avLst/>
              <a:gdLst/>
              <a:ahLst/>
              <a:cxnLst/>
              <a:rect l="l" t="t" r="r" b="b"/>
              <a:pathLst>
                <a:path w="203" h="200" extrusionOk="0">
                  <a:moveTo>
                    <a:pt x="109" y="1"/>
                  </a:moveTo>
                  <a:cubicBezTo>
                    <a:pt x="49" y="1"/>
                    <a:pt x="1" y="46"/>
                    <a:pt x="1" y="95"/>
                  </a:cubicBezTo>
                  <a:cubicBezTo>
                    <a:pt x="1" y="154"/>
                    <a:pt x="49" y="200"/>
                    <a:pt x="109" y="200"/>
                  </a:cubicBezTo>
                  <a:cubicBezTo>
                    <a:pt x="169" y="200"/>
                    <a:pt x="203" y="154"/>
                    <a:pt x="203" y="95"/>
                  </a:cubicBezTo>
                  <a:cubicBezTo>
                    <a:pt x="203" y="46"/>
                    <a:pt x="169" y="1"/>
                    <a:pt x="109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1"/>
            <p:cNvSpPr/>
            <p:nvPr/>
          </p:nvSpPr>
          <p:spPr>
            <a:xfrm>
              <a:off x="10990402" y="3324798"/>
              <a:ext cx="26041" cy="23279"/>
            </a:xfrm>
            <a:custGeom>
              <a:avLst/>
              <a:gdLst/>
              <a:ahLst/>
              <a:cxnLst/>
              <a:rect l="l" t="t" r="r" b="b"/>
              <a:pathLst>
                <a:path w="132" h="118" extrusionOk="0">
                  <a:moveTo>
                    <a:pt x="72" y="1"/>
                  </a:moveTo>
                  <a:cubicBezTo>
                    <a:pt x="38" y="1"/>
                    <a:pt x="1" y="24"/>
                    <a:pt x="1" y="58"/>
                  </a:cubicBezTo>
                  <a:cubicBezTo>
                    <a:pt x="1" y="95"/>
                    <a:pt x="38" y="118"/>
                    <a:pt x="72" y="118"/>
                  </a:cubicBezTo>
                  <a:cubicBezTo>
                    <a:pt x="109" y="118"/>
                    <a:pt x="132" y="95"/>
                    <a:pt x="132" y="58"/>
                  </a:cubicBezTo>
                  <a:cubicBezTo>
                    <a:pt x="132" y="24"/>
                    <a:pt x="109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31"/>
            <p:cNvSpPr/>
            <p:nvPr/>
          </p:nvSpPr>
          <p:spPr>
            <a:xfrm>
              <a:off x="11292661" y="3557293"/>
              <a:ext cx="26041" cy="25647"/>
            </a:xfrm>
            <a:custGeom>
              <a:avLst/>
              <a:gdLst/>
              <a:ahLst/>
              <a:cxnLst/>
              <a:rect l="l" t="t" r="r" b="b"/>
              <a:pathLst>
                <a:path w="132" h="130" extrusionOk="0">
                  <a:moveTo>
                    <a:pt x="60" y="1"/>
                  </a:moveTo>
                  <a:cubicBezTo>
                    <a:pt x="23" y="1"/>
                    <a:pt x="0" y="35"/>
                    <a:pt x="0" y="72"/>
                  </a:cubicBezTo>
                  <a:cubicBezTo>
                    <a:pt x="0" y="95"/>
                    <a:pt x="23" y="129"/>
                    <a:pt x="60" y="129"/>
                  </a:cubicBezTo>
                  <a:cubicBezTo>
                    <a:pt x="94" y="129"/>
                    <a:pt x="131" y="95"/>
                    <a:pt x="131" y="72"/>
                  </a:cubicBezTo>
                  <a:cubicBezTo>
                    <a:pt x="131" y="35"/>
                    <a:pt x="94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31"/>
            <p:cNvSpPr/>
            <p:nvPr/>
          </p:nvSpPr>
          <p:spPr>
            <a:xfrm>
              <a:off x="11168567" y="3905307"/>
              <a:ext cx="23871" cy="26041"/>
            </a:xfrm>
            <a:custGeom>
              <a:avLst/>
              <a:gdLst/>
              <a:ahLst/>
              <a:cxnLst/>
              <a:rect l="l" t="t" r="r" b="b"/>
              <a:pathLst>
                <a:path w="121" h="132" extrusionOk="0">
                  <a:moveTo>
                    <a:pt x="60" y="1"/>
                  </a:moveTo>
                  <a:cubicBezTo>
                    <a:pt x="26" y="1"/>
                    <a:pt x="1" y="38"/>
                    <a:pt x="1" y="72"/>
                  </a:cubicBezTo>
                  <a:cubicBezTo>
                    <a:pt x="1" y="98"/>
                    <a:pt x="26" y="132"/>
                    <a:pt x="60" y="132"/>
                  </a:cubicBezTo>
                  <a:cubicBezTo>
                    <a:pt x="97" y="132"/>
                    <a:pt x="120" y="98"/>
                    <a:pt x="120" y="72"/>
                  </a:cubicBezTo>
                  <a:cubicBezTo>
                    <a:pt x="120" y="38"/>
                    <a:pt x="97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31"/>
            <p:cNvSpPr/>
            <p:nvPr/>
          </p:nvSpPr>
          <p:spPr>
            <a:xfrm>
              <a:off x="11124177" y="3491794"/>
              <a:ext cx="26041" cy="25844"/>
            </a:xfrm>
            <a:custGeom>
              <a:avLst/>
              <a:gdLst/>
              <a:ahLst/>
              <a:cxnLst/>
              <a:rect l="l" t="t" r="r" b="b"/>
              <a:pathLst>
                <a:path w="132" h="131" extrusionOk="0">
                  <a:moveTo>
                    <a:pt x="72" y="0"/>
                  </a:moveTo>
                  <a:cubicBezTo>
                    <a:pt x="38" y="0"/>
                    <a:pt x="1" y="23"/>
                    <a:pt x="1" y="71"/>
                  </a:cubicBezTo>
                  <a:cubicBezTo>
                    <a:pt x="1" y="105"/>
                    <a:pt x="38" y="131"/>
                    <a:pt x="72" y="131"/>
                  </a:cubicBezTo>
                  <a:cubicBezTo>
                    <a:pt x="109" y="131"/>
                    <a:pt x="132" y="105"/>
                    <a:pt x="132" y="71"/>
                  </a:cubicBezTo>
                  <a:cubicBezTo>
                    <a:pt x="132" y="23"/>
                    <a:pt x="109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31"/>
            <p:cNvSpPr/>
            <p:nvPr/>
          </p:nvSpPr>
          <p:spPr>
            <a:xfrm>
              <a:off x="11090542" y="2723798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0"/>
                  </a:moveTo>
                  <a:cubicBezTo>
                    <a:pt x="26" y="0"/>
                    <a:pt x="1" y="37"/>
                    <a:pt x="1" y="72"/>
                  </a:cubicBezTo>
                  <a:cubicBezTo>
                    <a:pt x="1" y="109"/>
                    <a:pt x="26" y="131"/>
                    <a:pt x="61" y="131"/>
                  </a:cubicBezTo>
                  <a:cubicBezTo>
                    <a:pt x="98" y="131"/>
                    <a:pt x="132" y="109"/>
                    <a:pt x="132" y="72"/>
                  </a:cubicBezTo>
                  <a:cubicBezTo>
                    <a:pt x="132" y="37"/>
                    <a:pt x="98" y="0"/>
                    <a:pt x="61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31"/>
            <p:cNvSpPr/>
            <p:nvPr/>
          </p:nvSpPr>
          <p:spPr>
            <a:xfrm>
              <a:off x="11182766" y="2945755"/>
              <a:ext cx="23674" cy="26041"/>
            </a:xfrm>
            <a:custGeom>
              <a:avLst/>
              <a:gdLst/>
              <a:ahLst/>
              <a:cxnLst/>
              <a:rect l="l" t="t" r="r" b="b"/>
              <a:pathLst>
                <a:path w="120" h="132" extrusionOk="0">
                  <a:moveTo>
                    <a:pt x="60" y="0"/>
                  </a:moveTo>
                  <a:cubicBezTo>
                    <a:pt x="23" y="0"/>
                    <a:pt x="0" y="23"/>
                    <a:pt x="0" y="60"/>
                  </a:cubicBezTo>
                  <a:cubicBezTo>
                    <a:pt x="0" y="94"/>
                    <a:pt x="23" y="131"/>
                    <a:pt x="60" y="131"/>
                  </a:cubicBezTo>
                  <a:cubicBezTo>
                    <a:pt x="94" y="131"/>
                    <a:pt x="120" y="94"/>
                    <a:pt x="120" y="60"/>
                  </a:cubicBezTo>
                  <a:cubicBezTo>
                    <a:pt x="120" y="23"/>
                    <a:pt x="94" y="0"/>
                    <a:pt x="60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31"/>
            <p:cNvSpPr/>
            <p:nvPr/>
          </p:nvSpPr>
          <p:spPr>
            <a:xfrm>
              <a:off x="11233464" y="3196556"/>
              <a:ext cx="20912" cy="20912"/>
            </a:xfrm>
            <a:custGeom>
              <a:avLst/>
              <a:gdLst/>
              <a:ahLst/>
              <a:cxnLst/>
              <a:rect l="l" t="t" r="r" b="b"/>
              <a:pathLst>
                <a:path w="106" h="106" extrusionOk="0">
                  <a:moveTo>
                    <a:pt x="46" y="0"/>
                  </a:moveTo>
                  <a:cubicBezTo>
                    <a:pt x="23" y="0"/>
                    <a:pt x="0" y="23"/>
                    <a:pt x="0" y="48"/>
                  </a:cubicBezTo>
                  <a:cubicBezTo>
                    <a:pt x="0" y="83"/>
                    <a:pt x="23" y="105"/>
                    <a:pt x="46" y="105"/>
                  </a:cubicBezTo>
                  <a:cubicBezTo>
                    <a:pt x="83" y="105"/>
                    <a:pt x="105" y="83"/>
                    <a:pt x="105" y="48"/>
                  </a:cubicBezTo>
                  <a:cubicBezTo>
                    <a:pt x="105" y="23"/>
                    <a:pt x="83" y="0"/>
                    <a:pt x="46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2" name="Google Shape;762;p31"/>
          <p:cNvGrpSpPr/>
          <p:nvPr/>
        </p:nvGrpSpPr>
        <p:grpSpPr>
          <a:xfrm rot="-1116533">
            <a:off x="327879" y="246764"/>
            <a:ext cx="851672" cy="870213"/>
            <a:chOff x="8666383" y="2375725"/>
            <a:chExt cx="851689" cy="870231"/>
          </a:xfrm>
        </p:grpSpPr>
        <p:sp>
          <p:nvSpPr>
            <p:cNvPr id="763" name="Google Shape;763;p31"/>
            <p:cNvSpPr/>
            <p:nvPr/>
          </p:nvSpPr>
          <p:spPr>
            <a:xfrm>
              <a:off x="9482364" y="2621544"/>
              <a:ext cx="35708" cy="37286"/>
            </a:xfrm>
            <a:custGeom>
              <a:avLst/>
              <a:gdLst/>
              <a:ahLst/>
              <a:cxnLst/>
              <a:rect l="l" t="t" r="r" b="b"/>
              <a:pathLst>
                <a:path w="181" h="189" extrusionOk="0">
                  <a:moveTo>
                    <a:pt x="98" y="1"/>
                  </a:moveTo>
                  <a:cubicBezTo>
                    <a:pt x="38" y="1"/>
                    <a:pt x="1" y="46"/>
                    <a:pt x="1" y="95"/>
                  </a:cubicBezTo>
                  <a:cubicBezTo>
                    <a:pt x="1" y="143"/>
                    <a:pt x="38" y="189"/>
                    <a:pt x="98" y="189"/>
                  </a:cubicBezTo>
                  <a:cubicBezTo>
                    <a:pt x="143" y="189"/>
                    <a:pt x="180" y="143"/>
                    <a:pt x="180" y="95"/>
                  </a:cubicBezTo>
                  <a:cubicBezTo>
                    <a:pt x="180" y="46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31"/>
            <p:cNvSpPr/>
            <p:nvPr/>
          </p:nvSpPr>
          <p:spPr>
            <a:xfrm>
              <a:off x="9110872" y="2649559"/>
              <a:ext cx="68062" cy="68260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7" y="1"/>
                  </a:moveTo>
                  <a:cubicBezTo>
                    <a:pt x="83" y="1"/>
                    <a:pt x="1" y="72"/>
                    <a:pt x="1" y="166"/>
                  </a:cubicBezTo>
                  <a:cubicBezTo>
                    <a:pt x="1" y="260"/>
                    <a:pt x="83" y="345"/>
                    <a:pt x="177" y="345"/>
                  </a:cubicBezTo>
                  <a:cubicBezTo>
                    <a:pt x="274" y="345"/>
                    <a:pt x="345" y="260"/>
                    <a:pt x="345" y="166"/>
                  </a:cubicBezTo>
                  <a:cubicBezTo>
                    <a:pt x="345" y="72"/>
                    <a:pt x="274" y="1"/>
                    <a:pt x="177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31"/>
            <p:cNvSpPr/>
            <p:nvPr/>
          </p:nvSpPr>
          <p:spPr>
            <a:xfrm>
              <a:off x="9365767" y="2838757"/>
              <a:ext cx="44389" cy="42416"/>
            </a:xfrm>
            <a:custGeom>
              <a:avLst/>
              <a:gdLst/>
              <a:ahLst/>
              <a:cxnLst/>
              <a:rect l="l" t="t" r="r" b="b"/>
              <a:pathLst>
                <a:path w="225" h="215" extrusionOk="0">
                  <a:moveTo>
                    <a:pt x="120" y="1"/>
                  </a:moveTo>
                  <a:cubicBezTo>
                    <a:pt x="49" y="1"/>
                    <a:pt x="0" y="49"/>
                    <a:pt x="0" y="109"/>
                  </a:cubicBezTo>
                  <a:cubicBezTo>
                    <a:pt x="0" y="169"/>
                    <a:pt x="49" y="214"/>
                    <a:pt x="120" y="214"/>
                  </a:cubicBezTo>
                  <a:cubicBezTo>
                    <a:pt x="179" y="214"/>
                    <a:pt x="225" y="169"/>
                    <a:pt x="225" y="109"/>
                  </a:cubicBezTo>
                  <a:cubicBezTo>
                    <a:pt x="225" y="49"/>
                    <a:pt x="179" y="1"/>
                    <a:pt x="12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31"/>
            <p:cNvSpPr/>
            <p:nvPr/>
          </p:nvSpPr>
          <p:spPr>
            <a:xfrm>
              <a:off x="9305002" y="2375725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31"/>
            <p:cNvSpPr/>
            <p:nvPr/>
          </p:nvSpPr>
          <p:spPr>
            <a:xfrm>
              <a:off x="9052474" y="2495281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06"/>
                    <a:pt x="35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31"/>
            <p:cNvSpPr/>
            <p:nvPr/>
          </p:nvSpPr>
          <p:spPr>
            <a:xfrm>
              <a:off x="9305002" y="2555848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31"/>
            <p:cNvSpPr/>
            <p:nvPr/>
          </p:nvSpPr>
          <p:spPr>
            <a:xfrm>
              <a:off x="8825791" y="2621544"/>
              <a:ext cx="60763" cy="60763"/>
            </a:xfrm>
            <a:custGeom>
              <a:avLst/>
              <a:gdLst/>
              <a:ahLst/>
              <a:cxnLst/>
              <a:rect l="l" t="t" r="r" b="b"/>
              <a:pathLst>
                <a:path w="308" h="308" extrusionOk="0">
                  <a:moveTo>
                    <a:pt x="154" y="1"/>
                  </a:moveTo>
                  <a:cubicBezTo>
                    <a:pt x="72" y="1"/>
                    <a:pt x="0" y="72"/>
                    <a:pt x="0" y="154"/>
                  </a:cubicBezTo>
                  <a:cubicBezTo>
                    <a:pt x="0" y="237"/>
                    <a:pt x="72" y="308"/>
                    <a:pt x="154" y="308"/>
                  </a:cubicBezTo>
                  <a:cubicBezTo>
                    <a:pt x="237" y="308"/>
                    <a:pt x="308" y="237"/>
                    <a:pt x="308" y="154"/>
                  </a:cubicBezTo>
                  <a:cubicBezTo>
                    <a:pt x="308" y="72"/>
                    <a:pt x="237" y="1"/>
                    <a:pt x="15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31"/>
            <p:cNvSpPr/>
            <p:nvPr/>
          </p:nvSpPr>
          <p:spPr>
            <a:xfrm>
              <a:off x="8687690" y="2951013"/>
              <a:ext cx="34919" cy="35511"/>
            </a:xfrm>
            <a:custGeom>
              <a:avLst/>
              <a:gdLst/>
              <a:ahLst/>
              <a:cxnLst/>
              <a:rect l="l" t="t" r="r" b="b"/>
              <a:pathLst>
                <a:path w="177" h="180" extrusionOk="0">
                  <a:moveTo>
                    <a:pt x="94" y="1"/>
                  </a:moveTo>
                  <a:cubicBezTo>
                    <a:pt x="35" y="1"/>
                    <a:pt x="1" y="49"/>
                    <a:pt x="1" y="97"/>
                  </a:cubicBezTo>
                  <a:cubicBezTo>
                    <a:pt x="1" y="143"/>
                    <a:pt x="35" y="180"/>
                    <a:pt x="94" y="180"/>
                  </a:cubicBezTo>
                  <a:cubicBezTo>
                    <a:pt x="143" y="180"/>
                    <a:pt x="177" y="143"/>
                    <a:pt x="177" y="97"/>
                  </a:cubicBezTo>
                  <a:cubicBezTo>
                    <a:pt x="177" y="49"/>
                    <a:pt x="143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31"/>
            <p:cNvSpPr/>
            <p:nvPr/>
          </p:nvSpPr>
          <p:spPr>
            <a:xfrm>
              <a:off x="8942585" y="2860064"/>
              <a:ext cx="34919" cy="35116"/>
            </a:xfrm>
            <a:custGeom>
              <a:avLst/>
              <a:gdLst/>
              <a:ahLst/>
              <a:cxnLst/>
              <a:rect l="l" t="t" r="r" b="b"/>
              <a:pathLst>
                <a:path w="177" h="178" extrusionOk="0">
                  <a:moveTo>
                    <a:pt x="83" y="1"/>
                  </a:moveTo>
                  <a:cubicBezTo>
                    <a:pt x="34" y="1"/>
                    <a:pt x="0" y="35"/>
                    <a:pt x="0" y="83"/>
                  </a:cubicBezTo>
                  <a:cubicBezTo>
                    <a:pt x="0" y="143"/>
                    <a:pt x="34" y="177"/>
                    <a:pt x="83" y="177"/>
                  </a:cubicBezTo>
                  <a:cubicBezTo>
                    <a:pt x="131" y="177"/>
                    <a:pt x="177" y="143"/>
                    <a:pt x="177" y="83"/>
                  </a:cubicBezTo>
                  <a:cubicBezTo>
                    <a:pt x="177" y="35"/>
                    <a:pt x="131" y="1"/>
                    <a:pt x="8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31"/>
            <p:cNvSpPr/>
            <p:nvPr/>
          </p:nvSpPr>
          <p:spPr>
            <a:xfrm>
              <a:off x="8666383" y="3189533"/>
              <a:ext cx="56226" cy="56423"/>
            </a:xfrm>
            <a:custGeom>
              <a:avLst/>
              <a:gdLst/>
              <a:ahLst/>
              <a:cxnLst/>
              <a:rect l="l" t="t" r="r" b="b"/>
              <a:pathLst>
                <a:path w="285" h="28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26"/>
                    <a:pt x="72" y="285"/>
                    <a:pt x="143" y="285"/>
                  </a:cubicBezTo>
                  <a:cubicBezTo>
                    <a:pt x="225" y="285"/>
                    <a:pt x="285" y="226"/>
                    <a:pt x="285" y="143"/>
                  </a:cubicBezTo>
                  <a:cubicBezTo>
                    <a:pt x="285" y="72"/>
                    <a:pt x="225" y="1"/>
                    <a:pt x="14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3664429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4" name="Google Shape;774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3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76" name="Google Shape;776;p32"/>
          <p:cNvSpPr txBox="1">
            <a:spLocks noGrp="1"/>
          </p:cNvSpPr>
          <p:nvPr>
            <p:ph type="subTitle" idx="1"/>
          </p:nvPr>
        </p:nvSpPr>
        <p:spPr>
          <a:xfrm>
            <a:off x="936354" y="3575032"/>
            <a:ext cx="1965600" cy="5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77" name="Google Shape;777;p32"/>
          <p:cNvSpPr txBox="1">
            <a:spLocks noGrp="1"/>
          </p:cNvSpPr>
          <p:nvPr>
            <p:ph type="subTitle" idx="2"/>
          </p:nvPr>
        </p:nvSpPr>
        <p:spPr>
          <a:xfrm>
            <a:off x="6248345" y="3575032"/>
            <a:ext cx="1965600" cy="5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78" name="Google Shape;778;p32"/>
          <p:cNvSpPr txBox="1">
            <a:spLocks noGrp="1"/>
          </p:cNvSpPr>
          <p:nvPr>
            <p:ph type="subTitle" idx="3"/>
          </p:nvPr>
        </p:nvSpPr>
        <p:spPr>
          <a:xfrm>
            <a:off x="3592362" y="3575032"/>
            <a:ext cx="1965600" cy="5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79" name="Google Shape;779;p32"/>
          <p:cNvSpPr txBox="1">
            <a:spLocks noGrp="1"/>
          </p:cNvSpPr>
          <p:nvPr>
            <p:ph type="subTitle" idx="4"/>
          </p:nvPr>
        </p:nvSpPr>
        <p:spPr>
          <a:xfrm>
            <a:off x="936350" y="3150375"/>
            <a:ext cx="19656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0" name="Google Shape;780;p32"/>
          <p:cNvSpPr txBox="1">
            <a:spLocks noGrp="1"/>
          </p:cNvSpPr>
          <p:nvPr>
            <p:ph type="subTitle" idx="5"/>
          </p:nvPr>
        </p:nvSpPr>
        <p:spPr>
          <a:xfrm>
            <a:off x="3592369" y="3150375"/>
            <a:ext cx="19656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1" name="Google Shape;781;p32"/>
          <p:cNvSpPr txBox="1">
            <a:spLocks noGrp="1"/>
          </p:cNvSpPr>
          <p:nvPr>
            <p:ph type="subTitle" idx="6"/>
          </p:nvPr>
        </p:nvSpPr>
        <p:spPr>
          <a:xfrm>
            <a:off x="6248399" y="3181175"/>
            <a:ext cx="19656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2" name="Google Shape;782;p32"/>
          <p:cNvSpPr txBox="1">
            <a:spLocks noGrp="1"/>
          </p:cNvSpPr>
          <p:nvPr>
            <p:ph type="title" idx="7" hasCustomPrompt="1"/>
          </p:nvPr>
        </p:nvSpPr>
        <p:spPr>
          <a:xfrm>
            <a:off x="1465216" y="2133425"/>
            <a:ext cx="9081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783" name="Google Shape;783;p32"/>
          <p:cNvSpPr txBox="1">
            <a:spLocks noGrp="1"/>
          </p:cNvSpPr>
          <p:nvPr>
            <p:ph type="title" idx="8" hasCustomPrompt="1"/>
          </p:nvPr>
        </p:nvSpPr>
        <p:spPr>
          <a:xfrm>
            <a:off x="4121169" y="2133425"/>
            <a:ext cx="9081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784" name="Google Shape;784;p32"/>
          <p:cNvSpPr txBox="1">
            <a:spLocks noGrp="1"/>
          </p:cNvSpPr>
          <p:nvPr>
            <p:ph type="title" idx="9" hasCustomPrompt="1"/>
          </p:nvPr>
        </p:nvSpPr>
        <p:spPr>
          <a:xfrm>
            <a:off x="6777109" y="2133425"/>
            <a:ext cx="9081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grpSp>
        <p:nvGrpSpPr>
          <p:cNvPr id="785" name="Google Shape;785;p32"/>
          <p:cNvGrpSpPr/>
          <p:nvPr/>
        </p:nvGrpSpPr>
        <p:grpSpPr>
          <a:xfrm rot="5400000">
            <a:off x="7813712" y="4074211"/>
            <a:ext cx="373340" cy="1406218"/>
            <a:chOff x="10945362" y="2723798"/>
            <a:chExt cx="373340" cy="1406218"/>
          </a:xfrm>
        </p:grpSpPr>
        <p:sp>
          <p:nvSpPr>
            <p:cNvPr id="786" name="Google Shape;786;p32"/>
            <p:cNvSpPr/>
            <p:nvPr/>
          </p:nvSpPr>
          <p:spPr>
            <a:xfrm>
              <a:off x="11084325" y="3702102"/>
              <a:ext cx="37878" cy="37878"/>
            </a:xfrm>
            <a:custGeom>
              <a:avLst/>
              <a:gdLst/>
              <a:ahLst/>
              <a:cxnLst/>
              <a:rect l="l" t="t" r="r" b="b"/>
              <a:pathLst>
                <a:path w="192" h="192" extrusionOk="0">
                  <a:moveTo>
                    <a:pt x="98" y="1"/>
                  </a:moveTo>
                  <a:cubicBezTo>
                    <a:pt x="38" y="1"/>
                    <a:pt x="1" y="35"/>
                    <a:pt x="1" y="95"/>
                  </a:cubicBezTo>
                  <a:cubicBezTo>
                    <a:pt x="1" y="143"/>
                    <a:pt x="38" y="192"/>
                    <a:pt x="98" y="192"/>
                  </a:cubicBezTo>
                  <a:cubicBezTo>
                    <a:pt x="143" y="192"/>
                    <a:pt x="191" y="143"/>
                    <a:pt x="191" y="95"/>
                  </a:cubicBezTo>
                  <a:cubicBezTo>
                    <a:pt x="191" y="35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32"/>
            <p:cNvSpPr/>
            <p:nvPr/>
          </p:nvSpPr>
          <p:spPr>
            <a:xfrm>
              <a:off x="10945362" y="3007911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17"/>
                    <a:pt x="35" y="143"/>
                    <a:pt x="72" y="143"/>
                  </a:cubicBezTo>
                  <a:cubicBezTo>
                    <a:pt x="106" y="143"/>
                    <a:pt x="143" y="117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32"/>
            <p:cNvSpPr/>
            <p:nvPr/>
          </p:nvSpPr>
          <p:spPr>
            <a:xfrm>
              <a:off x="11089455" y="3126813"/>
              <a:ext cx="28211" cy="28409"/>
            </a:xfrm>
            <a:custGeom>
              <a:avLst/>
              <a:gdLst/>
              <a:ahLst/>
              <a:cxnLst/>
              <a:rect l="l" t="t" r="r" b="b"/>
              <a:pathLst>
                <a:path w="143" h="144" extrusionOk="0">
                  <a:moveTo>
                    <a:pt x="72" y="1"/>
                  </a:moveTo>
                  <a:cubicBezTo>
                    <a:pt x="23" y="1"/>
                    <a:pt x="0" y="24"/>
                    <a:pt x="0" y="72"/>
                  </a:cubicBezTo>
                  <a:cubicBezTo>
                    <a:pt x="0" y="106"/>
                    <a:pt x="23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24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32"/>
            <p:cNvSpPr/>
            <p:nvPr/>
          </p:nvSpPr>
          <p:spPr>
            <a:xfrm>
              <a:off x="10952517" y="2809586"/>
              <a:ext cx="37878" cy="37878"/>
            </a:xfrm>
            <a:custGeom>
              <a:avLst/>
              <a:gdLst/>
              <a:ahLst/>
              <a:cxnLst/>
              <a:rect l="l" t="t" r="r" b="b"/>
              <a:pathLst>
                <a:path w="192" h="192" extrusionOk="0">
                  <a:moveTo>
                    <a:pt x="94" y="1"/>
                  </a:moveTo>
                  <a:cubicBezTo>
                    <a:pt x="49" y="1"/>
                    <a:pt x="1" y="35"/>
                    <a:pt x="1" y="95"/>
                  </a:cubicBezTo>
                  <a:cubicBezTo>
                    <a:pt x="1" y="143"/>
                    <a:pt x="49" y="191"/>
                    <a:pt x="94" y="191"/>
                  </a:cubicBezTo>
                  <a:cubicBezTo>
                    <a:pt x="154" y="191"/>
                    <a:pt x="191" y="143"/>
                    <a:pt x="191" y="95"/>
                  </a:cubicBezTo>
                  <a:cubicBezTo>
                    <a:pt x="191" y="35"/>
                    <a:pt x="154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32"/>
            <p:cNvSpPr/>
            <p:nvPr/>
          </p:nvSpPr>
          <p:spPr>
            <a:xfrm>
              <a:off x="11274116" y="3762866"/>
              <a:ext cx="40048" cy="40048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4" y="0"/>
                  </a:moveTo>
                  <a:cubicBezTo>
                    <a:pt x="46" y="0"/>
                    <a:pt x="0" y="37"/>
                    <a:pt x="0" y="97"/>
                  </a:cubicBezTo>
                  <a:cubicBezTo>
                    <a:pt x="0" y="154"/>
                    <a:pt x="46" y="202"/>
                    <a:pt x="94" y="202"/>
                  </a:cubicBezTo>
                  <a:cubicBezTo>
                    <a:pt x="154" y="202"/>
                    <a:pt x="202" y="154"/>
                    <a:pt x="202" y="97"/>
                  </a:cubicBezTo>
                  <a:cubicBezTo>
                    <a:pt x="202" y="37"/>
                    <a:pt x="154" y="0"/>
                    <a:pt x="94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32"/>
            <p:cNvSpPr/>
            <p:nvPr/>
          </p:nvSpPr>
          <p:spPr>
            <a:xfrm>
              <a:off x="11016458" y="4090559"/>
              <a:ext cx="40048" cy="39457"/>
            </a:xfrm>
            <a:custGeom>
              <a:avLst/>
              <a:gdLst/>
              <a:ahLst/>
              <a:cxnLst/>
              <a:rect l="l" t="t" r="r" b="b"/>
              <a:pathLst>
                <a:path w="203" h="200" extrusionOk="0">
                  <a:moveTo>
                    <a:pt x="109" y="1"/>
                  </a:moveTo>
                  <a:cubicBezTo>
                    <a:pt x="49" y="1"/>
                    <a:pt x="1" y="46"/>
                    <a:pt x="1" y="95"/>
                  </a:cubicBezTo>
                  <a:cubicBezTo>
                    <a:pt x="1" y="154"/>
                    <a:pt x="49" y="200"/>
                    <a:pt x="109" y="200"/>
                  </a:cubicBezTo>
                  <a:cubicBezTo>
                    <a:pt x="169" y="200"/>
                    <a:pt x="203" y="154"/>
                    <a:pt x="203" y="95"/>
                  </a:cubicBezTo>
                  <a:cubicBezTo>
                    <a:pt x="203" y="46"/>
                    <a:pt x="169" y="1"/>
                    <a:pt x="109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32"/>
            <p:cNvSpPr/>
            <p:nvPr/>
          </p:nvSpPr>
          <p:spPr>
            <a:xfrm>
              <a:off x="10990402" y="3324798"/>
              <a:ext cx="26041" cy="23279"/>
            </a:xfrm>
            <a:custGeom>
              <a:avLst/>
              <a:gdLst/>
              <a:ahLst/>
              <a:cxnLst/>
              <a:rect l="l" t="t" r="r" b="b"/>
              <a:pathLst>
                <a:path w="132" h="118" extrusionOk="0">
                  <a:moveTo>
                    <a:pt x="72" y="1"/>
                  </a:moveTo>
                  <a:cubicBezTo>
                    <a:pt x="38" y="1"/>
                    <a:pt x="1" y="24"/>
                    <a:pt x="1" y="58"/>
                  </a:cubicBezTo>
                  <a:cubicBezTo>
                    <a:pt x="1" y="95"/>
                    <a:pt x="38" y="118"/>
                    <a:pt x="72" y="118"/>
                  </a:cubicBezTo>
                  <a:cubicBezTo>
                    <a:pt x="109" y="118"/>
                    <a:pt x="132" y="95"/>
                    <a:pt x="132" y="58"/>
                  </a:cubicBezTo>
                  <a:cubicBezTo>
                    <a:pt x="132" y="24"/>
                    <a:pt x="109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32"/>
            <p:cNvSpPr/>
            <p:nvPr/>
          </p:nvSpPr>
          <p:spPr>
            <a:xfrm>
              <a:off x="11292661" y="3557293"/>
              <a:ext cx="26041" cy="25647"/>
            </a:xfrm>
            <a:custGeom>
              <a:avLst/>
              <a:gdLst/>
              <a:ahLst/>
              <a:cxnLst/>
              <a:rect l="l" t="t" r="r" b="b"/>
              <a:pathLst>
                <a:path w="132" h="130" extrusionOk="0">
                  <a:moveTo>
                    <a:pt x="60" y="1"/>
                  </a:moveTo>
                  <a:cubicBezTo>
                    <a:pt x="23" y="1"/>
                    <a:pt x="0" y="35"/>
                    <a:pt x="0" y="72"/>
                  </a:cubicBezTo>
                  <a:cubicBezTo>
                    <a:pt x="0" y="95"/>
                    <a:pt x="23" y="129"/>
                    <a:pt x="60" y="129"/>
                  </a:cubicBezTo>
                  <a:cubicBezTo>
                    <a:pt x="94" y="129"/>
                    <a:pt x="131" y="95"/>
                    <a:pt x="131" y="72"/>
                  </a:cubicBezTo>
                  <a:cubicBezTo>
                    <a:pt x="131" y="35"/>
                    <a:pt x="94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32"/>
            <p:cNvSpPr/>
            <p:nvPr/>
          </p:nvSpPr>
          <p:spPr>
            <a:xfrm>
              <a:off x="11168567" y="3905307"/>
              <a:ext cx="23871" cy="26041"/>
            </a:xfrm>
            <a:custGeom>
              <a:avLst/>
              <a:gdLst/>
              <a:ahLst/>
              <a:cxnLst/>
              <a:rect l="l" t="t" r="r" b="b"/>
              <a:pathLst>
                <a:path w="121" h="132" extrusionOk="0">
                  <a:moveTo>
                    <a:pt x="60" y="1"/>
                  </a:moveTo>
                  <a:cubicBezTo>
                    <a:pt x="26" y="1"/>
                    <a:pt x="1" y="38"/>
                    <a:pt x="1" y="72"/>
                  </a:cubicBezTo>
                  <a:cubicBezTo>
                    <a:pt x="1" y="98"/>
                    <a:pt x="26" y="132"/>
                    <a:pt x="60" y="132"/>
                  </a:cubicBezTo>
                  <a:cubicBezTo>
                    <a:pt x="97" y="132"/>
                    <a:pt x="120" y="98"/>
                    <a:pt x="120" y="72"/>
                  </a:cubicBezTo>
                  <a:cubicBezTo>
                    <a:pt x="120" y="38"/>
                    <a:pt x="97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32"/>
            <p:cNvSpPr/>
            <p:nvPr/>
          </p:nvSpPr>
          <p:spPr>
            <a:xfrm>
              <a:off x="11124177" y="3491794"/>
              <a:ext cx="26041" cy="25844"/>
            </a:xfrm>
            <a:custGeom>
              <a:avLst/>
              <a:gdLst/>
              <a:ahLst/>
              <a:cxnLst/>
              <a:rect l="l" t="t" r="r" b="b"/>
              <a:pathLst>
                <a:path w="132" h="131" extrusionOk="0">
                  <a:moveTo>
                    <a:pt x="72" y="0"/>
                  </a:moveTo>
                  <a:cubicBezTo>
                    <a:pt x="38" y="0"/>
                    <a:pt x="1" y="23"/>
                    <a:pt x="1" y="71"/>
                  </a:cubicBezTo>
                  <a:cubicBezTo>
                    <a:pt x="1" y="105"/>
                    <a:pt x="38" y="131"/>
                    <a:pt x="72" y="131"/>
                  </a:cubicBezTo>
                  <a:cubicBezTo>
                    <a:pt x="109" y="131"/>
                    <a:pt x="132" y="105"/>
                    <a:pt x="132" y="71"/>
                  </a:cubicBezTo>
                  <a:cubicBezTo>
                    <a:pt x="132" y="23"/>
                    <a:pt x="109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32"/>
            <p:cNvSpPr/>
            <p:nvPr/>
          </p:nvSpPr>
          <p:spPr>
            <a:xfrm>
              <a:off x="11090542" y="2723798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0"/>
                  </a:moveTo>
                  <a:cubicBezTo>
                    <a:pt x="26" y="0"/>
                    <a:pt x="1" y="37"/>
                    <a:pt x="1" y="72"/>
                  </a:cubicBezTo>
                  <a:cubicBezTo>
                    <a:pt x="1" y="109"/>
                    <a:pt x="26" y="131"/>
                    <a:pt x="61" y="131"/>
                  </a:cubicBezTo>
                  <a:cubicBezTo>
                    <a:pt x="98" y="131"/>
                    <a:pt x="132" y="109"/>
                    <a:pt x="132" y="72"/>
                  </a:cubicBezTo>
                  <a:cubicBezTo>
                    <a:pt x="132" y="37"/>
                    <a:pt x="98" y="0"/>
                    <a:pt x="61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32"/>
            <p:cNvSpPr/>
            <p:nvPr/>
          </p:nvSpPr>
          <p:spPr>
            <a:xfrm>
              <a:off x="11182766" y="2945755"/>
              <a:ext cx="23674" cy="26041"/>
            </a:xfrm>
            <a:custGeom>
              <a:avLst/>
              <a:gdLst/>
              <a:ahLst/>
              <a:cxnLst/>
              <a:rect l="l" t="t" r="r" b="b"/>
              <a:pathLst>
                <a:path w="120" h="132" extrusionOk="0">
                  <a:moveTo>
                    <a:pt x="60" y="0"/>
                  </a:moveTo>
                  <a:cubicBezTo>
                    <a:pt x="23" y="0"/>
                    <a:pt x="0" y="23"/>
                    <a:pt x="0" y="60"/>
                  </a:cubicBezTo>
                  <a:cubicBezTo>
                    <a:pt x="0" y="94"/>
                    <a:pt x="23" y="131"/>
                    <a:pt x="60" y="131"/>
                  </a:cubicBezTo>
                  <a:cubicBezTo>
                    <a:pt x="94" y="131"/>
                    <a:pt x="120" y="94"/>
                    <a:pt x="120" y="60"/>
                  </a:cubicBezTo>
                  <a:cubicBezTo>
                    <a:pt x="120" y="23"/>
                    <a:pt x="94" y="0"/>
                    <a:pt x="60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32"/>
            <p:cNvSpPr/>
            <p:nvPr/>
          </p:nvSpPr>
          <p:spPr>
            <a:xfrm>
              <a:off x="11233464" y="3196556"/>
              <a:ext cx="20912" cy="20912"/>
            </a:xfrm>
            <a:custGeom>
              <a:avLst/>
              <a:gdLst/>
              <a:ahLst/>
              <a:cxnLst/>
              <a:rect l="l" t="t" r="r" b="b"/>
              <a:pathLst>
                <a:path w="106" h="106" extrusionOk="0">
                  <a:moveTo>
                    <a:pt x="46" y="0"/>
                  </a:moveTo>
                  <a:cubicBezTo>
                    <a:pt x="23" y="0"/>
                    <a:pt x="0" y="23"/>
                    <a:pt x="0" y="48"/>
                  </a:cubicBezTo>
                  <a:cubicBezTo>
                    <a:pt x="0" y="83"/>
                    <a:pt x="23" y="105"/>
                    <a:pt x="46" y="105"/>
                  </a:cubicBezTo>
                  <a:cubicBezTo>
                    <a:pt x="83" y="105"/>
                    <a:pt x="105" y="83"/>
                    <a:pt x="105" y="48"/>
                  </a:cubicBezTo>
                  <a:cubicBezTo>
                    <a:pt x="105" y="23"/>
                    <a:pt x="83" y="0"/>
                    <a:pt x="46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9" name="Google Shape;799;p32"/>
          <p:cNvGrpSpPr/>
          <p:nvPr/>
        </p:nvGrpSpPr>
        <p:grpSpPr>
          <a:xfrm>
            <a:off x="288501" y="267507"/>
            <a:ext cx="767447" cy="627174"/>
            <a:chOff x="3004689" y="3409507"/>
            <a:chExt cx="767447" cy="627174"/>
          </a:xfrm>
        </p:grpSpPr>
        <p:sp>
          <p:nvSpPr>
            <p:cNvPr id="800" name="Google Shape;800;p32"/>
            <p:cNvSpPr/>
            <p:nvPr/>
          </p:nvSpPr>
          <p:spPr>
            <a:xfrm>
              <a:off x="3659683" y="3654932"/>
              <a:ext cx="37681" cy="37681"/>
            </a:xfrm>
            <a:custGeom>
              <a:avLst/>
              <a:gdLst/>
              <a:ahLst/>
              <a:cxnLst/>
              <a:rect l="l" t="t" r="r" b="b"/>
              <a:pathLst>
                <a:path w="191" h="191" extrusionOk="0">
                  <a:moveTo>
                    <a:pt x="94" y="0"/>
                  </a:moveTo>
                  <a:cubicBezTo>
                    <a:pt x="49" y="0"/>
                    <a:pt x="0" y="49"/>
                    <a:pt x="0" y="97"/>
                  </a:cubicBezTo>
                  <a:cubicBezTo>
                    <a:pt x="0" y="142"/>
                    <a:pt x="49" y="191"/>
                    <a:pt x="94" y="191"/>
                  </a:cubicBezTo>
                  <a:cubicBezTo>
                    <a:pt x="154" y="191"/>
                    <a:pt x="191" y="142"/>
                    <a:pt x="191" y="97"/>
                  </a:cubicBezTo>
                  <a:cubicBezTo>
                    <a:pt x="191" y="49"/>
                    <a:pt x="154" y="0"/>
                    <a:pt x="94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32"/>
            <p:cNvSpPr/>
            <p:nvPr/>
          </p:nvSpPr>
          <p:spPr>
            <a:xfrm>
              <a:off x="3290361" y="3682947"/>
              <a:ext cx="67471" cy="68062"/>
            </a:xfrm>
            <a:custGeom>
              <a:avLst/>
              <a:gdLst/>
              <a:ahLst/>
              <a:cxnLst/>
              <a:rect l="l" t="t" r="r" b="b"/>
              <a:pathLst>
                <a:path w="342" h="345" extrusionOk="0">
                  <a:moveTo>
                    <a:pt x="165" y="0"/>
                  </a:moveTo>
                  <a:cubicBezTo>
                    <a:pt x="71" y="0"/>
                    <a:pt x="0" y="72"/>
                    <a:pt x="0" y="168"/>
                  </a:cubicBezTo>
                  <a:cubicBezTo>
                    <a:pt x="0" y="262"/>
                    <a:pt x="71" y="345"/>
                    <a:pt x="165" y="345"/>
                  </a:cubicBezTo>
                  <a:cubicBezTo>
                    <a:pt x="259" y="345"/>
                    <a:pt x="342" y="262"/>
                    <a:pt x="342" y="168"/>
                  </a:cubicBezTo>
                  <a:cubicBezTo>
                    <a:pt x="342" y="72"/>
                    <a:pt x="259" y="0"/>
                    <a:pt x="165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32"/>
            <p:cNvSpPr/>
            <p:nvPr/>
          </p:nvSpPr>
          <p:spPr>
            <a:xfrm>
              <a:off x="3743727" y="4008470"/>
              <a:ext cx="28409" cy="28211"/>
            </a:xfrm>
            <a:custGeom>
              <a:avLst/>
              <a:gdLst/>
              <a:ahLst/>
              <a:cxnLst/>
              <a:rect l="l" t="t" r="r" b="b"/>
              <a:pathLst>
                <a:path w="144" h="143" extrusionOk="0">
                  <a:moveTo>
                    <a:pt x="72" y="0"/>
                  </a:moveTo>
                  <a:cubicBezTo>
                    <a:pt x="35" y="0"/>
                    <a:pt x="1" y="23"/>
                    <a:pt x="1" y="72"/>
                  </a:cubicBezTo>
                  <a:cubicBezTo>
                    <a:pt x="1" y="106"/>
                    <a:pt x="35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23"/>
                    <a:pt x="106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32"/>
            <p:cNvSpPr/>
            <p:nvPr/>
          </p:nvSpPr>
          <p:spPr>
            <a:xfrm>
              <a:off x="3545059" y="3872737"/>
              <a:ext cx="42416" cy="42218"/>
            </a:xfrm>
            <a:custGeom>
              <a:avLst/>
              <a:gdLst/>
              <a:ahLst/>
              <a:cxnLst/>
              <a:rect l="l" t="t" r="r" b="b"/>
              <a:pathLst>
                <a:path w="215" h="214" extrusionOk="0">
                  <a:moveTo>
                    <a:pt x="106" y="0"/>
                  </a:moveTo>
                  <a:cubicBezTo>
                    <a:pt x="46" y="0"/>
                    <a:pt x="1" y="48"/>
                    <a:pt x="1" y="105"/>
                  </a:cubicBezTo>
                  <a:cubicBezTo>
                    <a:pt x="1" y="165"/>
                    <a:pt x="46" y="213"/>
                    <a:pt x="106" y="213"/>
                  </a:cubicBezTo>
                  <a:cubicBezTo>
                    <a:pt x="166" y="213"/>
                    <a:pt x="214" y="165"/>
                    <a:pt x="214" y="105"/>
                  </a:cubicBezTo>
                  <a:cubicBezTo>
                    <a:pt x="214" y="48"/>
                    <a:pt x="166" y="0"/>
                    <a:pt x="106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32"/>
            <p:cNvSpPr/>
            <p:nvPr/>
          </p:nvSpPr>
          <p:spPr>
            <a:xfrm>
              <a:off x="3481730" y="3409507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71" y="1"/>
                  </a:moveTo>
                  <a:cubicBezTo>
                    <a:pt x="37" y="1"/>
                    <a:pt x="0" y="35"/>
                    <a:pt x="0" y="72"/>
                  </a:cubicBezTo>
                  <a:cubicBezTo>
                    <a:pt x="0" y="106"/>
                    <a:pt x="37" y="132"/>
                    <a:pt x="71" y="132"/>
                  </a:cubicBezTo>
                  <a:cubicBezTo>
                    <a:pt x="108" y="132"/>
                    <a:pt x="131" y="106"/>
                    <a:pt x="131" y="72"/>
                  </a:cubicBezTo>
                  <a:cubicBezTo>
                    <a:pt x="131" y="35"/>
                    <a:pt x="108" y="1"/>
                    <a:pt x="7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32"/>
            <p:cNvSpPr/>
            <p:nvPr/>
          </p:nvSpPr>
          <p:spPr>
            <a:xfrm>
              <a:off x="3215194" y="3442060"/>
              <a:ext cx="30382" cy="30579"/>
            </a:xfrm>
            <a:custGeom>
              <a:avLst/>
              <a:gdLst/>
              <a:ahLst/>
              <a:cxnLst/>
              <a:rect l="l" t="t" r="r" b="b"/>
              <a:pathLst>
                <a:path w="154" h="155" extrusionOk="0">
                  <a:moveTo>
                    <a:pt x="71" y="1"/>
                  </a:moveTo>
                  <a:cubicBezTo>
                    <a:pt x="37" y="1"/>
                    <a:pt x="0" y="38"/>
                    <a:pt x="0" y="72"/>
                  </a:cubicBezTo>
                  <a:cubicBezTo>
                    <a:pt x="0" y="120"/>
                    <a:pt x="37" y="155"/>
                    <a:pt x="71" y="155"/>
                  </a:cubicBezTo>
                  <a:cubicBezTo>
                    <a:pt x="120" y="155"/>
                    <a:pt x="154" y="120"/>
                    <a:pt x="154" y="72"/>
                  </a:cubicBezTo>
                  <a:cubicBezTo>
                    <a:pt x="154" y="38"/>
                    <a:pt x="120" y="1"/>
                    <a:pt x="7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32"/>
            <p:cNvSpPr/>
            <p:nvPr/>
          </p:nvSpPr>
          <p:spPr>
            <a:xfrm>
              <a:off x="3481730" y="3589827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71" y="0"/>
                  </a:moveTo>
                  <a:cubicBezTo>
                    <a:pt x="37" y="0"/>
                    <a:pt x="0" y="34"/>
                    <a:pt x="0" y="71"/>
                  </a:cubicBezTo>
                  <a:cubicBezTo>
                    <a:pt x="0" y="105"/>
                    <a:pt x="37" y="131"/>
                    <a:pt x="71" y="131"/>
                  </a:cubicBezTo>
                  <a:cubicBezTo>
                    <a:pt x="108" y="131"/>
                    <a:pt x="131" y="105"/>
                    <a:pt x="131" y="71"/>
                  </a:cubicBezTo>
                  <a:cubicBezTo>
                    <a:pt x="131" y="34"/>
                    <a:pt x="108" y="0"/>
                    <a:pt x="71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32"/>
            <p:cNvSpPr/>
            <p:nvPr/>
          </p:nvSpPr>
          <p:spPr>
            <a:xfrm>
              <a:off x="3004689" y="3654932"/>
              <a:ext cx="58593" cy="61355"/>
            </a:xfrm>
            <a:custGeom>
              <a:avLst/>
              <a:gdLst/>
              <a:ahLst/>
              <a:cxnLst/>
              <a:rect l="l" t="t" r="r" b="b"/>
              <a:pathLst>
                <a:path w="297" h="311" extrusionOk="0">
                  <a:moveTo>
                    <a:pt x="142" y="0"/>
                  </a:moveTo>
                  <a:cubicBezTo>
                    <a:pt x="60" y="0"/>
                    <a:pt x="0" y="71"/>
                    <a:pt x="0" y="157"/>
                  </a:cubicBezTo>
                  <a:cubicBezTo>
                    <a:pt x="0" y="239"/>
                    <a:pt x="60" y="310"/>
                    <a:pt x="142" y="310"/>
                  </a:cubicBezTo>
                  <a:cubicBezTo>
                    <a:pt x="225" y="310"/>
                    <a:pt x="296" y="239"/>
                    <a:pt x="296" y="157"/>
                  </a:cubicBezTo>
                  <a:cubicBezTo>
                    <a:pt x="296" y="71"/>
                    <a:pt x="225" y="0"/>
                    <a:pt x="14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32"/>
            <p:cNvSpPr/>
            <p:nvPr/>
          </p:nvSpPr>
          <p:spPr>
            <a:xfrm>
              <a:off x="3004689" y="3456264"/>
              <a:ext cx="35511" cy="35511"/>
            </a:xfrm>
            <a:custGeom>
              <a:avLst/>
              <a:gdLst/>
              <a:ahLst/>
              <a:cxnLst/>
              <a:rect l="l" t="t" r="r" b="b"/>
              <a:pathLst>
                <a:path w="180" h="180" extrusionOk="0">
                  <a:moveTo>
                    <a:pt x="83" y="0"/>
                  </a:moveTo>
                  <a:cubicBezTo>
                    <a:pt x="37" y="0"/>
                    <a:pt x="0" y="48"/>
                    <a:pt x="0" y="97"/>
                  </a:cubicBezTo>
                  <a:cubicBezTo>
                    <a:pt x="0" y="142"/>
                    <a:pt x="37" y="179"/>
                    <a:pt x="83" y="179"/>
                  </a:cubicBezTo>
                  <a:cubicBezTo>
                    <a:pt x="131" y="179"/>
                    <a:pt x="179" y="142"/>
                    <a:pt x="179" y="97"/>
                  </a:cubicBezTo>
                  <a:cubicBezTo>
                    <a:pt x="179" y="48"/>
                    <a:pt x="131" y="0"/>
                    <a:pt x="83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32"/>
            <p:cNvSpPr/>
            <p:nvPr/>
          </p:nvSpPr>
          <p:spPr>
            <a:xfrm>
              <a:off x="3119115" y="3893452"/>
              <a:ext cx="35511" cy="35511"/>
            </a:xfrm>
            <a:custGeom>
              <a:avLst/>
              <a:gdLst/>
              <a:ahLst/>
              <a:cxnLst/>
              <a:rect l="l" t="t" r="r" b="b"/>
              <a:pathLst>
                <a:path w="180" h="180" extrusionOk="0">
                  <a:moveTo>
                    <a:pt x="97" y="0"/>
                  </a:moveTo>
                  <a:cubicBezTo>
                    <a:pt x="49" y="0"/>
                    <a:pt x="1" y="37"/>
                    <a:pt x="1" y="86"/>
                  </a:cubicBezTo>
                  <a:cubicBezTo>
                    <a:pt x="1" y="143"/>
                    <a:pt x="49" y="180"/>
                    <a:pt x="97" y="180"/>
                  </a:cubicBezTo>
                  <a:cubicBezTo>
                    <a:pt x="143" y="180"/>
                    <a:pt x="180" y="143"/>
                    <a:pt x="180" y="86"/>
                  </a:cubicBezTo>
                  <a:cubicBezTo>
                    <a:pt x="180" y="37"/>
                    <a:pt x="143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32"/>
            <p:cNvSpPr/>
            <p:nvPr/>
          </p:nvSpPr>
          <p:spPr>
            <a:xfrm>
              <a:off x="3357636" y="3984795"/>
              <a:ext cx="35511" cy="37878"/>
            </a:xfrm>
            <a:custGeom>
              <a:avLst/>
              <a:gdLst/>
              <a:ahLst/>
              <a:cxnLst/>
              <a:rect l="l" t="t" r="r" b="b"/>
              <a:pathLst>
                <a:path w="180" h="192" extrusionOk="0">
                  <a:moveTo>
                    <a:pt x="86" y="1"/>
                  </a:moveTo>
                  <a:cubicBezTo>
                    <a:pt x="38" y="1"/>
                    <a:pt x="1" y="49"/>
                    <a:pt x="1" y="95"/>
                  </a:cubicBezTo>
                  <a:cubicBezTo>
                    <a:pt x="1" y="143"/>
                    <a:pt x="38" y="192"/>
                    <a:pt x="86" y="192"/>
                  </a:cubicBezTo>
                  <a:cubicBezTo>
                    <a:pt x="131" y="192"/>
                    <a:pt x="180" y="143"/>
                    <a:pt x="180" y="95"/>
                  </a:cubicBezTo>
                  <a:cubicBezTo>
                    <a:pt x="180" y="49"/>
                    <a:pt x="131" y="1"/>
                    <a:pt x="86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1" name="Google Shape;811;p32"/>
          <p:cNvGrpSpPr/>
          <p:nvPr/>
        </p:nvGrpSpPr>
        <p:grpSpPr>
          <a:xfrm rot="-5400000">
            <a:off x="297764" y="4168262"/>
            <a:ext cx="851689" cy="870231"/>
            <a:chOff x="8666383" y="2375725"/>
            <a:chExt cx="851689" cy="870231"/>
          </a:xfrm>
        </p:grpSpPr>
        <p:sp>
          <p:nvSpPr>
            <p:cNvPr id="812" name="Google Shape;812;p32"/>
            <p:cNvSpPr/>
            <p:nvPr/>
          </p:nvSpPr>
          <p:spPr>
            <a:xfrm>
              <a:off x="9482364" y="2621544"/>
              <a:ext cx="35708" cy="37286"/>
            </a:xfrm>
            <a:custGeom>
              <a:avLst/>
              <a:gdLst/>
              <a:ahLst/>
              <a:cxnLst/>
              <a:rect l="l" t="t" r="r" b="b"/>
              <a:pathLst>
                <a:path w="181" h="189" extrusionOk="0">
                  <a:moveTo>
                    <a:pt x="98" y="1"/>
                  </a:moveTo>
                  <a:cubicBezTo>
                    <a:pt x="38" y="1"/>
                    <a:pt x="1" y="46"/>
                    <a:pt x="1" y="95"/>
                  </a:cubicBezTo>
                  <a:cubicBezTo>
                    <a:pt x="1" y="143"/>
                    <a:pt x="38" y="189"/>
                    <a:pt x="98" y="189"/>
                  </a:cubicBezTo>
                  <a:cubicBezTo>
                    <a:pt x="143" y="189"/>
                    <a:pt x="180" y="143"/>
                    <a:pt x="180" y="95"/>
                  </a:cubicBezTo>
                  <a:cubicBezTo>
                    <a:pt x="180" y="46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32"/>
            <p:cNvSpPr/>
            <p:nvPr/>
          </p:nvSpPr>
          <p:spPr>
            <a:xfrm>
              <a:off x="9110872" y="2649559"/>
              <a:ext cx="68062" cy="68260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7" y="1"/>
                  </a:moveTo>
                  <a:cubicBezTo>
                    <a:pt x="83" y="1"/>
                    <a:pt x="1" y="72"/>
                    <a:pt x="1" y="166"/>
                  </a:cubicBezTo>
                  <a:cubicBezTo>
                    <a:pt x="1" y="260"/>
                    <a:pt x="83" y="345"/>
                    <a:pt x="177" y="345"/>
                  </a:cubicBezTo>
                  <a:cubicBezTo>
                    <a:pt x="274" y="345"/>
                    <a:pt x="345" y="260"/>
                    <a:pt x="345" y="166"/>
                  </a:cubicBezTo>
                  <a:cubicBezTo>
                    <a:pt x="345" y="72"/>
                    <a:pt x="274" y="1"/>
                    <a:pt x="177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32"/>
            <p:cNvSpPr/>
            <p:nvPr/>
          </p:nvSpPr>
          <p:spPr>
            <a:xfrm>
              <a:off x="9365767" y="2838757"/>
              <a:ext cx="44389" cy="42416"/>
            </a:xfrm>
            <a:custGeom>
              <a:avLst/>
              <a:gdLst/>
              <a:ahLst/>
              <a:cxnLst/>
              <a:rect l="l" t="t" r="r" b="b"/>
              <a:pathLst>
                <a:path w="225" h="215" extrusionOk="0">
                  <a:moveTo>
                    <a:pt x="120" y="1"/>
                  </a:moveTo>
                  <a:cubicBezTo>
                    <a:pt x="49" y="1"/>
                    <a:pt x="0" y="49"/>
                    <a:pt x="0" y="109"/>
                  </a:cubicBezTo>
                  <a:cubicBezTo>
                    <a:pt x="0" y="169"/>
                    <a:pt x="49" y="214"/>
                    <a:pt x="120" y="214"/>
                  </a:cubicBezTo>
                  <a:cubicBezTo>
                    <a:pt x="179" y="214"/>
                    <a:pt x="225" y="169"/>
                    <a:pt x="225" y="109"/>
                  </a:cubicBezTo>
                  <a:cubicBezTo>
                    <a:pt x="225" y="49"/>
                    <a:pt x="179" y="1"/>
                    <a:pt x="12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2"/>
            <p:cNvSpPr/>
            <p:nvPr/>
          </p:nvSpPr>
          <p:spPr>
            <a:xfrm>
              <a:off x="9305002" y="2375725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2"/>
            <p:cNvSpPr/>
            <p:nvPr/>
          </p:nvSpPr>
          <p:spPr>
            <a:xfrm>
              <a:off x="9052474" y="2495281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06"/>
                    <a:pt x="35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2"/>
            <p:cNvSpPr/>
            <p:nvPr/>
          </p:nvSpPr>
          <p:spPr>
            <a:xfrm>
              <a:off x="9305002" y="2555848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2"/>
            <p:cNvSpPr/>
            <p:nvPr/>
          </p:nvSpPr>
          <p:spPr>
            <a:xfrm>
              <a:off x="8825791" y="2621544"/>
              <a:ext cx="60763" cy="60763"/>
            </a:xfrm>
            <a:custGeom>
              <a:avLst/>
              <a:gdLst/>
              <a:ahLst/>
              <a:cxnLst/>
              <a:rect l="l" t="t" r="r" b="b"/>
              <a:pathLst>
                <a:path w="308" h="308" extrusionOk="0">
                  <a:moveTo>
                    <a:pt x="154" y="1"/>
                  </a:moveTo>
                  <a:cubicBezTo>
                    <a:pt x="72" y="1"/>
                    <a:pt x="0" y="72"/>
                    <a:pt x="0" y="154"/>
                  </a:cubicBezTo>
                  <a:cubicBezTo>
                    <a:pt x="0" y="237"/>
                    <a:pt x="72" y="308"/>
                    <a:pt x="154" y="308"/>
                  </a:cubicBezTo>
                  <a:cubicBezTo>
                    <a:pt x="237" y="308"/>
                    <a:pt x="308" y="237"/>
                    <a:pt x="308" y="154"/>
                  </a:cubicBezTo>
                  <a:cubicBezTo>
                    <a:pt x="308" y="72"/>
                    <a:pt x="237" y="1"/>
                    <a:pt x="15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32"/>
            <p:cNvSpPr/>
            <p:nvPr/>
          </p:nvSpPr>
          <p:spPr>
            <a:xfrm>
              <a:off x="8687690" y="2951013"/>
              <a:ext cx="34919" cy="35511"/>
            </a:xfrm>
            <a:custGeom>
              <a:avLst/>
              <a:gdLst/>
              <a:ahLst/>
              <a:cxnLst/>
              <a:rect l="l" t="t" r="r" b="b"/>
              <a:pathLst>
                <a:path w="177" h="180" extrusionOk="0">
                  <a:moveTo>
                    <a:pt x="94" y="1"/>
                  </a:moveTo>
                  <a:cubicBezTo>
                    <a:pt x="35" y="1"/>
                    <a:pt x="1" y="49"/>
                    <a:pt x="1" y="97"/>
                  </a:cubicBezTo>
                  <a:cubicBezTo>
                    <a:pt x="1" y="143"/>
                    <a:pt x="35" y="180"/>
                    <a:pt x="94" y="180"/>
                  </a:cubicBezTo>
                  <a:cubicBezTo>
                    <a:pt x="143" y="180"/>
                    <a:pt x="177" y="143"/>
                    <a:pt x="177" y="97"/>
                  </a:cubicBezTo>
                  <a:cubicBezTo>
                    <a:pt x="177" y="49"/>
                    <a:pt x="143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32"/>
            <p:cNvSpPr/>
            <p:nvPr/>
          </p:nvSpPr>
          <p:spPr>
            <a:xfrm>
              <a:off x="8942585" y="2860064"/>
              <a:ext cx="34919" cy="35116"/>
            </a:xfrm>
            <a:custGeom>
              <a:avLst/>
              <a:gdLst/>
              <a:ahLst/>
              <a:cxnLst/>
              <a:rect l="l" t="t" r="r" b="b"/>
              <a:pathLst>
                <a:path w="177" h="178" extrusionOk="0">
                  <a:moveTo>
                    <a:pt x="83" y="1"/>
                  </a:moveTo>
                  <a:cubicBezTo>
                    <a:pt x="34" y="1"/>
                    <a:pt x="0" y="35"/>
                    <a:pt x="0" y="83"/>
                  </a:cubicBezTo>
                  <a:cubicBezTo>
                    <a:pt x="0" y="143"/>
                    <a:pt x="34" y="177"/>
                    <a:pt x="83" y="177"/>
                  </a:cubicBezTo>
                  <a:cubicBezTo>
                    <a:pt x="131" y="177"/>
                    <a:pt x="177" y="143"/>
                    <a:pt x="177" y="83"/>
                  </a:cubicBezTo>
                  <a:cubicBezTo>
                    <a:pt x="177" y="35"/>
                    <a:pt x="131" y="1"/>
                    <a:pt x="8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32"/>
            <p:cNvSpPr/>
            <p:nvPr/>
          </p:nvSpPr>
          <p:spPr>
            <a:xfrm>
              <a:off x="8666383" y="3189533"/>
              <a:ext cx="56226" cy="56423"/>
            </a:xfrm>
            <a:custGeom>
              <a:avLst/>
              <a:gdLst/>
              <a:ahLst/>
              <a:cxnLst/>
              <a:rect l="l" t="t" r="r" b="b"/>
              <a:pathLst>
                <a:path w="285" h="28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26"/>
                    <a:pt x="72" y="285"/>
                    <a:pt x="143" y="285"/>
                  </a:cubicBezTo>
                  <a:cubicBezTo>
                    <a:pt x="225" y="285"/>
                    <a:pt x="285" y="226"/>
                    <a:pt x="285" y="143"/>
                  </a:cubicBezTo>
                  <a:cubicBezTo>
                    <a:pt x="285" y="72"/>
                    <a:pt x="225" y="1"/>
                    <a:pt x="14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2" name="Google Shape;822;p32"/>
          <p:cNvGrpSpPr/>
          <p:nvPr/>
        </p:nvGrpSpPr>
        <p:grpSpPr>
          <a:xfrm>
            <a:off x="8328616" y="321992"/>
            <a:ext cx="640409" cy="518201"/>
            <a:chOff x="9579360" y="2507084"/>
            <a:chExt cx="505015" cy="408643"/>
          </a:xfrm>
        </p:grpSpPr>
        <p:sp>
          <p:nvSpPr>
            <p:cNvPr id="823" name="Google Shape;823;p32"/>
            <p:cNvSpPr/>
            <p:nvPr/>
          </p:nvSpPr>
          <p:spPr>
            <a:xfrm>
              <a:off x="9739126" y="2655146"/>
              <a:ext cx="16572" cy="16374"/>
            </a:xfrm>
            <a:custGeom>
              <a:avLst/>
              <a:gdLst/>
              <a:ahLst/>
              <a:cxnLst/>
              <a:rect l="l" t="t" r="r" b="b"/>
              <a:pathLst>
                <a:path w="84" h="83" extrusionOk="0">
                  <a:moveTo>
                    <a:pt x="35" y="0"/>
                  </a:moveTo>
                  <a:cubicBezTo>
                    <a:pt x="12" y="0"/>
                    <a:pt x="1" y="12"/>
                    <a:pt x="1" y="34"/>
                  </a:cubicBezTo>
                  <a:cubicBezTo>
                    <a:pt x="1" y="60"/>
                    <a:pt x="12" y="83"/>
                    <a:pt x="35" y="83"/>
                  </a:cubicBezTo>
                  <a:cubicBezTo>
                    <a:pt x="61" y="83"/>
                    <a:pt x="83" y="60"/>
                    <a:pt x="83" y="34"/>
                  </a:cubicBezTo>
                  <a:cubicBezTo>
                    <a:pt x="83" y="12"/>
                    <a:pt x="61" y="0"/>
                    <a:pt x="35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32"/>
            <p:cNvSpPr/>
            <p:nvPr/>
          </p:nvSpPr>
          <p:spPr>
            <a:xfrm>
              <a:off x="9935071" y="2887516"/>
              <a:ext cx="28409" cy="28211"/>
            </a:xfrm>
            <a:custGeom>
              <a:avLst/>
              <a:gdLst/>
              <a:ahLst/>
              <a:cxnLst/>
              <a:rect l="l" t="t" r="r" b="b"/>
              <a:pathLst>
                <a:path w="144" h="143" extrusionOk="0">
                  <a:moveTo>
                    <a:pt x="72" y="0"/>
                  </a:moveTo>
                  <a:cubicBezTo>
                    <a:pt x="38" y="0"/>
                    <a:pt x="1" y="37"/>
                    <a:pt x="1" y="71"/>
                  </a:cubicBezTo>
                  <a:cubicBezTo>
                    <a:pt x="1" y="120"/>
                    <a:pt x="38" y="143"/>
                    <a:pt x="72" y="143"/>
                  </a:cubicBezTo>
                  <a:cubicBezTo>
                    <a:pt x="120" y="143"/>
                    <a:pt x="143" y="120"/>
                    <a:pt x="143" y="71"/>
                  </a:cubicBezTo>
                  <a:cubicBezTo>
                    <a:pt x="143" y="37"/>
                    <a:pt x="120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32"/>
            <p:cNvSpPr/>
            <p:nvPr/>
          </p:nvSpPr>
          <p:spPr>
            <a:xfrm>
              <a:off x="9579360" y="2834836"/>
              <a:ext cx="37681" cy="37286"/>
            </a:xfrm>
            <a:custGeom>
              <a:avLst/>
              <a:gdLst/>
              <a:ahLst/>
              <a:cxnLst/>
              <a:rect l="l" t="t" r="r" b="b"/>
              <a:pathLst>
                <a:path w="191" h="189" extrusionOk="0">
                  <a:moveTo>
                    <a:pt x="97" y="0"/>
                  </a:moveTo>
                  <a:cubicBezTo>
                    <a:pt x="49" y="0"/>
                    <a:pt x="0" y="46"/>
                    <a:pt x="0" y="94"/>
                  </a:cubicBezTo>
                  <a:cubicBezTo>
                    <a:pt x="0" y="143"/>
                    <a:pt x="49" y="188"/>
                    <a:pt x="97" y="188"/>
                  </a:cubicBezTo>
                  <a:cubicBezTo>
                    <a:pt x="157" y="188"/>
                    <a:pt x="191" y="143"/>
                    <a:pt x="191" y="94"/>
                  </a:cubicBezTo>
                  <a:cubicBezTo>
                    <a:pt x="191" y="46"/>
                    <a:pt x="157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32"/>
            <p:cNvSpPr/>
            <p:nvPr/>
          </p:nvSpPr>
          <p:spPr>
            <a:xfrm>
              <a:off x="10060701" y="2507084"/>
              <a:ext cx="23674" cy="23674"/>
            </a:xfrm>
            <a:custGeom>
              <a:avLst/>
              <a:gdLst/>
              <a:ahLst/>
              <a:cxnLst/>
              <a:rect l="l" t="t" r="r" b="b"/>
              <a:pathLst>
                <a:path w="120" h="120" extrusionOk="0">
                  <a:moveTo>
                    <a:pt x="60" y="1"/>
                  </a:moveTo>
                  <a:cubicBezTo>
                    <a:pt x="37" y="1"/>
                    <a:pt x="0" y="26"/>
                    <a:pt x="0" y="60"/>
                  </a:cubicBezTo>
                  <a:cubicBezTo>
                    <a:pt x="0" y="97"/>
                    <a:pt x="37" y="120"/>
                    <a:pt x="60" y="120"/>
                  </a:cubicBezTo>
                  <a:cubicBezTo>
                    <a:pt x="97" y="120"/>
                    <a:pt x="120" y="97"/>
                    <a:pt x="120" y="60"/>
                  </a:cubicBezTo>
                  <a:cubicBezTo>
                    <a:pt x="120" y="26"/>
                    <a:pt x="97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32"/>
            <p:cNvSpPr/>
            <p:nvPr/>
          </p:nvSpPr>
          <p:spPr>
            <a:xfrm>
              <a:off x="9730743" y="2537391"/>
              <a:ext cx="33341" cy="32749"/>
            </a:xfrm>
            <a:custGeom>
              <a:avLst/>
              <a:gdLst/>
              <a:ahLst/>
              <a:cxnLst/>
              <a:rect l="l" t="t" r="r" b="b"/>
              <a:pathLst>
                <a:path w="169" h="166" extrusionOk="0">
                  <a:moveTo>
                    <a:pt x="86" y="0"/>
                  </a:moveTo>
                  <a:cubicBezTo>
                    <a:pt x="37" y="0"/>
                    <a:pt x="0" y="35"/>
                    <a:pt x="0" y="83"/>
                  </a:cubicBezTo>
                  <a:cubicBezTo>
                    <a:pt x="0" y="131"/>
                    <a:pt x="37" y="165"/>
                    <a:pt x="86" y="165"/>
                  </a:cubicBezTo>
                  <a:cubicBezTo>
                    <a:pt x="120" y="165"/>
                    <a:pt x="168" y="131"/>
                    <a:pt x="168" y="83"/>
                  </a:cubicBezTo>
                  <a:cubicBezTo>
                    <a:pt x="168" y="35"/>
                    <a:pt x="120" y="0"/>
                    <a:pt x="86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32"/>
            <p:cNvSpPr/>
            <p:nvPr/>
          </p:nvSpPr>
          <p:spPr>
            <a:xfrm>
              <a:off x="10032006" y="2744517"/>
              <a:ext cx="40048" cy="40048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7" y="0"/>
                  </a:moveTo>
                  <a:cubicBezTo>
                    <a:pt x="49" y="0"/>
                    <a:pt x="0" y="46"/>
                    <a:pt x="0" y="106"/>
                  </a:cubicBezTo>
                  <a:cubicBezTo>
                    <a:pt x="0" y="154"/>
                    <a:pt x="49" y="202"/>
                    <a:pt x="97" y="202"/>
                  </a:cubicBezTo>
                  <a:cubicBezTo>
                    <a:pt x="157" y="202"/>
                    <a:pt x="202" y="154"/>
                    <a:pt x="202" y="106"/>
                  </a:cubicBezTo>
                  <a:cubicBezTo>
                    <a:pt x="202" y="46"/>
                    <a:pt x="157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9" name="Google Shape;829;p32"/>
          <p:cNvSpPr/>
          <p:nvPr/>
        </p:nvSpPr>
        <p:spPr>
          <a:xfrm rot="1728991">
            <a:off x="8506705" y="283711"/>
            <a:ext cx="284240" cy="397435"/>
          </a:xfrm>
          <a:custGeom>
            <a:avLst/>
            <a:gdLst/>
            <a:ahLst/>
            <a:cxnLst/>
            <a:rect l="l" t="t" r="r" b="b"/>
            <a:pathLst>
              <a:path w="2333" h="3262" extrusionOk="0">
                <a:moveTo>
                  <a:pt x="711" y="1"/>
                </a:moveTo>
                <a:cubicBezTo>
                  <a:pt x="450" y="1"/>
                  <a:pt x="213" y="61"/>
                  <a:pt x="0" y="166"/>
                </a:cubicBezTo>
                <a:cubicBezTo>
                  <a:pt x="34" y="155"/>
                  <a:pt x="71" y="155"/>
                  <a:pt x="117" y="155"/>
                </a:cubicBezTo>
                <a:cubicBezTo>
                  <a:pt x="925" y="155"/>
                  <a:pt x="1588" y="820"/>
                  <a:pt x="1588" y="1625"/>
                </a:cubicBezTo>
                <a:cubicBezTo>
                  <a:pt x="1588" y="2442"/>
                  <a:pt x="925" y="3096"/>
                  <a:pt x="117" y="3096"/>
                </a:cubicBezTo>
                <a:lnTo>
                  <a:pt x="0" y="3096"/>
                </a:lnTo>
                <a:cubicBezTo>
                  <a:pt x="213" y="3201"/>
                  <a:pt x="450" y="3261"/>
                  <a:pt x="711" y="3261"/>
                </a:cubicBezTo>
                <a:cubicBezTo>
                  <a:pt x="1610" y="3261"/>
                  <a:pt x="2333" y="2527"/>
                  <a:pt x="2333" y="1625"/>
                </a:cubicBezTo>
                <a:cubicBezTo>
                  <a:pt x="2333" y="724"/>
                  <a:pt x="1610" y="1"/>
                  <a:pt x="711" y="1"/>
                </a:cubicBezTo>
                <a:close/>
              </a:path>
            </a:pathLst>
          </a:custGeom>
          <a:solidFill>
            <a:srgbClr val="EAE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139163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33"/>
          <p:cNvSpPr/>
          <p:nvPr/>
        </p:nvSpPr>
        <p:spPr>
          <a:xfrm>
            <a:off x="59" y="-62"/>
            <a:ext cx="4834880" cy="5143529"/>
          </a:xfrm>
          <a:custGeom>
            <a:avLst/>
            <a:gdLst/>
            <a:ahLst/>
            <a:cxnLst/>
            <a:rect l="l" t="t" r="r" b="b"/>
            <a:pathLst>
              <a:path w="22288" h="23710" extrusionOk="0">
                <a:moveTo>
                  <a:pt x="1" y="0"/>
                </a:moveTo>
                <a:lnTo>
                  <a:pt x="1" y="23710"/>
                </a:lnTo>
                <a:lnTo>
                  <a:pt x="22014" y="23710"/>
                </a:lnTo>
                <a:cubicBezTo>
                  <a:pt x="22288" y="22262"/>
                  <a:pt x="21895" y="20708"/>
                  <a:pt x="20817" y="19585"/>
                </a:cubicBezTo>
                <a:cubicBezTo>
                  <a:pt x="19488" y="18256"/>
                  <a:pt x="17594" y="17972"/>
                  <a:pt x="15980" y="17166"/>
                </a:cubicBezTo>
                <a:cubicBezTo>
                  <a:pt x="14510" y="16407"/>
                  <a:pt x="13184" y="15363"/>
                  <a:pt x="12851" y="13656"/>
                </a:cubicBezTo>
                <a:cubicBezTo>
                  <a:pt x="12615" y="12472"/>
                  <a:pt x="12803" y="11428"/>
                  <a:pt x="13136" y="10290"/>
                </a:cubicBezTo>
                <a:cubicBezTo>
                  <a:pt x="13136" y="10242"/>
                  <a:pt x="13278" y="10054"/>
                  <a:pt x="13278" y="10006"/>
                </a:cubicBezTo>
                <a:cubicBezTo>
                  <a:pt x="13420" y="9628"/>
                  <a:pt x="13562" y="9295"/>
                  <a:pt x="13798" y="8962"/>
                </a:cubicBezTo>
                <a:lnTo>
                  <a:pt x="13847" y="8868"/>
                </a:lnTo>
                <a:cubicBezTo>
                  <a:pt x="14985" y="7255"/>
                  <a:pt x="14464" y="4410"/>
                  <a:pt x="14012" y="3320"/>
                </a:cubicBezTo>
                <a:cubicBezTo>
                  <a:pt x="13397" y="1838"/>
                  <a:pt x="11571" y="382"/>
                  <a:pt x="9602" y="0"/>
                </a:cubicBezTo>
                <a:close/>
              </a:path>
            </a:pathLst>
          </a:custGeom>
          <a:solidFill>
            <a:srgbClr val="EAE3FF">
              <a:alpha val="125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32" name="Google Shape;832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33"/>
          <p:cNvSpPr txBox="1">
            <a:spLocks noGrp="1"/>
          </p:cNvSpPr>
          <p:nvPr>
            <p:ph type="subTitle" idx="1"/>
          </p:nvPr>
        </p:nvSpPr>
        <p:spPr>
          <a:xfrm>
            <a:off x="4572000" y="1626450"/>
            <a:ext cx="3852000" cy="10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34" name="Google Shape;834;p33"/>
          <p:cNvSpPr txBox="1">
            <a:spLocks noGrp="1"/>
          </p:cNvSpPr>
          <p:nvPr>
            <p:ph type="ctrTitle"/>
          </p:nvPr>
        </p:nvSpPr>
        <p:spPr>
          <a:xfrm flipH="1">
            <a:off x="4578350" y="921651"/>
            <a:ext cx="3852000" cy="83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835" name="Google Shape;835;p33"/>
          <p:cNvSpPr txBox="1"/>
          <p:nvPr/>
        </p:nvSpPr>
        <p:spPr>
          <a:xfrm>
            <a:off x="4940088" y="3193275"/>
            <a:ext cx="3115800" cy="7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CREDITS: This presentation template was created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,</a:t>
            </a:r>
            <a:r>
              <a:rPr lang="en" sz="11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including icons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, infographics &amp; images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endParaRPr sz="11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  <p:extLst>
      <p:ext uri="{BB962C8B-B14F-4D97-AF65-F5344CB8AC3E}">
        <p14:creationId xmlns:p14="http://schemas.microsoft.com/office/powerpoint/2010/main" val="200045029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Background ">
    <p:bg>
      <p:bgPr>
        <a:solidFill>
          <a:schemeClr val="lt1"/>
        </a:solidFill>
        <a:effectLst/>
      </p:bgPr>
    </p:bg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7" name="Google Shape;837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34"/>
          <p:cNvSpPr/>
          <p:nvPr/>
        </p:nvSpPr>
        <p:spPr>
          <a:xfrm flipH="1">
            <a:off x="3269504" y="-50"/>
            <a:ext cx="5874448" cy="5143529"/>
          </a:xfrm>
          <a:custGeom>
            <a:avLst/>
            <a:gdLst/>
            <a:ahLst/>
            <a:cxnLst/>
            <a:rect l="l" t="t" r="r" b="b"/>
            <a:pathLst>
              <a:path w="22288" h="23710" extrusionOk="0">
                <a:moveTo>
                  <a:pt x="1" y="0"/>
                </a:moveTo>
                <a:lnTo>
                  <a:pt x="1" y="23710"/>
                </a:lnTo>
                <a:lnTo>
                  <a:pt x="22014" y="23710"/>
                </a:lnTo>
                <a:cubicBezTo>
                  <a:pt x="22288" y="22262"/>
                  <a:pt x="21895" y="20708"/>
                  <a:pt x="20817" y="19585"/>
                </a:cubicBezTo>
                <a:cubicBezTo>
                  <a:pt x="19488" y="18256"/>
                  <a:pt x="17594" y="17972"/>
                  <a:pt x="15980" y="17166"/>
                </a:cubicBezTo>
                <a:cubicBezTo>
                  <a:pt x="14510" y="16407"/>
                  <a:pt x="13184" y="15363"/>
                  <a:pt x="12851" y="13656"/>
                </a:cubicBezTo>
                <a:cubicBezTo>
                  <a:pt x="12615" y="12472"/>
                  <a:pt x="12803" y="11428"/>
                  <a:pt x="13136" y="10290"/>
                </a:cubicBezTo>
                <a:cubicBezTo>
                  <a:pt x="13136" y="10242"/>
                  <a:pt x="13278" y="10054"/>
                  <a:pt x="13278" y="10006"/>
                </a:cubicBezTo>
                <a:cubicBezTo>
                  <a:pt x="13420" y="9628"/>
                  <a:pt x="13562" y="9295"/>
                  <a:pt x="13798" y="8962"/>
                </a:cubicBezTo>
                <a:lnTo>
                  <a:pt x="13847" y="8868"/>
                </a:lnTo>
                <a:cubicBezTo>
                  <a:pt x="14985" y="7255"/>
                  <a:pt x="14464" y="4410"/>
                  <a:pt x="14012" y="3320"/>
                </a:cubicBezTo>
                <a:cubicBezTo>
                  <a:pt x="13397" y="1838"/>
                  <a:pt x="11571" y="382"/>
                  <a:pt x="9602" y="0"/>
                </a:cubicBezTo>
                <a:close/>
              </a:path>
            </a:pathLst>
          </a:custGeom>
          <a:solidFill>
            <a:srgbClr val="EAE3FF">
              <a:alpha val="125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9" name="Google Shape;839;p34"/>
          <p:cNvSpPr/>
          <p:nvPr/>
        </p:nvSpPr>
        <p:spPr>
          <a:xfrm flipH="1">
            <a:off x="6489868" y="4495550"/>
            <a:ext cx="1662300" cy="150000"/>
          </a:xfrm>
          <a:prstGeom prst="ellipse">
            <a:avLst/>
          </a:prstGeom>
          <a:solidFill>
            <a:srgbClr val="EAE3FF">
              <a:alpha val="8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0" name="Google Shape;840;p34"/>
          <p:cNvGrpSpPr/>
          <p:nvPr/>
        </p:nvGrpSpPr>
        <p:grpSpPr>
          <a:xfrm flipH="1">
            <a:off x="6541275" y="1996061"/>
            <a:ext cx="1806667" cy="2534632"/>
            <a:chOff x="4975425" y="3825357"/>
            <a:chExt cx="242499" cy="340205"/>
          </a:xfrm>
        </p:grpSpPr>
        <p:sp>
          <p:nvSpPr>
            <p:cNvPr id="841" name="Google Shape;841;p34"/>
            <p:cNvSpPr/>
            <p:nvPr/>
          </p:nvSpPr>
          <p:spPr>
            <a:xfrm>
              <a:off x="5001317" y="4117267"/>
              <a:ext cx="31199" cy="40272"/>
            </a:xfrm>
            <a:custGeom>
              <a:avLst/>
              <a:gdLst/>
              <a:ahLst/>
              <a:cxnLst/>
              <a:rect l="l" t="t" r="r" b="b"/>
              <a:pathLst>
                <a:path w="1011" h="1305" extrusionOk="0">
                  <a:moveTo>
                    <a:pt x="659" y="0"/>
                  </a:moveTo>
                  <a:cubicBezTo>
                    <a:pt x="540" y="0"/>
                    <a:pt x="427" y="70"/>
                    <a:pt x="381" y="189"/>
                  </a:cubicBezTo>
                  <a:lnTo>
                    <a:pt x="26" y="1077"/>
                  </a:lnTo>
                  <a:cubicBezTo>
                    <a:pt x="0" y="1137"/>
                    <a:pt x="26" y="1219"/>
                    <a:pt x="86" y="1267"/>
                  </a:cubicBezTo>
                  <a:cubicBezTo>
                    <a:pt x="115" y="1292"/>
                    <a:pt x="150" y="1304"/>
                    <a:pt x="185" y="1304"/>
                  </a:cubicBezTo>
                  <a:cubicBezTo>
                    <a:pt x="235" y="1304"/>
                    <a:pt x="286" y="1279"/>
                    <a:pt x="322" y="1231"/>
                  </a:cubicBezTo>
                  <a:lnTo>
                    <a:pt x="902" y="497"/>
                  </a:lnTo>
                  <a:cubicBezTo>
                    <a:pt x="913" y="474"/>
                    <a:pt x="939" y="437"/>
                    <a:pt x="939" y="414"/>
                  </a:cubicBezTo>
                  <a:cubicBezTo>
                    <a:pt x="1010" y="260"/>
                    <a:pt x="925" y="81"/>
                    <a:pt x="771" y="21"/>
                  </a:cubicBezTo>
                  <a:cubicBezTo>
                    <a:pt x="735" y="7"/>
                    <a:pt x="697" y="0"/>
                    <a:pt x="6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34"/>
            <p:cNvSpPr/>
            <p:nvPr/>
          </p:nvSpPr>
          <p:spPr>
            <a:xfrm>
              <a:off x="5118062" y="4119520"/>
              <a:ext cx="31138" cy="40303"/>
            </a:xfrm>
            <a:custGeom>
              <a:avLst/>
              <a:gdLst/>
              <a:ahLst/>
              <a:cxnLst/>
              <a:rect l="l" t="t" r="r" b="b"/>
              <a:pathLst>
                <a:path w="1009" h="1306" extrusionOk="0">
                  <a:moveTo>
                    <a:pt x="341" y="0"/>
                  </a:moveTo>
                  <a:cubicBezTo>
                    <a:pt x="276" y="0"/>
                    <a:pt x="210" y="22"/>
                    <a:pt x="155" y="68"/>
                  </a:cubicBezTo>
                  <a:cubicBezTo>
                    <a:pt x="24" y="173"/>
                    <a:pt x="1" y="364"/>
                    <a:pt x="95" y="495"/>
                  </a:cubicBezTo>
                  <a:lnTo>
                    <a:pt x="675" y="1240"/>
                  </a:lnTo>
                  <a:cubicBezTo>
                    <a:pt x="708" y="1281"/>
                    <a:pt x="757" y="1306"/>
                    <a:pt x="807" y="1306"/>
                  </a:cubicBezTo>
                  <a:cubicBezTo>
                    <a:pt x="831" y="1306"/>
                    <a:pt x="855" y="1300"/>
                    <a:pt x="877" y="1288"/>
                  </a:cubicBezTo>
                  <a:cubicBezTo>
                    <a:pt x="960" y="1254"/>
                    <a:pt x="1008" y="1158"/>
                    <a:pt x="971" y="1075"/>
                  </a:cubicBezTo>
                  <a:lnTo>
                    <a:pt x="615" y="199"/>
                  </a:lnTo>
                  <a:cubicBezTo>
                    <a:pt x="604" y="162"/>
                    <a:pt x="593" y="139"/>
                    <a:pt x="581" y="116"/>
                  </a:cubicBezTo>
                  <a:cubicBezTo>
                    <a:pt x="519" y="41"/>
                    <a:pt x="430" y="0"/>
                    <a:pt x="3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34"/>
            <p:cNvSpPr/>
            <p:nvPr/>
          </p:nvSpPr>
          <p:spPr>
            <a:xfrm>
              <a:off x="5088405" y="3825357"/>
              <a:ext cx="104677" cy="93876"/>
            </a:xfrm>
            <a:custGeom>
              <a:avLst/>
              <a:gdLst/>
              <a:ahLst/>
              <a:cxnLst/>
              <a:rect l="l" t="t" r="r" b="b"/>
              <a:pathLst>
                <a:path w="3392" h="3042" extrusionOk="0">
                  <a:moveTo>
                    <a:pt x="1287" y="0"/>
                  </a:moveTo>
                  <a:cubicBezTo>
                    <a:pt x="995" y="0"/>
                    <a:pt x="726" y="93"/>
                    <a:pt x="521" y="283"/>
                  </a:cubicBezTo>
                  <a:cubicBezTo>
                    <a:pt x="0" y="781"/>
                    <a:pt x="251" y="1634"/>
                    <a:pt x="891" y="2323"/>
                  </a:cubicBezTo>
                  <a:cubicBezTo>
                    <a:pt x="1311" y="2773"/>
                    <a:pt x="1796" y="3041"/>
                    <a:pt x="2227" y="3041"/>
                  </a:cubicBezTo>
                  <a:cubicBezTo>
                    <a:pt x="2463" y="3041"/>
                    <a:pt x="2683" y="2960"/>
                    <a:pt x="2868" y="2784"/>
                  </a:cubicBezTo>
                  <a:cubicBezTo>
                    <a:pt x="3392" y="2297"/>
                    <a:pt x="3295" y="1338"/>
                    <a:pt x="2643" y="650"/>
                  </a:cubicBezTo>
                  <a:cubicBezTo>
                    <a:pt x="2247" y="224"/>
                    <a:pt x="1740" y="0"/>
                    <a:pt x="1287" y="0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34"/>
            <p:cNvSpPr/>
            <p:nvPr/>
          </p:nvSpPr>
          <p:spPr>
            <a:xfrm>
              <a:off x="5093497" y="3839461"/>
              <a:ext cx="78354" cy="70484"/>
            </a:xfrm>
            <a:custGeom>
              <a:avLst/>
              <a:gdLst/>
              <a:ahLst/>
              <a:cxnLst/>
              <a:rect l="l" t="t" r="r" b="b"/>
              <a:pathLst>
                <a:path w="2539" h="2284" extrusionOk="0">
                  <a:moveTo>
                    <a:pt x="728" y="1"/>
                  </a:moveTo>
                  <a:cubicBezTo>
                    <a:pt x="568" y="1"/>
                    <a:pt x="427" y="47"/>
                    <a:pt x="322" y="145"/>
                  </a:cubicBezTo>
                  <a:cubicBezTo>
                    <a:pt x="0" y="455"/>
                    <a:pt x="251" y="1095"/>
                    <a:pt x="771" y="1652"/>
                  </a:cubicBezTo>
                  <a:cubicBezTo>
                    <a:pt x="1130" y="2043"/>
                    <a:pt x="1531" y="2283"/>
                    <a:pt x="1853" y="2283"/>
                  </a:cubicBezTo>
                  <a:cubicBezTo>
                    <a:pt x="1987" y="2283"/>
                    <a:pt x="2108" y="2241"/>
                    <a:pt x="2205" y="2150"/>
                  </a:cubicBezTo>
                  <a:cubicBezTo>
                    <a:pt x="2538" y="1840"/>
                    <a:pt x="2384" y="1140"/>
                    <a:pt x="1864" y="597"/>
                  </a:cubicBezTo>
                  <a:cubicBezTo>
                    <a:pt x="1506" y="216"/>
                    <a:pt x="1073" y="1"/>
                    <a:pt x="7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34"/>
            <p:cNvSpPr/>
            <p:nvPr/>
          </p:nvSpPr>
          <p:spPr>
            <a:xfrm>
              <a:off x="4975425" y="3862267"/>
              <a:ext cx="166027" cy="283140"/>
            </a:xfrm>
            <a:custGeom>
              <a:avLst/>
              <a:gdLst/>
              <a:ahLst/>
              <a:cxnLst/>
              <a:rect l="l" t="t" r="r" b="b"/>
              <a:pathLst>
                <a:path w="5380" h="9175" extrusionOk="0">
                  <a:moveTo>
                    <a:pt x="2654" y="0"/>
                  </a:moveTo>
                  <a:cubicBezTo>
                    <a:pt x="1183" y="0"/>
                    <a:pt x="0" y="2051"/>
                    <a:pt x="0" y="4586"/>
                  </a:cubicBezTo>
                  <a:cubicBezTo>
                    <a:pt x="0" y="7112"/>
                    <a:pt x="1183" y="9175"/>
                    <a:pt x="2654" y="9175"/>
                  </a:cubicBezTo>
                  <a:lnTo>
                    <a:pt x="5226" y="9175"/>
                  </a:lnTo>
                  <a:lnTo>
                    <a:pt x="5380" y="11"/>
                  </a:lnTo>
                  <a:cubicBezTo>
                    <a:pt x="5380" y="11"/>
                    <a:pt x="2939" y="0"/>
                    <a:pt x="26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34"/>
            <p:cNvSpPr/>
            <p:nvPr/>
          </p:nvSpPr>
          <p:spPr>
            <a:xfrm>
              <a:off x="5024400" y="3862267"/>
              <a:ext cx="84124" cy="283140"/>
            </a:xfrm>
            <a:custGeom>
              <a:avLst/>
              <a:gdLst/>
              <a:ahLst/>
              <a:cxnLst/>
              <a:rect l="l" t="t" r="r" b="b"/>
              <a:pathLst>
                <a:path w="2726" h="9175" extrusionOk="0">
                  <a:moveTo>
                    <a:pt x="2655" y="0"/>
                  </a:moveTo>
                  <a:cubicBezTo>
                    <a:pt x="1187" y="0"/>
                    <a:pt x="0" y="2051"/>
                    <a:pt x="0" y="4586"/>
                  </a:cubicBezTo>
                  <a:cubicBezTo>
                    <a:pt x="0" y="7112"/>
                    <a:pt x="1187" y="9175"/>
                    <a:pt x="2655" y="9175"/>
                  </a:cubicBezTo>
                  <a:lnTo>
                    <a:pt x="2726" y="9175"/>
                  </a:lnTo>
                  <a:cubicBezTo>
                    <a:pt x="1258" y="9175"/>
                    <a:pt x="60" y="7112"/>
                    <a:pt x="60" y="4586"/>
                  </a:cubicBezTo>
                  <a:cubicBezTo>
                    <a:pt x="60" y="2051"/>
                    <a:pt x="1244" y="0"/>
                    <a:pt x="27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34"/>
            <p:cNvSpPr/>
            <p:nvPr/>
          </p:nvSpPr>
          <p:spPr>
            <a:xfrm>
              <a:off x="5053286" y="3862267"/>
              <a:ext cx="164638" cy="283140"/>
            </a:xfrm>
            <a:custGeom>
              <a:avLst/>
              <a:gdLst/>
              <a:ahLst/>
              <a:cxnLst/>
              <a:rect l="l" t="t" r="r" b="b"/>
              <a:pathLst>
                <a:path w="5335" h="9175" extrusionOk="0">
                  <a:moveTo>
                    <a:pt x="2669" y="0"/>
                  </a:moveTo>
                  <a:cubicBezTo>
                    <a:pt x="1198" y="0"/>
                    <a:pt x="0" y="2051"/>
                    <a:pt x="0" y="4586"/>
                  </a:cubicBezTo>
                  <a:cubicBezTo>
                    <a:pt x="0" y="7112"/>
                    <a:pt x="1198" y="9175"/>
                    <a:pt x="2669" y="9175"/>
                  </a:cubicBezTo>
                  <a:cubicBezTo>
                    <a:pt x="4137" y="9175"/>
                    <a:pt x="5335" y="7112"/>
                    <a:pt x="5335" y="4586"/>
                  </a:cubicBezTo>
                  <a:cubicBezTo>
                    <a:pt x="5335" y="2051"/>
                    <a:pt x="4137" y="0"/>
                    <a:pt x="26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34"/>
            <p:cNvSpPr/>
            <p:nvPr/>
          </p:nvSpPr>
          <p:spPr>
            <a:xfrm>
              <a:off x="5066463" y="3871370"/>
              <a:ext cx="142326" cy="264470"/>
            </a:xfrm>
            <a:custGeom>
              <a:avLst/>
              <a:gdLst/>
              <a:ahLst/>
              <a:cxnLst/>
              <a:rect l="l" t="t" r="r" b="b"/>
              <a:pathLst>
                <a:path w="4612" h="8570" extrusionOk="0">
                  <a:moveTo>
                    <a:pt x="2299" y="1"/>
                  </a:moveTo>
                  <a:cubicBezTo>
                    <a:pt x="1033" y="1"/>
                    <a:pt x="0" y="1921"/>
                    <a:pt x="0" y="4291"/>
                  </a:cubicBezTo>
                  <a:cubicBezTo>
                    <a:pt x="0" y="6649"/>
                    <a:pt x="1033" y="8570"/>
                    <a:pt x="2299" y="8570"/>
                  </a:cubicBezTo>
                  <a:cubicBezTo>
                    <a:pt x="3579" y="8570"/>
                    <a:pt x="4612" y="6649"/>
                    <a:pt x="4612" y="4291"/>
                  </a:cubicBezTo>
                  <a:cubicBezTo>
                    <a:pt x="4612" y="1921"/>
                    <a:pt x="3579" y="1"/>
                    <a:pt x="22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34"/>
            <p:cNvSpPr/>
            <p:nvPr/>
          </p:nvSpPr>
          <p:spPr>
            <a:xfrm>
              <a:off x="5120623" y="3884208"/>
              <a:ext cx="13208" cy="24534"/>
            </a:xfrm>
            <a:custGeom>
              <a:avLst/>
              <a:gdLst/>
              <a:ahLst/>
              <a:cxnLst/>
              <a:rect l="l" t="t" r="r" b="b"/>
              <a:pathLst>
                <a:path w="428" h="795" extrusionOk="0">
                  <a:moveTo>
                    <a:pt x="214" y="0"/>
                  </a:moveTo>
                  <a:cubicBezTo>
                    <a:pt x="94" y="0"/>
                    <a:pt x="0" y="177"/>
                    <a:pt x="0" y="401"/>
                  </a:cubicBezTo>
                  <a:cubicBezTo>
                    <a:pt x="0" y="615"/>
                    <a:pt x="94" y="794"/>
                    <a:pt x="214" y="794"/>
                  </a:cubicBezTo>
                  <a:cubicBezTo>
                    <a:pt x="330" y="794"/>
                    <a:pt x="427" y="615"/>
                    <a:pt x="427" y="401"/>
                  </a:cubicBezTo>
                  <a:cubicBezTo>
                    <a:pt x="427" y="177"/>
                    <a:pt x="330" y="0"/>
                    <a:pt x="214" y="0"/>
                  </a:cubicBezTo>
                  <a:close/>
                </a:path>
              </a:pathLst>
            </a:custGeom>
            <a:solidFill>
              <a:srgbClr val="9A6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34"/>
            <p:cNvSpPr/>
            <p:nvPr/>
          </p:nvSpPr>
          <p:spPr>
            <a:xfrm>
              <a:off x="5120623" y="4097115"/>
              <a:ext cx="13208" cy="24503"/>
            </a:xfrm>
            <a:custGeom>
              <a:avLst/>
              <a:gdLst/>
              <a:ahLst/>
              <a:cxnLst/>
              <a:rect l="l" t="t" r="r" b="b"/>
              <a:pathLst>
                <a:path w="428" h="794" extrusionOk="0">
                  <a:moveTo>
                    <a:pt x="214" y="0"/>
                  </a:moveTo>
                  <a:cubicBezTo>
                    <a:pt x="94" y="0"/>
                    <a:pt x="0" y="177"/>
                    <a:pt x="0" y="390"/>
                  </a:cubicBezTo>
                  <a:cubicBezTo>
                    <a:pt x="0" y="615"/>
                    <a:pt x="94" y="794"/>
                    <a:pt x="214" y="794"/>
                  </a:cubicBezTo>
                  <a:cubicBezTo>
                    <a:pt x="330" y="794"/>
                    <a:pt x="427" y="615"/>
                    <a:pt x="427" y="390"/>
                  </a:cubicBezTo>
                  <a:cubicBezTo>
                    <a:pt x="427" y="177"/>
                    <a:pt x="330" y="0"/>
                    <a:pt x="214" y="0"/>
                  </a:cubicBezTo>
                  <a:close/>
                </a:path>
              </a:pathLst>
            </a:custGeom>
            <a:solidFill>
              <a:srgbClr val="9A6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34"/>
            <p:cNvSpPr/>
            <p:nvPr/>
          </p:nvSpPr>
          <p:spPr>
            <a:xfrm>
              <a:off x="5174691" y="3986573"/>
              <a:ext cx="13208" cy="24626"/>
            </a:xfrm>
            <a:custGeom>
              <a:avLst/>
              <a:gdLst/>
              <a:ahLst/>
              <a:cxnLst/>
              <a:rect l="l" t="t" r="r" b="b"/>
              <a:pathLst>
                <a:path w="428" h="798" extrusionOk="0">
                  <a:moveTo>
                    <a:pt x="214" y="0"/>
                  </a:moveTo>
                  <a:cubicBezTo>
                    <a:pt x="98" y="0"/>
                    <a:pt x="1" y="180"/>
                    <a:pt x="1" y="404"/>
                  </a:cubicBezTo>
                  <a:cubicBezTo>
                    <a:pt x="1" y="618"/>
                    <a:pt x="98" y="797"/>
                    <a:pt x="214" y="797"/>
                  </a:cubicBezTo>
                  <a:cubicBezTo>
                    <a:pt x="334" y="797"/>
                    <a:pt x="428" y="618"/>
                    <a:pt x="428" y="404"/>
                  </a:cubicBezTo>
                  <a:cubicBezTo>
                    <a:pt x="428" y="180"/>
                    <a:pt x="334" y="0"/>
                    <a:pt x="214" y="0"/>
                  </a:cubicBezTo>
                  <a:close/>
                </a:path>
              </a:pathLst>
            </a:custGeom>
            <a:solidFill>
              <a:srgbClr val="9A6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34"/>
            <p:cNvSpPr/>
            <p:nvPr/>
          </p:nvSpPr>
          <p:spPr>
            <a:xfrm>
              <a:off x="5074888" y="4003793"/>
              <a:ext cx="13177" cy="24503"/>
            </a:xfrm>
            <a:custGeom>
              <a:avLst/>
              <a:gdLst/>
              <a:ahLst/>
              <a:cxnLst/>
              <a:rect l="l" t="t" r="r" b="b"/>
              <a:pathLst>
                <a:path w="427" h="794" extrusionOk="0">
                  <a:moveTo>
                    <a:pt x="214" y="0"/>
                  </a:moveTo>
                  <a:cubicBezTo>
                    <a:pt x="94" y="0"/>
                    <a:pt x="0" y="179"/>
                    <a:pt x="0" y="404"/>
                  </a:cubicBezTo>
                  <a:cubicBezTo>
                    <a:pt x="0" y="617"/>
                    <a:pt x="94" y="794"/>
                    <a:pt x="214" y="794"/>
                  </a:cubicBezTo>
                  <a:cubicBezTo>
                    <a:pt x="333" y="794"/>
                    <a:pt x="427" y="617"/>
                    <a:pt x="427" y="404"/>
                  </a:cubicBezTo>
                  <a:cubicBezTo>
                    <a:pt x="427" y="179"/>
                    <a:pt x="333" y="0"/>
                    <a:pt x="214" y="0"/>
                  </a:cubicBezTo>
                  <a:close/>
                </a:path>
              </a:pathLst>
            </a:custGeom>
            <a:solidFill>
              <a:srgbClr val="9A6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34"/>
            <p:cNvSpPr/>
            <p:nvPr/>
          </p:nvSpPr>
          <p:spPr>
            <a:xfrm>
              <a:off x="5132659" y="3885258"/>
              <a:ext cx="39871" cy="185067"/>
            </a:xfrm>
            <a:custGeom>
              <a:avLst/>
              <a:gdLst/>
              <a:ahLst/>
              <a:cxnLst/>
              <a:rect l="l" t="t" r="r" b="b"/>
              <a:pathLst>
                <a:path w="1292" h="5997" extrusionOk="0">
                  <a:moveTo>
                    <a:pt x="296" y="0"/>
                  </a:moveTo>
                  <a:cubicBezTo>
                    <a:pt x="239" y="0"/>
                    <a:pt x="191" y="37"/>
                    <a:pt x="191" y="97"/>
                  </a:cubicBezTo>
                  <a:lnTo>
                    <a:pt x="0" y="3867"/>
                  </a:lnTo>
                  <a:lnTo>
                    <a:pt x="1104" y="5952"/>
                  </a:lnTo>
                  <a:cubicBezTo>
                    <a:pt x="1120" y="5976"/>
                    <a:pt x="1156" y="5997"/>
                    <a:pt x="1192" y="5997"/>
                  </a:cubicBezTo>
                  <a:cubicBezTo>
                    <a:pt x="1207" y="5997"/>
                    <a:pt x="1221" y="5993"/>
                    <a:pt x="1235" y="5986"/>
                  </a:cubicBezTo>
                  <a:cubicBezTo>
                    <a:pt x="1280" y="5963"/>
                    <a:pt x="1292" y="5904"/>
                    <a:pt x="1269" y="5858"/>
                  </a:cubicBezTo>
                  <a:lnTo>
                    <a:pt x="191" y="3818"/>
                  </a:lnTo>
                  <a:lnTo>
                    <a:pt x="381" y="97"/>
                  </a:lnTo>
                  <a:cubicBezTo>
                    <a:pt x="381" y="49"/>
                    <a:pt x="344" y="0"/>
                    <a:pt x="296" y="0"/>
                  </a:cubicBezTo>
                  <a:close/>
                </a:path>
              </a:pathLst>
            </a:custGeom>
            <a:solidFill>
              <a:srgbClr val="1714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34"/>
            <p:cNvSpPr/>
            <p:nvPr/>
          </p:nvSpPr>
          <p:spPr>
            <a:xfrm>
              <a:off x="5120284" y="3984011"/>
              <a:ext cx="21170" cy="39192"/>
            </a:xfrm>
            <a:custGeom>
              <a:avLst/>
              <a:gdLst/>
              <a:ahLst/>
              <a:cxnLst/>
              <a:rect l="l" t="t" r="r" b="b"/>
              <a:pathLst>
                <a:path w="686" h="1270" extrusionOk="0">
                  <a:moveTo>
                    <a:pt x="341" y="1"/>
                  </a:moveTo>
                  <a:cubicBezTo>
                    <a:pt x="154" y="1"/>
                    <a:pt x="0" y="285"/>
                    <a:pt x="0" y="641"/>
                  </a:cubicBezTo>
                  <a:cubicBezTo>
                    <a:pt x="0" y="985"/>
                    <a:pt x="154" y="1270"/>
                    <a:pt x="341" y="1270"/>
                  </a:cubicBezTo>
                  <a:cubicBezTo>
                    <a:pt x="532" y="1270"/>
                    <a:pt x="686" y="985"/>
                    <a:pt x="686" y="641"/>
                  </a:cubicBezTo>
                  <a:cubicBezTo>
                    <a:pt x="686" y="285"/>
                    <a:pt x="532" y="1"/>
                    <a:pt x="341" y="1"/>
                  </a:cubicBez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34"/>
            <p:cNvSpPr/>
            <p:nvPr/>
          </p:nvSpPr>
          <p:spPr>
            <a:xfrm>
              <a:off x="5126425" y="3984011"/>
              <a:ext cx="21263" cy="39192"/>
            </a:xfrm>
            <a:custGeom>
              <a:avLst/>
              <a:gdLst/>
              <a:ahLst/>
              <a:cxnLst/>
              <a:rect l="l" t="t" r="r" b="b"/>
              <a:pathLst>
                <a:path w="689" h="1270" extrusionOk="0">
                  <a:moveTo>
                    <a:pt x="344" y="1"/>
                  </a:moveTo>
                  <a:cubicBezTo>
                    <a:pt x="157" y="1"/>
                    <a:pt x="0" y="285"/>
                    <a:pt x="0" y="641"/>
                  </a:cubicBezTo>
                  <a:cubicBezTo>
                    <a:pt x="0" y="985"/>
                    <a:pt x="157" y="1270"/>
                    <a:pt x="344" y="1270"/>
                  </a:cubicBezTo>
                  <a:cubicBezTo>
                    <a:pt x="535" y="1270"/>
                    <a:pt x="689" y="985"/>
                    <a:pt x="689" y="641"/>
                  </a:cubicBezTo>
                  <a:cubicBezTo>
                    <a:pt x="689" y="285"/>
                    <a:pt x="535" y="1"/>
                    <a:pt x="344" y="1"/>
                  </a:cubicBezTo>
                  <a:close/>
                </a:path>
              </a:pathLst>
            </a:custGeom>
            <a:solidFill>
              <a:srgbClr val="FF71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34"/>
            <p:cNvSpPr/>
            <p:nvPr/>
          </p:nvSpPr>
          <p:spPr>
            <a:xfrm>
              <a:off x="5129388" y="3871370"/>
              <a:ext cx="79773" cy="264470"/>
            </a:xfrm>
            <a:custGeom>
              <a:avLst/>
              <a:gdLst/>
              <a:ahLst/>
              <a:cxnLst/>
              <a:rect l="l" t="t" r="r" b="b"/>
              <a:pathLst>
                <a:path w="2585" h="8570" extrusionOk="0">
                  <a:moveTo>
                    <a:pt x="248" y="1"/>
                  </a:moveTo>
                  <a:cubicBezTo>
                    <a:pt x="166" y="1"/>
                    <a:pt x="83" y="12"/>
                    <a:pt x="1" y="24"/>
                  </a:cubicBezTo>
                  <a:cubicBezTo>
                    <a:pt x="1173" y="263"/>
                    <a:pt x="2086" y="2075"/>
                    <a:pt x="2086" y="4291"/>
                  </a:cubicBezTo>
                  <a:cubicBezTo>
                    <a:pt x="2086" y="6496"/>
                    <a:pt x="1173" y="8322"/>
                    <a:pt x="1" y="8547"/>
                  </a:cubicBezTo>
                  <a:cubicBezTo>
                    <a:pt x="83" y="8558"/>
                    <a:pt x="166" y="8570"/>
                    <a:pt x="248" y="8570"/>
                  </a:cubicBezTo>
                  <a:cubicBezTo>
                    <a:pt x="1540" y="8570"/>
                    <a:pt x="2584" y="6649"/>
                    <a:pt x="2584" y="4291"/>
                  </a:cubicBezTo>
                  <a:cubicBezTo>
                    <a:pt x="2584" y="1921"/>
                    <a:pt x="1540" y="1"/>
                    <a:pt x="248" y="1"/>
                  </a:cubicBez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34"/>
            <p:cNvSpPr/>
            <p:nvPr/>
          </p:nvSpPr>
          <p:spPr>
            <a:xfrm>
              <a:off x="5064951" y="3871370"/>
              <a:ext cx="144209" cy="264470"/>
            </a:xfrm>
            <a:custGeom>
              <a:avLst/>
              <a:gdLst/>
              <a:ahLst/>
              <a:cxnLst/>
              <a:rect l="l" t="t" r="r" b="b"/>
              <a:pathLst>
                <a:path w="4673" h="8570" extrusionOk="0">
                  <a:moveTo>
                    <a:pt x="2336" y="95"/>
                  </a:moveTo>
                  <a:cubicBezTo>
                    <a:pt x="2931" y="95"/>
                    <a:pt x="3474" y="522"/>
                    <a:pt x="3901" y="1304"/>
                  </a:cubicBezTo>
                  <a:cubicBezTo>
                    <a:pt x="4339" y="2098"/>
                    <a:pt x="4578" y="3164"/>
                    <a:pt x="4578" y="4291"/>
                  </a:cubicBezTo>
                  <a:cubicBezTo>
                    <a:pt x="4578" y="5418"/>
                    <a:pt x="4339" y="6473"/>
                    <a:pt x="3901" y="7278"/>
                  </a:cubicBezTo>
                  <a:cubicBezTo>
                    <a:pt x="3474" y="8049"/>
                    <a:pt x="2931" y="8476"/>
                    <a:pt x="2336" y="8476"/>
                  </a:cubicBezTo>
                  <a:cubicBezTo>
                    <a:pt x="1745" y="8476"/>
                    <a:pt x="1198" y="8049"/>
                    <a:pt x="772" y="7278"/>
                  </a:cubicBezTo>
                  <a:cubicBezTo>
                    <a:pt x="334" y="6473"/>
                    <a:pt x="98" y="5418"/>
                    <a:pt x="98" y="4291"/>
                  </a:cubicBezTo>
                  <a:cubicBezTo>
                    <a:pt x="98" y="3164"/>
                    <a:pt x="334" y="2098"/>
                    <a:pt x="772" y="1304"/>
                  </a:cubicBezTo>
                  <a:cubicBezTo>
                    <a:pt x="1198" y="522"/>
                    <a:pt x="1745" y="95"/>
                    <a:pt x="2336" y="95"/>
                  </a:cubicBezTo>
                  <a:close/>
                  <a:moveTo>
                    <a:pt x="2336" y="1"/>
                  </a:moveTo>
                  <a:cubicBezTo>
                    <a:pt x="1045" y="1"/>
                    <a:pt x="1" y="1921"/>
                    <a:pt x="1" y="4291"/>
                  </a:cubicBezTo>
                  <a:cubicBezTo>
                    <a:pt x="1" y="6649"/>
                    <a:pt x="1045" y="8570"/>
                    <a:pt x="2336" y="8570"/>
                  </a:cubicBezTo>
                  <a:cubicBezTo>
                    <a:pt x="3628" y="8570"/>
                    <a:pt x="4672" y="6649"/>
                    <a:pt x="4672" y="4291"/>
                  </a:cubicBezTo>
                  <a:cubicBezTo>
                    <a:pt x="4672" y="1921"/>
                    <a:pt x="3628" y="1"/>
                    <a:pt x="2336" y="1"/>
                  </a:cubicBezTo>
                  <a:close/>
                </a:path>
              </a:pathLst>
            </a:custGeom>
            <a:solidFill>
              <a:srgbClr val="3F37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34"/>
            <p:cNvSpPr/>
            <p:nvPr/>
          </p:nvSpPr>
          <p:spPr>
            <a:xfrm>
              <a:off x="4993663" y="3825357"/>
              <a:ext cx="104677" cy="93876"/>
            </a:xfrm>
            <a:custGeom>
              <a:avLst/>
              <a:gdLst/>
              <a:ahLst/>
              <a:cxnLst/>
              <a:rect l="l" t="t" r="r" b="b"/>
              <a:pathLst>
                <a:path w="3392" h="3042" extrusionOk="0">
                  <a:moveTo>
                    <a:pt x="2105" y="0"/>
                  </a:moveTo>
                  <a:cubicBezTo>
                    <a:pt x="1651" y="0"/>
                    <a:pt x="1144" y="224"/>
                    <a:pt x="746" y="650"/>
                  </a:cubicBezTo>
                  <a:cubicBezTo>
                    <a:pt x="95" y="1338"/>
                    <a:pt x="1" y="2297"/>
                    <a:pt x="521" y="2784"/>
                  </a:cubicBezTo>
                  <a:cubicBezTo>
                    <a:pt x="707" y="2960"/>
                    <a:pt x="928" y="3041"/>
                    <a:pt x="1165" y="3041"/>
                  </a:cubicBezTo>
                  <a:cubicBezTo>
                    <a:pt x="1596" y="3041"/>
                    <a:pt x="2081" y="2773"/>
                    <a:pt x="2501" y="2323"/>
                  </a:cubicBezTo>
                  <a:cubicBezTo>
                    <a:pt x="3142" y="1634"/>
                    <a:pt x="3392" y="781"/>
                    <a:pt x="2868" y="283"/>
                  </a:cubicBezTo>
                  <a:cubicBezTo>
                    <a:pt x="2665" y="93"/>
                    <a:pt x="2396" y="0"/>
                    <a:pt x="2105" y="0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34"/>
            <p:cNvSpPr/>
            <p:nvPr/>
          </p:nvSpPr>
          <p:spPr>
            <a:xfrm>
              <a:off x="5010883" y="3834677"/>
              <a:ext cx="46105" cy="41445"/>
            </a:xfrm>
            <a:custGeom>
              <a:avLst/>
              <a:gdLst/>
              <a:ahLst/>
              <a:cxnLst/>
              <a:rect l="l" t="t" r="r" b="b"/>
              <a:pathLst>
                <a:path w="1494" h="1343" extrusionOk="0">
                  <a:moveTo>
                    <a:pt x="930" y="0"/>
                  </a:moveTo>
                  <a:cubicBezTo>
                    <a:pt x="728" y="0"/>
                    <a:pt x="505" y="100"/>
                    <a:pt x="330" y="288"/>
                  </a:cubicBezTo>
                  <a:cubicBezTo>
                    <a:pt x="46" y="584"/>
                    <a:pt x="0" y="1011"/>
                    <a:pt x="225" y="1224"/>
                  </a:cubicBezTo>
                  <a:cubicBezTo>
                    <a:pt x="309" y="1305"/>
                    <a:pt x="409" y="1342"/>
                    <a:pt x="515" y="1342"/>
                  </a:cubicBezTo>
                  <a:cubicBezTo>
                    <a:pt x="706" y="1342"/>
                    <a:pt x="918" y="1222"/>
                    <a:pt x="1101" y="1025"/>
                  </a:cubicBezTo>
                  <a:cubicBezTo>
                    <a:pt x="1386" y="715"/>
                    <a:pt x="1494" y="337"/>
                    <a:pt x="1269" y="123"/>
                  </a:cubicBezTo>
                  <a:cubicBezTo>
                    <a:pt x="1176" y="40"/>
                    <a:pt x="1057" y="0"/>
                    <a:pt x="930" y="0"/>
                  </a:cubicBezTo>
                  <a:close/>
                </a:path>
              </a:pathLst>
            </a:custGeom>
            <a:solidFill>
              <a:srgbClr val="EC85E3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34"/>
            <p:cNvSpPr/>
            <p:nvPr/>
          </p:nvSpPr>
          <p:spPr>
            <a:xfrm>
              <a:off x="5059859" y="4125352"/>
              <a:ext cx="30767" cy="40211"/>
            </a:xfrm>
            <a:custGeom>
              <a:avLst/>
              <a:gdLst/>
              <a:ahLst/>
              <a:cxnLst/>
              <a:rect l="l" t="t" r="r" b="b"/>
              <a:pathLst>
                <a:path w="997" h="1303" extrusionOk="0">
                  <a:moveTo>
                    <a:pt x="656" y="0"/>
                  </a:moveTo>
                  <a:cubicBezTo>
                    <a:pt x="533" y="0"/>
                    <a:pt x="422" y="72"/>
                    <a:pt x="368" y="198"/>
                  </a:cubicBezTo>
                  <a:lnTo>
                    <a:pt x="24" y="1077"/>
                  </a:lnTo>
                  <a:cubicBezTo>
                    <a:pt x="1" y="1148"/>
                    <a:pt x="12" y="1219"/>
                    <a:pt x="72" y="1264"/>
                  </a:cubicBezTo>
                  <a:cubicBezTo>
                    <a:pt x="108" y="1290"/>
                    <a:pt x="146" y="1303"/>
                    <a:pt x="183" y="1303"/>
                  </a:cubicBezTo>
                  <a:cubicBezTo>
                    <a:pt x="231" y="1303"/>
                    <a:pt x="276" y="1282"/>
                    <a:pt x="308" y="1242"/>
                  </a:cubicBezTo>
                  <a:lnTo>
                    <a:pt x="891" y="496"/>
                  </a:lnTo>
                  <a:cubicBezTo>
                    <a:pt x="914" y="471"/>
                    <a:pt x="925" y="448"/>
                    <a:pt x="937" y="411"/>
                  </a:cubicBezTo>
                  <a:cubicBezTo>
                    <a:pt x="997" y="257"/>
                    <a:pt x="925" y="81"/>
                    <a:pt x="772" y="21"/>
                  </a:cubicBezTo>
                  <a:cubicBezTo>
                    <a:pt x="733" y="7"/>
                    <a:pt x="694" y="0"/>
                    <a:pt x="65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34"/>
            <p:cNvSpPr/>
            <p:nvPr/>
          </p:nvSpPr>
          <p:spPr>
            <a:xfrm>
              <a:off x="5064951" y="3886739"/>
              <a:ext cx="124458" cy="148159"/>
            </a:xfrm>
            <a:custGeom>
              <a:avLst/>
              <a:gdLst/>
              <a:ahLst/>
              <a:cxnLst/>
              <a:rect l="l" t="t" r="r" b="b"/>
              <a:pathLst>
                <a:path w="4033" h="4801" extrusionOk="0">
                  <a:moveTo>
                    <a:pt x="3429" y="1"/>
                  </a:moveTo>
                  <a:lnTo>
                    <a:pt x="15" y="3415"/>
                  </a:lnTo>
                  <a:cubicBezTo>
                    <a:pt x="1" y="3546"/>
                    <a:pt x="1" y="3662"/>
                    <a:pt x="1" y="3793"/>
                  </a:cubicBezTo>
                  <a:cubicBezTo>
                    <a:pt x="1" y="4137"/>
                    <a:pt x="26" y="4470"/>
                    <a:pt x="72" y="4800"/>
                  </a:cubicBezTo>
                  <a:lnTo>
                    <a:pt x="1472" y="3392"/>
                  </a:lnTo>
                  <a:cubicBezTo>
                    <a:pt x="2325" y="2538"/>
                    <a:pt x="3179" y="1685"/>
                    <a:pt x="4032" y="843"/>
                  </a:cubicBezTo>
                  <a:cubicBezTo>
                    <a:pt x="3856" y="499"/>
                    <a:pt x="3654" y="214"/>
                    <a:pt x="3429" y="1"/>
                  </a:cubicBezTo>
                  <a:close/>
                </a:path>
              </a:pathLst>
            </a:custGeom>
            <a:solidFill>
              <a:srgbClr val="EAE3FF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34"/>
            <p:cNvSpPr/>
            <p:nvPr/>
          </p:nvSpPr>
          <p:spPr>
            <a:xfrm>
              <a:off x="5090596" y="3987005"/>
              <a:ext cx="118564" cy="126187"/>
            </a:xfrm>
            <a:custGeom>
              <a:avLst/>
              <a:gdLst/>
              <a:ahLst/>
              <a:cxnLst/>
              <a:rect l="l" t="t" r="r" b="b"/>
              <a:pathLst>
                <a:path w="3842" h="4089" extrusionOk="0">
                  <a:moveTo>
                    <a:pt x="3818" y="1"/>
                  </a:moveTo>
                  <a:cubicBezTo>
                    <a:pt x="3451" y="368"/>
                    <a:pt x="3082" y="746"/>
                    <a:pt x="2703" y="1113"/>
                  </a:cubicBezTo>
                  <a:cubicBezTo>
                    <a:pt x="1801" y="2015"/>
                    <a:pt x="902" y="2917"/>
                    <a:pt x="1" y="3816"/>
                  </a:cubicBezTo>
                  <a:cubicBezTo>
                    <a:pt x="72" y="3912"/>
                    <a:pt x="131" y="4006"/>
                    <a:pt x="202" y="4089"/>
                  </a:cubicBezTo>
                  <a:lnTo>
                    <a:pt x="3841" y="462"/>
                  </a:lnTo>
                  <a:cubicBezTo>
                    <a:pt x="3841" y="308"/>
                    <a:pt x="3830" y="154"/>
                    <a:pt x="3818" y="1"/>
                  </a:cubicBezTo>
                  <a:close/>
                </a:path>
              </a:pathLst>
            </a:custGeom>
            <a:solidFill>
              <a:srgbClr val="EAE3FF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34"/>
            <p:cNvSpPr/>
            <p:nvPr/>
          </p:nvSpPr>
          <p:spPr>
            <a:xfrm>
              <a:off x="5010513" y="3829308"/>
              <a:ext cx="65886" cy="91099"/>
            </a:xfrm>
            <a:custGeom>
              <a:avLst/>
              <a:gdLst/>
              <a:ahLst/>
              <a:cxnLst/>
              <a:rect l="l" t="t" r="r" b="b"/>
              <a:pathLst>
                <a:path w="2135" h="2952" extrusionOk="0">
                  <a:moveTo>
                    <a:pt x="2101" y="1"/>
                  </a:moveTo>
                  <a:cubicBezTo>
                    <a:pt x="1645" y="1"/>
                    <a:pt x="1129" y="225"/>
                    <a:pt x="735" y="641"/>
                  </a:cubicBezTo>
                  <a:cubicBezTo>
                    <a:pt x="95" y="1327"/>
                    <a:pt x="1" y="2277"/>
                    <a:pt x="510" y="2764"/>
                  </a:cubicBezTo>
                  <a:cubicBezTo>
                    <a:pt x="604" y="2846"/>
                    <a:pt x="712" y="2906"/>
                    <a:pt x="817" y="2951"/>
                  </a:cubicBezTo>
                  <a:cubicBezTo>
                    <a:pt x="817" y="2940"/>
                    <a:pt x="829" y="2929"/>
                    <a:pt x="854" y="2917"/>
                  </a:cubicBezTo>
                  <a:cubicBezTo>
                    <a:pt x="769" y="2880"/>
                    <a:pt x="687" y="2821"/>
                    <a:pt x="615" y="2764"/>
                  </a:cubicBezTo>
                  <a:cubicBezTo>
                    <a:pt x="95" y="2277"/>
                    <a:pt x="200" y="1327"/>
                    <a:pt x="840" y="641"/>
                  </a:cubicBezTo>
                  <a:cubicBezTo>
                    <a:pt x="1221" y="237"/>
                    <a:pt x="1694" y="24"/>
                    <a:pt x="2135" y="1"/>
                  </a:cubicBezTo>
                  <a:cubicBezTo>
                    <a:pt x="2123" y="1"/>
                    <a:pt x="2112" y="1"/>
                    <a:pt x="21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4" name="Google Shape;864;p34"/>
          <p:cNvSpPr/>
          <p:nvPr/>
        </p:nvSpPr>
        <p:spPr>
          <a:xfrm>
            <a:off x="5232625" y="2213239"/>
            <a:ext cx="801358" cy="910417"/>
          </a:xfrm>
          <a:custGeom>
            <a:avLst/>
            <a:gdLst/>
            <a:ahLst/>
            <a:cxnLst/>
            <a:rect l="l" t="t" r="r" b="b"/>
            <a:pathLst>
              <a:path w="8869" h="10076" extrusionOk="0">
                <a:moveTo>
                  <a:pt x="4663" y="0"/>
                </a:moveTo>
                <a:cubicBezTo>
                  <a:pt x="4658" y="0"/>
                  <a:pt x="4654" y="1"/>
                  <a:pt x="4649" y="1"/>
                </a:cubicBezTo>
                <a:cubicBezTo>
                  <a:pt x="2052" y="203"/>
                  <a:pt x="1" y="2382"/>
                  <a:pt x="15" y="5040"/>
                </a:cubicBezTo>
                <a:cubicBezTo>
                  <a:pt x="15" y="7814"/>
                  <a:pt x="2288" y="10075"/>
                  <a:pt x="5043" y="10075"/>
                </a:cubicBezTo>
                <a:cubicBezTo>
                  <a:pt x="5066" y="10075"/>
                  <a:pt x="5088" y="10075"/>
                  <a:pt x="5110" y="10075"/>
                </a:cubicBezTo>
                <a:cubicBezTo>
                  <a:pt x="6581" y="10064"/>
                  <a:pt x="7910" y="9412"/>
                  <a:pt x="8820" y="8394"/>
                </a:cubicBezTo>
                <a:cubicBezTo>
                  <a:pt x="8868" y="8334"/>
                  <a:pt x="8820" y="8251"/>
                  <a:pt x="8749" y="8251"/>
                </a:cubicBezTo>
                <a:cubicBezTo>
                  <a:pt x="5964" y="8251"/>
                  <a:pt x="3699" y="5987"/>
                  <a:pt x="3699" y="3202"/>
                </a:cubicBezTo>
                <a:cubicBezTo>
                  <a:pt x="3699" y="2052"/>
                  <a:pt x="4080" y="997"/>
                  <a:pt x="4732" y="144"/>
                </a:cubicBezTo>
                <a:cubicBezTo>
                  <a:pt x="4777" y="87"/>
                  <a:pt x="4737" y="0"/>
                  <a:pt x="4663" y="0"/>
                </a:cubicBezTo>
                <a:close/>
              </a:path>
            </a:pathLst>
          </a:custGeom>
          <a:solidFill>
            <a:srgbClr val="EAE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5" name="Google Shape;865;p34"/>
          <p:cNvGrpSpPr/>
          <p:nvPr/>
        </p:nvGrpSpPr>
        <p:grpSpPr>
          <a:xfrm rot="1456717">
            <a:off x="4829867" y="3680797"/>
            <a:ext cx="1488975" cy="798288"/>
            <a:chOff x="7128900" y="211575"/>
            <a:chExt cx="1736325" cy="930901"/>
          </a:xfrm>
        </p:grpSpPr>
        <p:sp>
          <p:nvSpPr>
            <p:cNvPr id="866" name="Google Shape;866;p34"/>
            <p:cNvSpPr/>
            <p:nvPr/>
          </p:nvSpPr>
          <p:spPr>
            <a:xfrm rot="-665562">
              <a:off x="7164234" y="578536"/>
              <a:ext cx="414494" cy="407534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lvl="0" algn="ctr"/>
              <a:r>
                <a:rPr b="0" i="0"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noFill/>
                  <a:latin typeface="Fredoka One"/>
                </a:rPr>
                <a:t>z</a:t>
              </a:r>
            </a:p>
          </p:txBody>
        </p:sp>
        <p:sp>
          <p:nvSpPr>
            <p:cNvPr id="867" name="Google Shape;867;p34"/>
            <p:cNvSpPr/>
            <p:nvPr/>
          </p:nvSpPr>
          <p:spPr>
            <a:xfrm rot="1035015">
              <a:off x="7718641" y="260278"/>
              <a:ext cx="404653" cy="502242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lvl="0" algn="ctr"/>
              <a:r>
                <a:rPr b="0" i="0"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noFill/>
                  <a:latin typeface="Fredoka One"/>
                </a:rPr>
                <a:t>Z</a:t>
              </a:r>
            </a:p>
          </p:txBody>
        </p:sp>
        <p:sp>
          <p:nvSpPr>
            <p:cNvPr id="868" name="Google Shape;868;p34"/>
            <p:cNvSpPr/>
            <p:nvPr/>
          </p:nvSpPr>
          <p:spPr>
            <a:xfrm rot="552470">
              <a:off x="8241636" y="393176"/>
              <a:ext cx="570603" cy="708209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lvl="0" algn="ctr"/>
              <a:r>
                <a:rPr b="0" i="0"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noFill/>
                  <a:latin typeface="Fredoka One"/>
                </a:rPr>
                <a:t>Z</a:t>
              </a:r>
            </a:p>
          </p:txBody>
        </p:sp>
      </p:grpSp>
      <p:grpSp>
        <p:nvGrpSpPr>
          <p:cNvPr id="869" name="Google Shape;869;p34"/>
          <p:cNvGrpSpPr/>
          <p:nvPr/>
        </p:nvGrpSpPr>
        <p:grpSpPr>
          <a:xfrm>
            <a:off x="8347962" y="2802823"/>
            <a:ext cx="373340" cy="1406218"/>
            <a:chOff x="10945362" y="2723798"/>
            <a:chExt cx="373340" cy="1406218"/>
          </a:xfrm>
        </p:grpSpPr>
        <p:sp>
          <p:nvSpPr>
            <p:cNvPr id="870" name="Google Shape;870;p34"/>
            <p:cNvSpPr/>
            <p:nvPr/>
          </p:nvSpPr>
          <p:spPr>
            <a:xfrm>
              <a:off x="11084325" y="3702102"/>
              <a:ext cx="37878" cy="37878"/>
            </a:xfrm>
            <a:custGeom>
              <a:avLst/>
              <a:gdLst/>
              <a:ahLst/>
              <a:cxnLst/>
              <a:rect l="l" t="t" r="r" b="b"/>
              <a:pathLst>
                <a:path w="192" h="192" extrusionOk="0">
                  <a:moveTo>
                    <a:pt x="98" y="1"/>
                  </a:moveTo>
                  <a:cubicBezTo>
                    <a:pt x="38" y="1"/>
                    <a:pt x="1" y="35"/>
                    <a:pt x="1" y="95"/>
                  </a:cubicBezTo>
                  <a:cubicBezTo>
                    <a:pt x="1" y="143"/>
                    <a:pt x="38" y="192"/>
                    <a:pt x="98" y="192"/>
                  </a:cubicBezTo>
                  <a:cubicBezTo>
                    <a:pt x="143" y="192"/>
                    <a:pt x="191" y="143"/>
                    <a:pt x="191" y="95"/>
                  </a:cubicBezTo>
                  <a:cubicBezTo>
                    <a:pt x="191" y="35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34"/>
            <p:cNvSpPr/>
            <p:nvPr/>
          </p:nvSpPr>
          <p:spPr>
            <a:xfrm>
              <a:off x="10945362" y="3007911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17"/>
                    <a:pt x="35" y="143"/>
                    <a:pt x="72" y="143"/>
                  </a:cubicBezTo>
                  <a:cubicBezTo>
                    <a:pt x="106" y="143"/>
                    <a:pt x="143" y="117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4"/>
            <p:cNvSpPr/>
            <p:nvPr/>
          </p:nvSpPr>
          <p:spPr>
            <a:xfrm>
              <a:off x="11089455" y="3126813"/>
              <a:ext cx="28211" cy="28409"/>
            </a:xfrm>
            <a:custGeom>
              <a:avLst/>
              <a:gdLst/>
              <a:ahLst/>
              <a:cxnLst/>
              <a:rect l="l" t="t" r="r" b="b"/>
              <a:pathLst>
                <a:path w="143" h="144" extrusionOk="0">
                  <a:moveTo>
                    <a:pt x="72" y="1"/>
                  </a:moveTo>
                  <a:cubicBezTo>
                    <a:pt x="23" y="1"/>
                    <a:pt x="0" y="24"/>
                    <a:pt x="0" y="72"/>
                  </a:cubicBezTo>
                  <a:cubicBezTo>
                    <a:pt x="0" y="106"/>
                    <a:pt x="23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24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4"/>
            <p:cNvSpPr/>
            <p:nvPr/>
          </p:nvSpPr>
          <p:spPr>
            <a:xfrm>
              <a:off x="10952517" y="2809586"/>
              <a:ext cx="37878" cy="37878"/>
            </a:xfrm>
            <a:custGeom>
              <a:avLst/>
              <a:gdLst/>
              <a:ahLst/>
              <a:cxnLst/>
              <a:rect l="l" t="t" r="r" b="b"/>
              <a:pathLst>
                <a:path w="192" h="192" extrusionOk="0">
                  <a:moveTo>
                    <a:pt x="94" y="1"/>
                  </a:moveTo>
                  <a:cubicBezTo>
                    <a:pt x="49" y="1"/>
                    <a:pt x="1" y="35"/>
                    <a:pt x="1" y="95"/>
                  </a:cubicBezTo>
                  <a:cubicBezTo>
                    <a:pt x="1" y="143"/>
                    <a:pt x="49" y="191"/>
                    <a:pt x="94" y="191"/>
                  </a:cubicBezTo>
                  <a:cubicBezTo>
                    <a:pt x="154" y="191"/>
                    <a:pt x="191" y="143"/>
                    <a:pt x="191" y="95"/>
                  </a:cubicBezTo>
                  <a:cubicBezTo>
                    <a:pt x="191" y="35"/>
                    <a:pt x="154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4"/>
            <p:cNvSpPr/>
            <p:nvPr/>
          </p:nvSpPr>
          <p:spPr>
            <a:xfrm>
              <a:off x="11274116" y="3762866"/>
              <a:ext cx="40048" cy="40048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4" y="0"/>
                  </a:moveTo>
                  <a:cubicBezTo>
                    <a:pt x="46" y="0"/>
                    <a:pt x="0" y="37"/>
                    <a:pt x="0" y="97"/>
                  </a:cubicBezTo>
                  <a:cubicBezTo>
                    <a:pt x="0" y="154"/>
                    <a:pt x="46" y="202"/>
                    <a:pt x="94" y="202"/>
                  </a:cubicBezTo>
                  <a:cubicBezTo>
                    <a:pt x="154" y="202"/>
                    <a:pt x="202" y="154"/>
                    <a:pt x="202" y="97"/>
                  </a:cubicBezTo>
                  <a:cubicBezTo>
                    <a:pt x="202" y="37"/>
                    <a:pt x="154" y="0"/>
                    <a:pt x="94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4"/>
            <p:cNvSpPr/>
            <p:nvPr/>
          </p:nvSpPr>
          <p:spPr>
            <a:xfrm>
              <a:off x="11016458" y="4090559"/>
              <a:ext cx="40048" cy="39457"/>
            </a:xfrm>
            <a:custGeom>
              <a:avLst/>
              <a:gdLst/>
              <a:ahLst/>
              <a:cxnLst/>
              <a:rect l="l" t="t" r="r" b="b"/>
              <a:pathLst>
                <a:path w="203" h="200" extrusionOk="0">
                  <a:moveTo>
                    <a:pt x="109" y="1"/>
                  </a:moveTo>
                  <a:cubicBezTo>
                    <a:pt x="49" y="1"/>
                    <a:pt x="1" y="46"/>
                    <a:pt x="1" y="95"/>
                  </a:cubicBezTo>
                  <a:cubicBezTo>
                    <a:pt x="1" y="154"/>
                    <a:pt x="49" y="200"/>
                    <a:pt x="109" y="200"/>
                  </a:cubicBezTo>
                  <a:cubicBezTo>
                    <a:pt x="169" y="200"/>
                    <a:pt x="203" y="154"/>
                    <a:pt x="203" y="95"/>
                  </a:cubicBezTo>
                  <a:cubicBezTo>
                    <a:pt x="203" y="46"/>
                    <a:pt x="169" y="1"/>
                    <a:pt x="109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4"/>
            <p:cNvSpPr/>
            <p:nvPr/>
          </p:nvSpPr>
          <p:spPr>
            <a:xfrm>
              <a:off x="10990402" y="3324798"/>
              <a:ext cx="26041" cy="23279"/>
            </a:xfrm>
            <a:custGeom>
              <a:avLst/>
              <a:gdLst/>
              <a:ahLst/>
              <a:cxnLst/>
              <a:rect l="l" t="t" r="r" b="b"/>
              <a:pathLst>
                <a:path w="132" h="118" extrusionOk="0">
                  <a:moveTo>
                    <a:pt x="72" y="1"/>
                  </a:moveTo>
                  <a:cubicBezTo>
                    <a:pt x="38" y="1"/>
                    <a:pt x="1" y="24"/>
                    <a:pt x="1" y="58"/>
                  </a:cubicBezTo>
                  <a:cubicBezTo>
                    <a:pt x="1" y="95"/>
                    <a:pt x="38" y="118"/>
                    <a:pt x="72" y="118"/>
                  </a:cubicBezTo>
                  <a:cubicBezTo>
                    <a:pt x="109" y="118"/>
                    <a:pt x="132" y="95"/>
                    <a:pt x="132" y="58"/>
                  </a:cubicBezTo>
                  <a:cubicBezTo>
                    <a:pt x="132" y="24"/>
                    <a:pt x="109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4"/>
            <p:cNvSpPr/>
            <p:nvPr/>
          </p:nvSpPr>
          <p:spPr>
            <a:xfrm>
              <a:off x="11292661" y="3557293"/>
              <a:ext cx="26041" cy="25647"/>
            </a:xfrm>
            <a:custGeom>
              <a:avLst/>
              <a:gdLst/>
              <a:ahLst/>
              <a:cxnLst/>
              <a:rect l="l" t="t" r="r" b="b"/>
              <a:pathLst>
                <a:path w="132" h="130" extrusionOk="0">
                  <a:moveTo>
                    <a:pt x="60" y="1"/>
                  </a:moveTo>
                  <a:cubicBezTo>
                    <a:pt x="23" y="1"/>
                    <a:pt x="0" y="35"/>
                    <a:pt x="0" y="72"/>
                  </a:cubicBezTo>
                  <a:cubicBezTo>
                    <a:pt x="0" y="95"/>
                    <a:pt x="23" y="129"/>
                    <a:pt x="60" y="129"/>
                  </a:cubicBezTo>
                  <a:cubicBezTo>
                    <a:pt x="94" y="129"/>
                    <a:pt x="131" y="95"/>
                    <a:pt x="131" y="72"/>
                  </a:cubicBezTo>
                  <a:cubicBezTo>
                    <a:pt x="131" y="35"/>
                    <a:pt x="94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4"/>
            <p:cNvSpPr/>
            <p:nvPr/>
          </p:nvSpPr>
          <p:spPr>
            <a:xfrm>
              <a:off x="11168567" y="3905307"/>
              <a:ext cx="23871" cy="26041"/>
            </a:xfrm>
            <a:custGeom>
              <a:avLst/>
              <a:gdLst/>
              <a:ahLst/>
              <a:cxnLst/>
              <a:rect l="l" t="t" r="r" b="b"/>
              <a:pathLst>
                <a:path w="121" h="132" extrusionOk="0">
                  <a:moveTo>
                    <a:pt x="60" y="1"/>
                  </a:moveTo>
                  <a:cubicBezTo>
                    <a:pt x="26" y="1"/>
                    <a:pt x="1" y="38"/>
                    <a:pt x="1" y="72"/>
                  </a:cubicBezTo>
                  <a:cubicBezTo>
                    <a:pt x="1" y="98"/>
                    <a:pt x="26" y="132"/>
                    <a:pt x="60" y="132"/>
                  </a:cubicBezTo>
                  <a:cubicBezTo>
                    <a:pt x="97" y="132"/>
                    <a:pt x="120" y="98"/>
                    <a:pt x="120" y="72"/>
                  </a:cubicBezTo>
                  <a:cubicBezTo>
                    <a:pt x="120" y="38"/>
                    <a:pt x="97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4"/>
            <p:cNvSpPr/>
            <p:nvPr/>
          </p:nvSpPr>
          <p:spPr>
            <a:xfrm>
              <a:off x="11124177" y="3491794"/>
              <a:ext cx="26041" cy="25844"/>
            </a:xfrm>
            <a:custGeom>
              <a:avLst/>
              <a:gdLst/>
              <a:ahLst/>
              <a:cxnLst/>
              <a:rect l="l" t="t" r="r" b="b"/>
              <a:pathLst>
                <a:path w="132" h="131" extrusionOk="0">
                  <a:moveTo>
                    <a:pt x="72" y="0"/>
                  </a:moveTo>
                  <a:cubicBezTo>
                    <a:pt x="38" y="0"/>
                    <a:pt x="1" y="23"/>
                    <a:pt x="1" y="71"/>
                  </a:cubicBezTo>
                  <a:cubicBezTo>
                    <a:pt x="1" y="105"/>
                    <a:pt x="38" y="131"/>
                    <a:pt x="72" y="131"/>
                  </a:cubicBezTo>
                  <a:cubicBezTo>
                    <a:pt x="109" y="131"/>
                    <a:pt x="132" y="105"/>
                    <a:pt x="132" y="71"/>
                  </a:cubicBezTo>
                  <a:cubicBezTo>
                    <a:pt x="132" y="23"/>
                    <a:pt x="109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4"/>
            <p:cNvSpPr/>
            <p:nvPr/>
          </p:nvSpPr>
          <p:spPr>
            <a:xfrm>
              <a:off x="11090542" y="2723798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0"/>
                  </a:moveTo>
                  <a:cubicBezTo>
                    <a:pt x="26" y="0"/>
                    <a:pt x="1" y="37"/>
                    <a:pt x="1" y="72"/>
                  </a:cubicBezTo>
                  <a:cubicBezTo>
                    <a:pt x="1" y="109"/>
                    <a:pt x="26" y="131"/>
                    <a:pt x="61" y="131"/>
                  </a:cubicBezTo>
                  <a:cubicBezTo>
                    <a:pt x="98" y="131"/>
                    <a:pt x="132" y="109"/>
                    <a:pt x="132" y="72"/>
                  </a:cubicBezTo>
                  <a:cubicBezTo>
                    <a:pt x="132" y="37"/>
                    <a:pt x="98" y="0"/>
                    <a:pt x="61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4"/>
            <p:cNvSpPr/>
            <p:nvPr/>
          </p:nvSpPr>
          <p:spPr>
            <a:xfrm>
              <a:off x="11182766" y="2945755"/>
              <a:ext cx="23674" cy="26041"/>
            </a:xfrm>
            <a:custGeom>
              <a:avLst/>
              <a:gdLst/>
              <a:ahLst/>
              <a:cxnLst/>
              <a:rect l="l" t="t" r="r" b="b"/>
              <a:pathLst>
                <a:path w="120" h="132" extrusionOk="0">
                  <a:moveTo>
                    <a:pt x="60" y="0"/>
                  </a:moveTo>
                  <a:cubicBezTo>
                    <a:pt x="23" y="0"/>
                    <a:pt x="0" y="23"/>
                    <a:pt x="0" y="60"/>
                  </a:cubicBezTo>
                  <a:cubicBezTo>
                    <a:pt x="0" y="94"/>
                    <a:pt x="23" y="131"/>
                    <a:pt x="60" y="131"/>
                  </a:cubicBezTo>
                  <a:cubicBezTo>
                    <a:pt x="94" y="131"/>
                    <a:pt x="120" y="94"/>
                    <a:pt x="120" y="60"/>
                  </a:cubicBezTo>
                  <a:cubicBezTo>
                    <a:pt x="120" y="23"/>
                    <a:pt x="94" y="0"/>
                    <a:pt x="60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34"/>
            <p:cNvSpPr/>
            <p:nvPr/>
          </p:nvSpPr>
          <p:spPr>
            <a:xfrm>
              <a:off x="11233464" y="3196556"/>
              <a:ext cx="20912" cy="20912"/>
            </a:xfrm>
            <a:custGeom>
              <a:avLst/>
              <a:gdLst/>
              <a:ahLst/>
              <a:cxnLst/>
              <a:rect l="l" t="t" r="r" b="b"/>
              <a:pathLst>
                <a:path w="106" h="106" extrusionOk="0">
                  <a:moveTo>
                    <a:pt x="46" y="0"/>
                  </a:moveTo>
                  <a:cubicBezTo>
                    <a:pt x="23" y="0"/>
                    <a:pt x="0" y="23"/>
                    <a:pt x="0" y="48"/>
                  </a:cubicBezTo>
                  <a:cubicBezTo>
                    <a:pt x="0" y="83"/>
                    <a:pt x="23" y="105"/>
                    <a:pt x="46" y="105"/>
                  </a:cubicBezTo>
                  <a:cubicBezTo>
                    <a:pt x="83" y="105"/>
                    <a:pt x="105" y="83"/>
                    <a:pt x="105" y="48"/>
                  </a:cubicBezTo>
                  <a:cubicBezTo>
                    <a:pt x="105" y="23"/>
                    <a:pt x="83" y="0"/>
                    <a:pt x="46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3" name="Google Shape;883;p34"/>
          <p:cNvGrpSpPr/>
          <p:nvPr/>
        </p:nvGrpSpPr>
        <p:grpSpPr>
          <a:xfrm rot="-1441383">
            <a:off x="5767114" y="1434465"/>
            <a:ext cx="879490" cy="724358"/>
            <a:chOff x="7557699" y="4092166"/>
            <a:chExt cx="541752" cy="446193"/>
          </a:xfrm>
        </p:grpSpPr>
        <p:sp>
          <p:nvSpPr>
            <p:cNvPr id="884" name="Google Shape;884;p34"/>
            <p:cNvSpPr/>
            <p:nvPr/>
          </p:nvSpPr>
          <p:spPr>
            <a:xfrm>
              <a:off x="7608455" y="4328112"/>
              <a:ext cx="145895" cy="109371"/>
            </a:xfrm>
            <a:custGeom>
              <a:avLst/>
              <a:gdLst/>
              <a:ahLst/>
              <a:cxnLst/>
              <a:rect l="l" t="t" r="r" b="b"/>
              <a:pathLst>
                <a:path w="687" h="515" extrusionOk="0">
                  <a:moveTo>
                    <a:pt x="615" y="1"/>
                  </a:moveTo>
                  <a:cubicBezTo>
                    <a:pt x="601" y="1"/>
                    <a:pt x="585" y="6"/>
                    <a:pt x="570" y="16"/>
                  </a:cubicBezTo>
                  <a:lnTo>
                    <a:pt x="46" y="386"/>
                  </a:lnTo>
                  <a:cubicBezTo>
                    <a:pt x="12" y="409"/>
                    <a:pt x="1" y="457"/>
                    <a:pt x="24" y="480"/>
                  </a:cubicBezTo>
                  <a:cubicBezTo>
                    <a:pt x="35" y="503"/>
                    <a:pt x="58" y="514"/>
                    <a:pt x="83" y="514"/>
                  </a:cubicBezTo>
                  <a:cubicBezTo>
                    <a:pt x="95" y="514"/>
                    <a:pt x="118" y="514"/>
                    <a:pt x="129" y="503"/>
                  </a:cubicBezTo>
                  <a:lnTo>
                    <a:pt x="652" y="125"/>
                  </a:lnTo>
                  <a:cubicBezTo>
                    <a:pt x="687" y="113"/>
                    <a:pt x="687" y="65"/>
                    <a:pt x="664" y="31"/>
                  </a:cubicBezTo>
                  <a:cubicBezTo>
                    <a:pt x="651" y="10"/>
                    <a:pt x="634" y="1"/>
                    <a:pt x="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885" name="Google Shape;885;p34"/>
            <p:cNvSpPr/>
            <p:nvPr/>
          </p:nvSpPr>
          <p:spPr>
            <a:xfrm>
              <a:off x="7557699" y="4275656"/>
              <a:ext cx="146532" cy="109158"/>
            </a:xfrm>
            <a:custGeom>
              <a:avLst/>
              <a:gdLst/>
              <a:ahLst/>
              <a:cxnLst/>
              <a:rect l="l" t="t" r="r" b="b"/>
              <a:pathLst>
                <a:path w="690" h="514" extrusionOk="0">
                  <a:moveTo>
                    <a:pt x="613" y="0"/>
                  </a:moveTo>
                  <a:cubicBezTo>
                    <a:pt x="597" y="0"/>
                    <a:pt x="581" y="6"/>
                    <a:pt x="570" y="16"/>
                  </a:cubicBezTo>
                  <a:lnTo>
                    <a:pt x="38" y="383"/>
                  </a:lnTo>
                  <a:cubicBezTo>
                    <a:pt x="12" y="406"/>
                    <a:pt x="1" y="454"/>
                    <a:pt x="27" y="477"/>
                  </a:cubicBezTo>
                  <a:cubicBezTo>
                    <a:pt x="38" y="502"/>
                    <a:pt x="61" y="514"/>
                    <a:pt x="83" y="514"/>
                  </a:cubicBezTo>
                  <a:cubicBezTo>
                    <a:pt x="98" y="514"/>
                    <a:pt x="109" y="514"/>
                    <a:pt x="120" y="502"/>
                  </a:cubicBezTo>
                  <a:lnTo>
                    <a:pt x="652" y="121"/>
                  </a:lnTo>
                  <a:cubicBezTo>
                    <a:pt x="678" y="98"/>
                    <a:pt x="689" y="64"/>
                    <a:pt x="667" y="27"/>
                  </a:cubicBezTo>
                  <a:cubicBezTo>
                    <a:pt x="653" y="9"/>
                    <a:pt x="632" y="0"/>
                    <a:pt x="6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886" name="Google Shape;886;p34"/>
            <p:cNvSpPr/>
            <p:nvPr/>
          </p:nvSpPr>
          <p:spPr>
            <a:xfrm>
              <a:off x="7967996" y="4414335"/>
              <a:ext cx="66046" cy="124024"/>
            </a:xfrm>
            <a:custGeom>
              <a:avLst/>
              <a:gdLst/>
              <a:ahLst/>
              <a:cxnLst/>
              <a:rect l="l" t="t" r="r" b="b"/>
              <a:pathLst>
                <a:path w="311" h="584" extrusionOk="0">
                  <a:moveTo>
                    <a:pt x="80" y="0"/>
                  </a:moveTo>
                  <a:cubicBezTo>
                    <a:pt x="73" y="0"/>
                    <a:pt x="67" y="1"/>
                    <a:pt x="60" y="3"/>
                  </a:cubicBezTo>
                  <a:cubicBezTo>
                    <a:pt x="15" y="14"/>
                    <a:pt x="1" y="63"/>
                    <a:pt x="15" y="97"/>
                  </a:cubicBezTo>
                  <a:lnTo>
                    <a:pt x="169" y="535"/>
                  </a:lnTo>
                  <a:cubicBezTo>
                    <a:pt x="169" y="572"/>
                    <a:pt x="203" y="583"/>
                    <a:pt x="228" y="583"/>
                  </a:cubicBezTo>
                  <a:lnTo>
                    <a:pt x="251" y="583"/>
                  </a:lnTo>
                  <a:cubicBezTo>
                    <a:pt x="285" y="572"/>
                    <a:pt x="311" y="524"/>
                    <a:pt x="299" y="490"/>
                  </a:cubicBezTo>
                  <a:lnTo>
                    <a:pt x="143" y="51"/>
                  </a:lnTo>
                  <a:cubicBezTo>
                    <a:pt x="134" y="21"/>
                    <a:pt x="109" y="0"/>
                    <a:pt x="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887" name="Google Shape;887;p34"/>
            <p:cNvSpPr/>
            <p:nvPr/>
          </p:nvSpPr>
          <p:spPr>
            <a:xfrm>
              <a:off x="7882836" y="4381417"/>
              <a:ext cx="67957" cy="124236"/>
            </a:xfrm>
            <a:custGeom>
              <a:avLst/>
              <a:gdLst/>
              <a:ahLst/>
              <a:cxnLst/>
              <a:rect l="l" t="t" r="r" b="b"/>
              <a:pathLst>
                <a:path w="320" h="585" extrusionOk="0">
                  <a:moveTo>
                    <a:pt x="88" y="0"/>
                  </a:moveTo>
                  <a:cubicBezTo>
                    <a:pt x="78" y="0"/>
                    <a:pt x="69" y="2"/>
                    <a:pt x="60" y="4"/>
                  </a:cubicBezTo>
                  <a:cubicBezTo>
                    <a:pt x="23" y="16"/>
                    <a:pt x="1" y="50"/>
                    <a:pt x="23" y="87"/>
                  </a:cubicBezTo>
                  <a:lnTo>
                    <a:pt x="166" y="536"/>
                  </a:lnTo>
                  <a:cubicBezTo>
                    <a:pt x="177" y="562"/>
                    <a:pt x="203" y="585"/>
                    <a:pt x="237" y="585"/>
                  </a:cubicBezTo>
                  <a:cubicBezTo>
                    <a:pt x="248" y="585"/>
                    <a:pt x="248" y="585"/>
                    <a:pt x="259" y="573"/>
                  </a:cubicBezTo>
                  <a:cubicBezTo>
                    <a:pt x="296" y="562"/>
                    <a:pt x="319" y="525"/>
                    <a:pt x="308" y="491"/>
                  </a:cubicBezTo>
                  <a:lnTo>
                    <a:pt x="154" y="39"/>
                  </a:lnTo>
                  <a:cubicBezTo>
                    <a:pt x="146" y="13"/>
                    <a:pt x="116" y="0"/>
                    <a:pt x="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888" name="Google Shape;888;p34"/>
            <p:cNvSpPr/>
            <p:nvPr/>
          </p:nvSpPr>
          <p:spPr>
            <a:xfrm>
              <a:off x="7603146" y="4134853"/>
              <a:ext cx="488864" cy="334695"/>
            </a:xfrm>
            <a:custGeom>
              <a:avLst/>
              <a:gdLst/>
              <a:ahLst/>
              <a:cxnLst/>
              <a:rect l="l" t="t" r="r" b="b"/>
              <a:pathLst>
                <a:path w="2302" h="1576" extrusionOk="0">
                  <a:moveTo>
                    <a:pt x="1048" y="0"/>
                  </a:moveTo>
                  <a:cubicBezTo>
                    <a:pt x="616" y="0"/>
                    <a:pt x="235" y="242"/>
                    <a:pt x="131" y="619"/>
                  </a:cubicBezTo>
                  <a:cubicBezTo>
                    <a:pt x="0" y="1094"/>
                    <a:pt x="453" y="1319"/>
                    <a:pt x="1022" y="1473"/>
                  </a:cubicBezTo>
                  <a:cubicBezTo>
                    <a:pt x="1241" y="1533"/>
                    <a:pt x="1445" y="1576"/>
                    <a:pt x="1621" y="1576"/>
                  </a:cubicBezTo>
                  <a:cubicBezTo>
                    <a:pt x="1891" y="1576"/>
                    <a:pt x="2092" y="1476"/>
                    <a:pt x="2171" y="1188"/>
                  </a:cubicBezTo>
                  <a:cubicBezTo>
                    <a:pt x="2302" y="713"/>
                    <a:pt x="1958" y="204"/>
                    <a:pt x="1389" y="50"/>
                  </a:cubicBezTo>
                  <a:cubicBezTo>
                    <a:pt x="1274" y="16"/>
                    <a:pt x="1160" y="0"/>
                    <a:pt x="10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34"/>
            <p:cNvSpPr/>
            <p:nvPr/>
          </p:nvSpPr>
          <p:spPr>
            <a:xfrm>
              <a:off x="7598261" y="4092166"/>
              <a:ext cx="121048" cy="58402"/>
            </a:xfrm>
            <a:custGeom>
              <a:avLst/>
              <a:gdLst/>
              <a:ahLst/>
              <a:cxnLst/>
              <a:rect l="l" t="t" r="r" b="b"/>
              <a:pathLst>
                <a:path w="570" h="275" extrusionOk="0">
                  <a:moveTo>
                    <a:pt x="141" y="0"/>
                  </a:moveTo>
                  <a:cubicBezTo>
                    <a:pt x="110" y="0"/>
                    <a:pt x="86" y="11"/>
                    <a:pt x="72" y="38"/>
                  </a:cubicBezTo>
                  <a:cubicBezTo>
                    <a:pt x="1" y="169"/>
                    <a:pt x="547" y="274"/>
                    <a:pt x="547" y="274"/>
                  </a:cubicBezTo>
                  <a:lnTo>
                    <a:pt x="570" y="251"/>
                  </a:lnTo>
                  <a:cubicBezTo>
                    <a:pt x="570" y="251"/>
                    <a:pt x="286" y="0"/>
                    <a:pt x="1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890" name="Google Shape;890;p34"/>
            <p:cNvSpPr/>
            <p:nvPr/>
          </p:nvSpPr>
          <p:spPr>
            <a:xfrm>
              <a:off x="7736726" y="4218527"/>
              <a:ext cx="94290" cy="139102"/>
            </a:xfrm>
            <a:custGeom>
              <a:avLst/>
              <a:gdLst/>
              <a:ahLst/>
              <a:cxnLst/>
              <a:rect l="l" t="t" r="r" b="b"/>
              <a:pathLst>
                <a:path w="444" h="655" extrusionOk="0">
                  <a:moveTo>
                    <a:pt x="154" y="0"/>
                  </a:moveTo>
                  <a:lnTo>
                    <a:pt x="120" y="60"/>
                  </a:lnTo>
                  <a:cubicBezTo>
                    <a:pt x="120" y="72"/>
                    <a:pt x="0" y="618"/>
                    <a:pt x="202" y="652"/>
                  </a:cubicBezTo>
                  <a:cubicBezTo>
                    <a:pt x="211" y="654"/>
                    <a:pt x="219" y="654"/>
                    <a:pt x="226" y="654"/>
                  </a:cubicBezTo>
                  <a:cubicBezTo>
                    <a:pt x="443" y="654"/>
                    <a:pt x="154" y="0"/>
                    <a:pt x="1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891" name="Google Shape;891;p34"/>
            <p:cNvSpPr/>
            <p:nvPr/>
          </p:nvSpPr>
          <p:spPr>
            <a:xfrm>
              <a:off x="7588067" y="4138888"/>
              <a:ext cx="201959" cy="162463"/>
            </a:xfrm>
            <a:custGeom>
              <a:avLst/>
              <a:gdLst/>
              <a:ahLst/>
              <a:cxnLst/>
              <a:rect l="l" t="t" r="r" b="b"/>
              <a:pathLst>
                <a:path w="951" h="765" extrusionOk="0">
                  <a:moveTo>
                    <a:pt x="619" y="0"/>
                  </a:moveTo>
                  <a:cubicBezTo>
                    <a:pt x="501" y="0"/>
                    <a:pt x="367" y="56"/>
                    <a:pt x="262" y="162"/>
                  </a:cubicBezTo>
                  <a:cubicBezTo>
                    <a:pt x="71" y="339"/>
                    <a:pt x="0" y="552"/>
                    <a:pt x="142" y="671"/>
                  </a:cubicBezTo>
                  <a:cubicBezTo>
                    <a:pt x="217" y="735"/>
                    <a:pt x="301" y="764"/>
                    <a:pt x="387" y="764"/>
                  </a:cubicBezTo>
                  <a:cubicBezTo>
                    <a:pt x="509" y="764"/>
                    <a:pt x="637" y="705"/>
                    <a:pt x="748" y="600"/>
                  </a:cubicBezTo>
                  <a:cubicBezTo>
                    <a:pt x="925" y="424"/>
                    <a:pt x="950" y="210"/>
                    <a:pt x="820" y="80"/>
                  </a:cubicBezTo>
                  <a:cubicBezTo>
                    <a:pt x="771" y="26"/>
                    <a:pt x="699" y="0"/>
                    <a:pt x="6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892" name="Google Shape;892;p34"/>
            <p:cNvSpPr/>
            <p:nvPr/>
          </p:nvSpPr>
          <p:spPr>
            <a:xfrm>
              <a:off x="7686395" y="4218527"/>
              <a:ext cx="28032" cy="30369"/>
            </a:xfrm>
            <a:custGeom>
              <a:avLst/>
              <a:gdLst/>
              <a:ahLst/>
              <a:cxnLst/>
              <a:rect l="l" t="t" r="r" b="b"/>
              <a:pathLst>
                <a:path w="132" h="143" extrusionOk="0">
                  <a:moveTo>
                    <a:pt x="61" y="0"/>
                  </a:moveTo>
                  <a:cubicBezTo>
                    <a:pt x="35" y="0"/>
                    <a:pt x="24" y="0"/>
                    <a:pt x="1" y="12"/>
                  </a:cubicBezTo>
                  <a:lnTo>
                    <a:pt x="24" y="49"/>
                  </a:lnTo>
                  <a:cubicBezTo>
                    <a:pt x="35" y="35"/>
                    <a:pt x="46" y="35"/>
                    <a:pt x="61" y="35"/>
                  </a:cubicBezTo>
                  <a:cubicBezTo>
                    <a:pt x="72" y="35"/>
                    <a:pt x="72" y="49"/>
                    <a:pt x="83" y="49"/>
                  </a:cubicBezTo>
                  <a:cubicBezTo>
                    <a:pt x="83" y="60"/>
                    <a:pt x="95" y="72"/>
                    <a:pt x="83" y="83"/>
                  </a:cubicBezTo>
                  <a:cubicBezTo>
                    <a:pt x="83" y="94"/>
                    <a:pt x="83" y="106"/>
                    <a:pt x="72" y="106"/>
                  </a:cubicBezTo>
                  <a:lnTo>
                    <a:pt x="95" y="143"/>
                  </a:lnTo>
                  <a:cubicBezTo>
                    <a:pt x="106" y="131"/>
                    <a:pt x="118" y="106"/>
                    <a:pt x="118" y="94"/>
                  </a:cubicBezTo>
                  <a:cubicBezTo>
                    <a:pt x="132" y="72"/>
                    <a:pt x="118" y="49"/>
                    <a:pt x="106" y="35"/>
                  </a:cubicBezTo>
                  <a:cubicBezTo>
                    <a:pt x="95" y="12"/>
                    <a:pt x="83" y="0"/>
                    <a:pt x="61" y="0"/>
                  </a:cubicBez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4"/>
            <p:cNvSpPr/>
            <p:nvPr/>
          </p:nvSpPr>
          <p:spPr>
            <a:xfrm>
              <a:off x="7623746" y="4220864"/>
              <a:ext cx="30368" cy="25697"/>
            </a:xfrm>
            <a:custGeom>
              <a:avLst/>
              <a:gdLst/>
              <a:ahLst/>
              <a:cxnLst/>
              <a:rect l="l" t="t" r="r" b="b"/>
              <a:pathLst>
                <a:path w="143" h="121" extrusionOk="0">
                  <a:moveTo>
                    <a:pt x="23" y="1"/>
                  </a:moveTo>
                  <a:cubicBezTo>
                    <a:pt x="0" y="38"/>
                    <a:pt x="11" y="72"/>
                    <a:pt x="34" y="95"/>
                  </a:cubicBezTo>
                  <a:cubicBezTo>
                    <a:pt x="46" y="109"/>
                    <a:pt x="71" y="120"/>
                    <a:pt x="83" y="120"/>
                  </a:cubicBezTo>
                  <a:lnTo>
                    <a:pt x="94" y="120"/>
                  </a:lnTo>
                  <a:cubicBezTo>
                    <a:pt x="105" y="109"/>
                    <a:pt x="128" y="109"/>
                    <a:pt x="142" y="83"/>
                  </a:cubicBezTo>
                  <a:lnTo>
                    <a:pt x="117" y="72"/>
                  </a:lnTo>
                  <a:cubicBezTo>
                    <a:pt x="105" y="83"/>
                    <a:pt x="94" y="83"/>
                    <a:pt x="83" y="95"/>
                  </a:cubicBezTo>
                  <a:cubicBezTo>
                    <a:pt x="71" y="95"/>
                    <a:pt x="57" y="83"/>
                    <a:pt x="46" y="83"/>
                  </a:cubicBezTo>
                  <a:cubicBezTo>
                    <a:pt x="34" y="61"/>
                    <a:pt x="23" y="38"/>
                    <a:pt x="46" y="12"/>
                  </a:cubicBezTo>
                  <a:lnTo>
                    <a:pt x="23" y="1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4"/>
            <p:cNvSpPr/>
            <p:nvPr/>
          </p:nvSpPr>
          <p:spPr>
            <a:xfrm>
              <a:off x="7638824" y="4173292"/>
              <a:ext cx="30368" cy="27820"/>
            </a:xfrm>
            <a:custGeom>
              <a:avLst/>
              <a:gdLst/>
              <a:ahLst/>
              <a:cxnLst/>
              <a:rect l="l" t="t" r="r" b="b"/>
              <a:pathLst>
                <a:path w="143" h="131" extrusionOk="0">
                  <a:moveTo>
                    <a:pt x="57" y="0"/>
                  </a:moveTo>
                  <a:cubicBezTo>
                    <a:pt x="34" y="0"/>
                    <a:pt x="23" y="12"/>
                    <a:pt x="0" y="23"/>
                  </a:cubicBezTo>
                  <a:lnTo>
                    <a:pt x="34" y="48"/>
                  </a:lnTo>
                  <a:cubicBezTo>
                    <a:pt x="34" y="48"/>
                    <a:pt x="46" y="34"/>
                    <a:pt x="57" y="34"/>
                  </a:cubicBezTo>
                  <a:cubicBezTo>
                    <a:pt x="71" y="34"/>
                    <a:pt x="83" y="48"/>
                    <a:pt x="83" y="48"/>
                  </a:cubicBezTo>
                  <a:cubicBezTo>
                    <a:pt x="105" y="71"/>
                    <a:pt x="105" y="94"/>
                    <a:pt x="94" y="105"/>
                  </a:cubicBezTo>
                  <a:lnTo>
                    <a:pt x="117" y="131"/>
                  </a:lnTo>
                  <a:cubicBezTo>
                    <a:pt x="142" y="105"/>
                    <a:pt x="142" y="48"/>
                    <a:pt x="105" y="23"/>
                  </a:cubicBezTo>
                  <a:cubicBezTo>
                    <a:pt x="94" y="12"/>
                    <a:pt x="83" y="0"/>
                    <a:pt x="57" y="0"/>
                  </a:cubicBez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4"/>
            <p:cNvSpPr/>
            <p:nvPr/>
          </p:nvSpPr>
          <p:spPr>
            <a:xfrm>
              <a:off x="7613339" y="4238491"/>
              <a:ext cx="20175" cy="23148"/>
            </a:xfrm>
            <a:custGeom>
              <a:avLst/>
              <a:gdLst/>
              <a:ahLst/>
              <a:cxnLst/>
              <a:rect l="l" t="t" r="r" b="b"/>
              <a:pathLst>
                <a:path w="95" h="109" extrusionOk="0">
                  <a:moveTo>
                    <a:pt x="83" y="0"/>
                  </a:moveTo>
                  <a:cubicBezTo>
                    <a:pt x="83" y="0"/>
                    <a:pt x="35" y="26"/>
                    <a:pt x="1" y="97"/>
                  </a:cubicBezTo>
                  <a:lnTo>
                    <a:pt x="23" y="108"/>
                  </a:lnTo>
                  <a:cubicBezTo>
                    <a:pt x="49" y="49"/>
                    <a:pt x="95" y="12"/>
                    <a:pt x="95" y="12"/>
                  </a:cubicBezTo>
                  <a:lnTo>
                    <a:pt x="83" y="0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34"/>
            <p:cNvSpPr/>
            <p:nvPr/>
          </p:nvSpPr>
          <p:spPr>
            <a:xfrm>
              <a:off x="7699137" y="4111279"/>
              <a:ext cx="113191" cy="103849"/>
            </a:xfrm>
            <a:custGeom>
              <a:avLst/>
              <a:gdLst/>
              <a:ahLst/>
              <a:cxnLst/>
              <a:rect l="l" t="t" r="r" b="b"/>
              <a:pathLst>
                <a:path w="533" h="489" extrusionOk="0">
                  <a:moveTo>
                    <a:pt x="222" y="0"/>
                  </a:moveTo>
                  <a:cubicBezTo>
                    <a:pt x="169" y="0"/>
                    <a:pt x="119" y="19"/>
                    <a:pt x="83" y="56"/>
                  </a:cubicBezTo>
                  <a:cubicBezTo>
                    <a:pt x="1" y="139"/>
                    <a:pt x="12" y="292"/>
                    <a:pt x="106" y="397"/>
                  </a:cubicBezTo>
                  <a:cubicBezTo>
                    <a:pt x="167" y="458"/>
                    <a:pt x="242" y="489"/>
                    <a:pt x="311" y="489"/>
                  </a:cubicBezTo>
                  <a:cubicBezTo>
                    <a:pt x="365" y="489"/>
                    <a:pt x="414" y="470"/>
                    <a:pt x="450" y="434"/>
                  </a:cubicBezTo>
                  <a:cubicBezTo>
                    <a:pt x="533" y="352"/>
                    <a:pt x="521" y="198"/>
                    <a:pt x="427" y="90"/>
                  </a:cubicBezTo>
                  <a:cubicBezTo>
                    <a:pt x="367" y="31"/>
                    <a:pt x="291" y="0"/>
                    <a:pt x="222" y="0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4"/>
            <p:cNvSpPr/>
            <p:nvPr/>
          </p:nvSpPr>
          <p:spPr>
            <a:xfrm>
              <a:off x="7756476" y="4107032"/>
              <a:ext cx="38438" cy="34404"/>
            </a:xfrm>
            <a:custGeom>
              <a:avLst/>
              <a:gdLst/>
              <a:ahLst/>
              <a:cxnLst/>
              <a:rect l="l" t="t" r="r" b="b"/>
              <a:pathLst>
                <a:path w="181" h="162" extrusionOk="0">
                  <a:moveTo>
                    <a:pt x="88" y="1"/>
                  </a:moveTo>
                  <a:cubicBezTo>
                    <a:pt x="56" y="1"/>
                    <a:pt x="24" y="25"/>
                    <a:pt x="15" y="62"/>
                  </a:cubicBezTo>
                  <a:cubicBezTo>
                    <a:pt x="1" y="110"/>
                    <a:pt x="27" y="147"/>
                    <a:pt x="72" y="159"/>
                  </a:cubicBezTo>
                  <a:cubicBezTo>
                    <a:pt x="79" y="161"/>
                    <a:pt x="85" y="161"/>
                    <a:pt x="92" y="161"/>
                  </a:cubicBezTo>
                  <a:cubicBezTo>
                    <a:pt x="125" y="161"/>
                    <a:pt x="159" y="141"/>
                    <a:pt x="169" y="110"/>
                  </a:cubicBezTo>
                  <a:cubicBezTo>
                    <a:pt x="180" y="62"/>
                    <a:pt x="157" y="16"/>
                    <a:pt x="109" y="5"/>
                  </a:cubicBezTo>
                  <a:cubicBezTo>
                    <a:pt x="102" y="2"/>
                    <a:pt x="95" y="1"/>
                    <a:pt x="88" y="1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4"/>
            <p:cNvSpPr/>
            <p:nvPr/>
          </p:nvSpPr>
          <p:spPr>
            <a:xfrm>
              <a:off x="7688943" y="4119562"/>
              <a:ext cx="50331" cy="44173"/>
            </a:xfrm>
            <a:custGeom>
              <a:avLst/>
              <a:gdLst/>
              <a:ahLst/>
              <a:cxnLst/>
              <a:rect l="l" t="t" r="r" b="b"/>
              <a:pathLst>
                <a:path w="237" h="208" extrusionOk="0">
                  <a:moveTo>
                    <a:pt x="126" y="0"/>
                  </a:moveTo>
                  <a:cubicBezTo>
                    <a:pt x="77" y="0"/>
                    <a:pt x="33" y="26"/>
                    <a:pt x="23" y="74"/>
                  </a:cubicBezTo>
                  <a:cubicBezTo>
                    <a:pt x="0" y="134"/>
                    <a:pt x="34" y="193"/>
                    <a:pt x="94" y="205"/>
                  </a:cubicBezTo>
                  <a:cubicBezTo>
                    <a:pt x="104" y="207"/>
                    <a:pt x="114" y="208"/>
                    <a:pt x="124" y="208"/>
                  </a:cubicBezTo>
                  <a:cubicBezTo>
                    <a:pt x="172" y="208"/>
                    <a:pt x="216" y="184"/>
                    <a:pt x="225" y="134"/>
                  </a:cubicBezTo>
                  <a:cubicBezTo>
                    <a:pt x="236" y="74"/>
                    <a:pt x="214" y="17"/>
                    <a:pt x="154" y="3"/>
                  </a:cubicBezTo>
                  <a:cubicBezTo>
                    <a:pt x="145" y="1"/>
                    <a:pt x="135" y="0"/>
                    <a:pt x="126" y="0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4"/>
            <p:cNvSpPr/>
            <p:nvPr/>
          </p:nvSpPr>
          <p:spPr>
            <a:xfrm>
              <a:off x="7721435" y="4107881"/>
              <a:ext cx="25696" cy="23361"/>
            </a:xfrm>
            <a:custGeom>
              <a:avLst/>
              <a:gdLst/>
              <a:ahLst/>
              <a:cxnLst/>
              <a:rect l="l" t="t" r="r" b="b"/>
              <a:pathLst>
                <a:path w="121" h="110" extrusionOk="0">
                  <a:moveTo>
                    <a:pt x="72" y="1"/>
                  </a:moveTo>
                  <a:cubicBezTo>
                    <a:pt x="38" y="1"/>
                    <a:pt x="12" y="12"/>
                    <a:pt x="1" y="35"/>
                  </a:cubicBezTo>
                  <a:cubicBezTo>
                    <a:pt x="1" y="72"/>
                    <a:pt x="12" y="95"/>
                    <a:pt x="38" y="106"/>
                  </a:cubicBezTo>
                  <a:cubicBezTo>
                    <a:pt x="44" y="108"/>
                    <a:pt x="50" y="109"/>
                    <a:pt x="56" y="109"/>
                  </a:cubicBezTo>
                  <a:cubicBezTo>
                    <a:pt x="80" y="109"/>
                    <a:pt x="97" y="91"/>
                    <a:pt x="109" y="72"/>
                  </a:cubicBezTo>
                  <a:cubicBezTo>
                    <a:pt x="120" y="35"/>
                    <a:pt x="95" y="12"/>
                    <a:pt x="72" y="1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4"/>
            <p:cNvSpPr/>
            <p:nvPr/>
          </p:nvSpPr>
          <p:spPr>
            <a:xfrm>
              <a:off x="7759662" y="4172655"/>
              <a:ext cx="55215" cy="49057"/>
            </a:xfrm>
            <a:custGeom>
              <a:avLst/>
              <a:gdLst/>
              <a:ahLst/>
              <a:cxnLst/>
              <a:rect l="l" t="t" r="r" b="b"/>
              <a:pathLst>
                <a:path w="260" h="231" extrusionOk="0">
                  <a:moveTo>
                    <a:pt x="142" y="1"/>
                  </a:moveTo>
                  <a:cubicBezTo>
                    <a:pt x="88" y="1"/>
                    <a:pt x="33" y="34"/>
                    <a:pt x="23" y="86"/>
                  </a:cubicBezTo>
                  <a:cubicBezTo>
                    <a:pt x="0" y="145"/>
                    <a:pt x="34" y="216"/>
                    <a:pt x="94" y="228"/>
                  </a:cubicBezTo>
                  <a:cubicBezTo>
                    <a:pt x="103" y="229"/>
                    <a:pt x="112" y="230"/>
                    <a:pt x="121" y="230"/>
                  </a:cubicBezTo>
                  <a:cubicBezTo>
                    <a:pt x="180" y="230"/>
                    <a:pt x="226" y="197"/>
                    <a:pt x="236" y="145"/>
                  </a:cubicBezTo>
                  <a:cubicBezTo>
                    <a:pt x="259" y="86"/>
                    <a:pt x="225" y="26"/>
                    <a:pt x="165" y="3"/>
                  </a:cubicBezTo>
                  <a:cubicBezTo>
                    <a:pt x="158" y="2"/>
                    <a:pt x="150" y="1"/>
                    <a:pt x="142" y="1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4"/>
            <p:cNvSpPr/>
            <p:nvPr/>
          </p:nvSpPr>
          <p:spPr>
            <a:xfrm>
              <a:off x="7952918" y="4191131"/>
              <a:ext cx="98750" cy="87709"/>
            </a:xfrm>
            <a:custGeom>
              <a:avLst/>
              <a:gdLst/>
              <a:ahLst/>
              <a:cxnLst/>
              <a:rect l="l" t="t" r="r" b="b"/>
              <a:pathLst>
                <a:path w="465" h="413" extrusionOk="0">
                  <a:moveTo>
                    <a:pt x="229" y="0"/>
                  </a:moveTo>
                  <a:cubicBezTo>
                    <a:pt x="169" y="0"/>
                    <a:pt x="111" y="24"/>
                    <a:pt x="72" y="70"/>
                  </a:cubicBezTo>
                  <a:cubicBezTo>
                    <a:pt x="1" y="164"/>
                    <a:pt x="15" y="295"/>
                    <a:pt x="97" y="366"/>
                  </a:cubicBezTo>
                  <a:cubicBezTo>
                    <a:pt x="139" y="397"/>
                    <a:pt x="186" y="413"/>
                    <a:pt x="232" y="413"/>
                  </a:cubicBezTo>
                  <a:cubicBezTo>
                    <a:pt x="290" y="413"/>
                    <a:pt x="347" y="389"/>
                    <a:pt x="393" y="343"/>
                  </a:cubicBezTo>
                  <a:cubicBezTo>
                    <a:pt x="464" y="249"/>
                    <a:pt x="453" y="129"/>
                    <a:pt x="370" y="47"/>
                  </a:cubicBezTo>
                  <a:cubicBezTo>
                    <a:pt x="327" y="15"/>
                    <a:pt x="278" y="0"/>
                    <a:pt x="2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4"/>
            <p:cNvSpPr/>
            <p:nvPr/>
          </p:nvSpPr>
          <p:spPr>
            <a:xfrm>
              <a:off x="7928071" y="4164160"/>
              <a:ext cx="85583" cy="75179"/>
            </a:xfrm>
            <a:custGeom>
              <a:avLst/>
              <a:gdLst/>
              <a:ahLst/>
              <a:cxnLst/>
              <a:rect l="l" t="t" r="r" b="b"/>
              <a:pathLst>
                <a:path w="403" h="354" extrusionOk="0">
                  <a:moveTo>
                    <a:pt x="203" y="1"/>
                  </a:moveTo>
                  <a:cubicBezTo>
                    <a:pt x="153" y="1"/>
                    <a:pt x="104" y="21"/>
                    <a:pt x="72" y="66"/>
                  </a:cubicBezTo>
                  <a:cubicBezTo>
                    <a:pt x="1" y="137"/>
                    <a:pt x="12" y="245"/>
                    <a:pt x="95" y="316"/>
                  </a:cubicBezTo>
                  <a:cubicBezTo>
                    <a:pt x="125" y="342"/>
                    <a:pt x="162" y="354"/>
                    <a:pt x="200" y="354"/>
                  </a:cubicBezTo>
                  <a:cubicBezTo>
                    <a:pt x="251" y="354"/>
                    <a:pt x="304" y="332"/>
                    <a:pt x="345" y="291"/>
                  </a:cubicBezTo>
                  <a:cubicBezTo>
                    <a:pt x="402" y="220"/>
                    <a:pt x="391" y="103"/>
                    <a:pt x="320" y="43"/>
                  </a:cubicBezTo>
                  <a:cubicBezTo>
                    <a:pt x="287" y="16"/>
                    <a:pt x="245" y="1"/>
                    <a:pt x="2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4"/>
            <p:cNvSpPr/>
            <p:nvPr/>
          </p:nvSpPr>
          <p:spPr>
            <a:xfrm>
              <a:off x="7910657" y="4153541"/>
              <a:ext cx="52667" cy="47783"/>
            </a:xfrm>
            <a:custGeom>
              <a:avLst/>
              <a:gdLst/>
              <a:ahLst/>
              <a:cxnLst/>
              <a:rect l="l" t="t" r="r" b="b"/>
              <a:pathLst>
                <a:path w="248" h="225" extrusionOk="0">
                  <a:moveTo>
                    <a:pt x="137" y="1"/>
                  </a:moveTo>
                  <a:cubicBezTo>
                    <a:pt x="102" y="1"/>
                    <a:pt x="64" y="17"/>
                    <a:pt x="35" y="45"/>
                  </a:cubicBezTo>
                  <a:cubicBezTo>
                    <a:pt x="0" y="93"/>
                    <a:pt x="12" y="153"/>
                    <a:pt x="57" y="198"/>
                  </a:cubicBezTo>
                  <a:cubicBezTo>
                    <a:pt x="80" y="216"/>
                    <a:pt x="105" y="225"/>
                    <a:pt x="130" y="225"/>
                  </a:cubicBezTo>
                  <a:cubicBezTo>
                    <a:pt x="159" y="225"/>
                    <a:pt x="188" y="213"/>
                    <a:pt x="214" y="187"/>
                  </a:cubicBezTo>
                  <a:cubicBezTo>
                    <a:pt x="248" y="141"/>
                    <a:pt x="248" y="70"/>
                    <a:pt x="200" y="22"/>
                  </a:cubicBezTo>
                  <a:cubicBezTo>
                    <a:pt x="182" y="8"/>
                    <a:pt x="160" y="1"/>
                    <a:pt x="1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4"/>
            <p:cNvSpPr/>
            <p:nvPr/>
          </p:nvSpPr>
          <p:spPr>
            <a:xfrm>
              <a:off x="7986260" y="4325351"/>
              <a:ext cx="113191" cy="101300"/>
            </a:xfrm>
            <a:custGeom>
              <a:avLst/>
              <a:gdLst/>
              <a:ahLst/>
              <a:cxnLst/>
              <a:rect l="l" t="t" r="r" b="b"/>
              <a:pathLst>
                <a:path w="533" h="477" extrusionOk="0">
                  <a:moveTo>
                    <a:pt x="265" y="1"/>
                  </a:moveTo>
                  <a:cubicBezTo>
                    <a:pt x="197" y="1"/>
                    <a:pt x="129" y="30"/>
                    <a:pt x="83" y="89"/>
                  </a:cubicBezTo>
                  <a:cubicBezTo>
                    <a:pt x="0" y="186"/>
                    <a:pt x="11" y="340"/>
                    <a:pt x="117" y="422"/>
                  </a:cubicBezTo>
                  <a:cubicBezTo>
                    <a:pt x="159" y="458"/>
                    <a:pt x="212" y="476"/>
                    <a:pt x="265" y="476"/>
                  </a:cubicBezTo>
                  <a:cubicBezTo>
                    <a:pt x="334" y="476"/>
                    <a:pt x="403" y="446"/>
                    <a:pt x="450" y="385"/>
                  </a:cubicBezTo>
                  <a:cubicBezTo>
                    <a:pt x="532" y="291"/>
                    <a:pt x="521" y="138"/>
                    <a:pt x="413" y="55"/>
                  </a:cubicBezTo>
                  <a:cubicBezTo>
                    <a:pt x="371" y="19"/>
                    <a:pt x="319" y="1"/>
                    <a:pt x="2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4"/>
            <p:cNvSpPr/>
            <p:nvPr/>
          </p:nvSpPr>
          <p:spPr>
            <a:xfrm>
              <a:off x="8013444" y="4305813"/>
              <a:ext cx="73266" cy="65835"/>
            </a:xfrm>
            <a:custGeom>
              <a:avLst/>
              <a:gdLst/>
              <a:ahLst/>
              <a:cxnLst/>
              <a:rect l="l" t="t" r="r" b="b"/>
              <a:pathLst>
                <a:path w="345" h="310" extrusionOk="0">
                  <a:moveTo>
                    <a:pt x="179" y="0"/>
                  </a:moveTo>
                  <a:cubicBezTo>
                    <a:pt x="136" y="0"/>
                    <a:pt x="93" y="19"/>
                    <a:pt x="60" y="50"/>
                  </a:cubicBezTo>
                  <a:cubicBezTo>
                    <a:pt x="0" y="121"/>
                    <a:pt x="14" y="218"/>
                    <a:pt x="71" y="278"/>
                  </a:cubicBezTo>
                  <a:cubicBezTo>
                    <a:pt x="103" y="298"/>
                    <a:pt x="139" y="309"/>
                    <a:pt x="176" y="309"/>
                  </a:cubicBezTo>
                  <a:cubicBezTo>
                    <a:pt x="221" y="309"/>
                    <a:pt x="266" y="292"/>
                    <a:pt x="299" y="252"/>
                  </a:cubicBezTo>
                  <a:cubicBezTo>
                    <a:pt x="344" y="193"/>
                    <a:pt x="344" y="87"/>
                    <a:pt x="273" y="39"/>
                  </a:cubicBezTo>
                  <a:cubicBezTo>
                    <a:pt x="247" y="12"/>
                    <a:pt x="213" y="0"/>
                    <a:pt x="1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6" name="Google Shape;906;p34"/>
          <p:cNvGrpSpPr/>
          <p:nvPr/>
        </p:nvGrpSpPr>
        <p:grpSpPr>
          <a:xfrm rot="594824">
            <a:off x="7967664" y="1435026"/>
            <a:ext cx="879503" cy="724369"/>
            <a:chOff x="7557699" y="4092166"/>
            <a:chExt cx="541752" cy="446193"/>
          </a:xfrm>
        </p:grpSpPr>
        <p:sp>
          <p:nvSpPr>
            <p:cNvPr id="907" name="Google Shape;907;p34"/>
            <p:cNvSpPr/>
            <p:nvPr/>
          </p:nvSpPr>
          <p:spPr>
            <a:xfrm>
              <a:off x="7608455" y="4328112"/>
              <a:ext cx="145895" cy="109371"/>
            </a:xfrm>
            <a:custGeom>
              <a:avLst/>
              <a:gdLst/>
              <a:ahLst/>
              <a:cxnLst/>
              <a:rect l="l" t="t" r="r" b="b"/>
              <a:pathLst>
                <a:path w="687" h="515" extrusionOk="0">
                  <a:moveTo>
                    <a:pt x="615" y="1"/>
                  </a:moveTo>
                  <a:cubicBezTo>
                    <a:pt x="601" y="1"/>
                    <a:pt x="585" y="6"/>
                    <a:pt x="570" y="16"/>
                  </a:cubicBezTo>
                  <a:lnTo>
                    <a:pt x="46" y="386"/>
                  </a:lnTo>
                  <a:cubicBezTo>
                    <a:pt x="12" y="409"/>
                    <a:pt x="1" y="457"/>
                    <a:pt x="24" y="480"/>
                  </a:cubicBezTo>
                  <a:cubicBezTo>
                    <a:pt x="35" y="503"/>
                    <a:pt x="58" y="514"/>
                    <a:pt x="83" y="514"/>
                  </a:cubicBezTo>
                  <a:cubicBezTo>
                    <a:pt x="95" y="514"/>
                    <a:pt x="118" y="514"/>
                    <a:pt x="129" y="503"/>
                  </a:cubicBezTo>
                  <a:lnTo>
                    <a:pt x="652" y="125"/>
                  </a:lnTo>
                  <a:cubicBezTo>
                    <a:pt x="687" y="113"/>
                    <a:pt x="687" y="65"/>
                    <a:pt x="664" y="31"/>
                  </a:cubicBezTo>
                  <a:cubicBezTo>
                    <a:pt x="651" y="10"/>
                    <a:pt x="634" y="1"/>
                    <a:pt x="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908" name="Google Shape;908;p34"/>
            <p:cNvSpPr/>
            <p:nvPr/>
          </p:nvSpPr>
          <p:spPr>
            <a:xfrm>
              <a:off x="7557699" y="4275656"/>
              <a:ext cx="146532" cy="109158"/>
            </a:xfrm>
            <a:custGeom>
              <a:avLst/>
              <a:gdLst/>
              <a:ahLst/>
              <a:cxnLst/>
              <a:rect l="l" t="t" r="r" b="b"/>
              <a:pathLst>
                <a:path w="690" h="514" extrusionOk="0">
                  <a:moveTo>
                    <a:pt x="613" y="0"/>
                  </a:moveTo>
                  <a:cubicBezTo>
                    <a:pt x="597" y="0"/>
                    <a:pt x="581" y="6"/>
                    <a:pt x="570" y="16"/>
                  </a:cubicBezTo>
                  <a:lnTo>
                    <a:pt x="38" y="383"/>
                  </a:lnTo>
                  <a:cubicBezTo>
                    <a:pt x="12" y="406"/>
                    <a:pt x="1" y="454"/>
                    <a:pt x="27" y="477"/>
                  </a:cubicBezTo>
                  <a:cubicBezTo>
                    <a:pt x="38" y="502"/>
                    <a:pt x="61" y="514"/>
                    <a:pt x="83" y="514"/>
                  </a:cubicBezTo>
                  <a:cubicBezTo>
                    <a:pt x="98" y="514"/>
                    <a:pt x="109" y="514"/>
                    <a:pt x="120" y="502"/>
                  </a:cubicBezTo>
                  <a:lnTo>
                    <a:pt x="652" y="121"/>
                  </a:lnTo>
                  <a:cubicBezTo>
                    <a:pt x="678" y="98"/>
                    <a:pt x="689" y="64"/>
                    <a:pt x="667" y="27"/>
                  </a:cubicBezTo>
                  <a:cubicBezTo>
                    <a:pt x="653" y="9"/>
                    <a:pt x="632" y="0"/>
                    <a:pt x="6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909" name="Google Shape;909;p34"/>
            <p:cNvSpPr/>
            <p:nvPr/>
          </p:nvSpPr>
          <p:spPr>
            <a:xfrm>
              <a:off x="7967996" y="4414335"/>
              <a:ext cx="66046" cy="124024"/>
            </a:xfrm>
            <a:custGeom>
              <a:avLst/>
              <a:gdLst/>
              <a:ahLst/>
              <a:cxnLst/>
              <a:rect l="l" t="t" r="r" b="b"/>
              <a:pathLst>
                <a:path w="311" h="584" extrusionOk="0">
                  <a:moveTo>
                    <a:pt x="80" y="0"/>
                  </a:moveTo>
                  <a:cubicBezTo>
                    <a:pt x="73" y="0"/>
                    <a:pt x="67" y="1"/>
                    <a:pt x="60" y="3"/>
                  </a:cubicBezTo>
                  <a:cubicBezTo>
                    <a:pt x="15" y="14"/>
                    <a:pt x="1" y="63"/>
                    <a:pt x="15" y="97"/>
                  </a:cubicBezTo>
                  <a:lnTo>
                    <a:pt x="169" y="535"/>
                  </a:lnTo>
                  <a:cubicBezTo>
                    <a:pt x="169" y="572"/>
                    <a:pt x="203" y="583"/>
                    <a:pt x="228" y="583"/>
                  </a:cubicBezTo>
                  <a:lnTo>
                    <a:pt x="251" y="583"/>
                  </a:lnTo>
                  <a:cubicBezTo>
                    <a:pt x="285" y="572"/>
                    <a:pt x="311" y="524"/>
                    <a:pt x="299" y="490"/>
                  </a:cubicBezTo>
                  <a:lnTo>
                    <a:pt x="143" y="51"/>
                  </a:lnTo>
                  <a:cubicBezTo>
                    <a:pt x="134" y="21"/>
                    <a:pt x="109" y="0"/>
                    <a:pt x="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910" name="Google Shape;910;p34"/>
            <p:cNvSpPr/>
            <p:nvPr/>
          </p:nvSpPr>
          <p:spPr>
            <a:xfrm>
              <a:off x="7882836" y="4381417"/>
              <a:ext cx="67957" cy="124236"/>
            </a:xfrm>
            <a:custGeom>
              <a:avLst/>
              <a:gdLst/>
              <a:ahLst/>
              <a:cxnLst/>
              <a:rect l="l" t="t" r="r" b="b"/>
              <a:pathLst>
                <a:path w="320" h="585" extrusionOk="0">
                  <a:moveTo>
                    <a:pt x="88" y="0"/>
                  </a:moveTo>
                  <a:cubicBezTo>
                    <a:pt x="78" y="0"/>
                    <a:pt x="69" y="2"/>
                    <a:pt x="60" y="4"/>
                  </a:cubicBezTo>
                  <a:cubicBezTo>
                    <a:pt x="23" y="16"/>
                    <a:pt x="1" y="50"/>
                    <a:pt x="23" y="87"/>
                  </a:cubicBezTo>
                  <a:lnTo>
                    <a:pt x="166" y="536"/>
                  </a:lnTo>
                  <a:cubicBezTo>
                    <a:pt x="177" y="562"/>
                    <a:pt x="203" y="585"/>
                    <a:pt x="237" y="585"/>
                  </a:cubicBezTo>
                  <a:cubicBezTo>
                    <a:pt x="248" y="585"/>
                    <a:pt x="248" y="585"/>
                    <a:pt x="259" y="573"/>
                  </a:cubicBezTo>
                  <a:cubicBezTo>
                    <a:pt x="296" y="562"/>
                    <a:pt x="319" y="525"/>
                    <a:pt x="308" y="491"/>
                  </a:cubicBezTo>
                  <a:lnTo>
                    <a:pt x="154" y="39"/>
                  </a:lnTo>
                  <a:cubicBezTo>
                    <a:pt x="146" y="13"/>
                    <a:pt x="116" y="0"/>
                    <a:pt x="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911" name="Google Shape;911;p34"/>
            <p:cNvSpPr/>
            <p:nvPr/>
          </p:nvSpPr>
          <p:spPr>
            <a:xfrm>
              <a:off x="7603146" y="4134853"/>
              <a:ext cx="488864" cy="334695"/>
            </a:xfrm>
            <a:custGeom>
              <a:avLst/>
              <a:gdLst/>
              <a:ahLst/>
              <a:cxnLst/>
              <a:rect l="l" t="t" r="r" b="b"/>
              <a:pathLst>
                <a:path w="2302" h="1576" extrusionOk="0">
                  <a:moveTo>
                    <a:pt x="1048" y="0"/>
                  </a:moveTo>
                  <a:cubicBezTo>
                    <a:pt x="616" y="0"/>
                    <a:pt x="235" y="242"/>
                    <a:pt x="131" y="619"/>
                  </a:cubicBezTo>
                  <a:cubicBezTo>
                    <a:pt x="0" y="1094"/>
                    <a:pt x="453" y="1319"/>
                    <a:pt x="1022" y="1473"/>
                  </a:cubicBezTo>
                  <a:cubicBezTo>
                    <a:pt x="1241" y="1533"/>
                    <a:pt x="1445" y="1576"/>
                    <a:pt x="1621" y="1576"/>
                  </a:cubicBezTo>
                  <a:cubicBezTo>
                    <a:pt x="1891" y="1576"/>
                    <a:pt x="2092" y="1476"/>
                    <a:pt x="2171" y="1188"/>
                  </a:cubicBezTo>
                  <a:cubicBezTo>
                    <a:pt x="2302" y="713"/>
                    <a:pt x="1958" y="204"/>
                    <a:pt x="1389" y="50"/>
                  </a:cubicBezTo>
                  <a:cubicBezTo>
                    <a:pt x="1274" y="16"/>
                    <a:pt x="1160" y="0"/>
                    <a:pt x="10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4"/>
            <p:cNvSpPr/>
            <p:nvPr/>
          </p:nvSpPr>
          <p:spPr>
            <a:xfrm>
              <a:off x="7598261" y="4092166"/>
              <a:ext cx="121048" cy="58402"/>
            </a:xfrm>
            <a:custGeom>
              <a:avLst/>
              <a:gdLst/>
              <a:ahLst/>
              <a:cxnLst/>
              <a:rect l="l" t="t" r="r" b="b"/>
              <a:pathLst>
                <a:path w="570" h="275" extrusionOk="0">
                  <a:moveTo>
                    <a:pt x="141" y="0"/>
                  </a:moveTo>
                  <a:cubicBezTo>
                    <a:pt x="110" y="0"/>
                    <a:pt x="86" y="11"/>
                    <a:pt x="72" y="38"/>
                  </a:cubicBezTo>
                  <a:cubicBezTo>
                    <a:pt x="1" y="169"/>
                    <a:pt x="547" y="274"/>
                    <a:pt x="547" y="274"/>
                  </a:cubicBezTo>
                  <a:lnTo>
                    <a:pt x="570" y="251"/>
                  </a:lnTo>
                  <a:cubicBezTo>
                    <a:pt x="570" y="251"/>
                    <a:pt x="286" y="0"/>
                    <a:pt x="1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913" name="Google Shape;913;p34"/>
            <p:cNvSpPr/>
            <p:nvPr/>
          </p:nvSpPr>
          <p:spPr>
            <a:xfrm>
              <a:off x="7736726" y="4218527"/>
              <a:ext cx="94290" cy="139102"/>
            </a:xfrm>
            <a:custGeom>
              <a:avLst/>
              <a:gdLst/>
              <a:ahLst/>
              <a:cxnLst/>
              <a:rect l="l" t="t" r="r" b="b"/>
              <a:pathLst>
                <a:path w="444" h="655" extrusionOk="0">
                  <a:moveTo>
                    <a:pt x="154" y="0"/>
                  </a:moveTo>
                  <a:lnTo>
                    <a:pt x="120" y="60"/>
                  </a:lnTo>
                  <a:cubicBezTo>
                    <a:pt x="120" y="72"/>
                    <a:pt x="0" y="618"/>
                    <a:pt x="202" y="652"/>
                  </a:cubicBezTo>
                  <a:cubicBezTo>
                    <a:pt x="211" y="654"/>
                    <a:pt x="219" y="654"/>
                    <a:pt x="226" y="654"/>
                  </a:cubicBezTo>
                  <a:cubicBezTo>
                    <a:pt x="443" y="654"/>
                    <a:pt x="154" y="0"/>
                    <a:pt x="1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914" name="Google Shape;914;p34"/>
            <p:cNvSpPr/>
            <p:nvPr/>
          </p:nvSpPr>
          <p:spPr>
            <a:xfrm>
              <a:off x="7588067" y="4138888"/>
              <a:ext cx="201959" cy="162463"/>
            </a:xfrm>
            <a:custGeom>
              <a:avLst/>
              <a:gdLst/>
              <a:ahLst/>
              <a:cxnLst/>
              <a:rect l="l" t="t" r="r" b="b"/>
              <a:pathLst>
                <a:path w="951" h="765" extrusionOk="0">
                  <a:moveTo>
                    <a:pt x="619" y="0"/>
                  </a:moveTo>
                  <a:cubicBezTo>
                    <a:pt x="501" y="0"/>
                    <a:pt x="367" y="56"/>
                    <a:pt x="262" y="162"/>
                  </a:cubicBezTo>
                  <a:cubicBezTo>
                    <a:pt x="71" y="339"/>
                    <a:pt x="0" y="552"/>
                    <a:pt x="142" y="671"/>
                  </a:cubicBezTo>
                  <a:cubicBezTo>
                    <a:pt x="217" y="735"/>
                    <a:pt x="301" y="764"/>
                    <a:pt x="387" y="764"/>
                  </a:cubicBezTo>
                  <a:cubicBezTo>
                    <a:pt x="509" y="764"/>
                    <a:pt x="637" y="705"/>
                    <a:pt x="748" y="600"/>
                  </a:cubicBezTo>
                  <a:cubicBezTo>
                    <a:pt x="925" y="424"/>
                    <a:pt x="950" y="210"/>
                    <a:pt x="820" y="80"/>
                  </a:cubicBezTo>
                  <a:cubicBezTo>
                    <a:pt x="771" y="26"/>
                    <a:pt x="699" y="0"/>
                    <a:pt x="6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915" name="Google Shape;915;p34"/>
            <p:cNvSpPr/>
            <p:nvPr/>
          </p:nvSpPr>
          <p:spPr>
            <a:xfrm>
              <a:off x="7686395" y="4218527"/>
              <a:ext cx="28032" cy="30369"/>
            </a:xfrm>
            <a:custGeom>
              <a:avLst/>
              <a:gdLst/>
              <a:ahLst/>
              <a:cxnLst/>
              <a:rect l="l" t="t" r="r" b="b"/>
              <a:pathLst>
                <a:path w="132" h="143" extrusionOk="0">
                  <a:moveTo>
                    <a:pt x="61" y="0"/>
                  </a:moveTo>
                  <a:cubicBezTo>
                    <a:pt x="35" y="0"/>
                    <a:pt x="24" y="0"/>
                    <a:pt x="1" y="12"/>
                  </a:cubicBezTo>
                  <a:lnTo>
                    <a:pt x="24" y="49"/>
                  </a:lnTo>
                  <a:cubicBezTo>
                    <a:pt x="35" y="35"/>
                    <a:pt x="46" y="35"/>
                    <a:pt x="61" y="35"/>
                  </a:cubicBezTo>
                  <a:cubicBezTo>
                    <a:pt x="72" y="35"/>
                    <a:pt x="72" y="49"/>
                    <a:pt x="83" y="49"/>
                  </a:cubicBezTo>
                  <a:cubicBezTo>
                    <a:pt x="83" y="60"/>
                    <a:pt x="95" y="72"/>
                    <a:pt x="83" y="83"/>
                  </a:cubicBezTo>
                  <a:cubicBezTo>
                    <a:pt x="83" y="94"/>
                    <a:pt x="83" y="106"/>
                    <a:pt x="72" y="106"/>
                  </a:cubicBezTo>
                  <a:lnTo>
                    <a:pt x="95" y="143"/>
                  </a:lnTo>
                  <a:cubicBezTo>
                    <a:pt x="106" y="131"/>
                    <a:pt x="118" y="106"/>
                    <a:pt x="118" y="94"/>
                  </a:cubicBezTo>
                  <a:cubicBezTo>
                    <a:pt x="132" y="72"/>
                    <a:pt x="118" y="49"/>
                    <a:pt x="106" y="35"/>
                  </a:cubicBezTo>
                  <a:cubicBezTo>
                    <a:pt x="95" y="12"/>
                    <a:pt x="83" y="0"/>
                    <a:pt x="61" y="0"/>
                  </a:cubicBez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4"/>
            <p:cNvSpPr/>
            <p:nvPr/>
          </p:nvSpPr>
          <p:spPr>
            <a:xfrm>
              <a:off x="7623746" y="4220864"/>
              <a:ext cx="30368" cy="25697"/>
            </a:xfrm>
            <a:custGeom>
              <a:avLst/>
              <a:gdLst/>
              <a:ahLst/>
              <a:cxnLst/>
              <a:rect l="l" t="t" r="r" b="b"/>
              <a:pathLst>
                <a:path w="143" h="121" extrusionOk="0">
                  <a:moveTo>
                    <a:pt x="23" y="1"/>
                  </a:moveTo>
                  <a:cubicBezTo>
                    <a:pt x="0" y="38"/>
                    <a:pt x="11" y="72"/>
                    <a:pt x="34" y="95"/>
                  </a:cubicBezTo>
                  <a:cubicBezTo>
                    <a:pt x="46" y="109"/>
                    <a:pt x="71" y="120"/>
                    <a:pt x="83" y="120"/>
                  </a:cubicBezTo>
                  <a:lnTo>
                    <a:pt x="94" y="120"/>
                  </a:lnTo>
                  <a:cubicBezTo>
                    <a:pt x="105" y="109"/>
                    <a:pt x="128" y="109"/>
                    <a:pt x="142" y="83"/>
                  </a:cubicBezTo>
                  <a:lnTo>
                    <a:pt x="117" y="72"/>
                  </a:lnTo>
                  <a:cubicBezTo>
                    <a:pt x="105" y="83"/>
                    <a:pt x="94" y="83"/>
                    <a:pt x="83" y="95"/>
                  </a:cubicBezTo>
                  <a:cubicBezTo>
                    <a:pt x="71" y="95"/>
                    <a:pt x="57" y="83"/>
                    <a:pt x="46" y="83"/>
                  </a:cubicBezTo>
                  <a:cubicBezTo>
                    <a:pt x="34" y="61"/>
                    <a:pt x="23" y="38"/>
                    <a:pt x="46" y="12"/>
                  </a:cubicBezTo>
                  <a:lnTo>
                    <a:pt x="23" y="1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4"/>
            <p:cNvSpPr/>
            <p:nvPr/>
          </p:nvSpPr>
          <p:spPr>
            <a:xfrm>
              <a:off x="7638824" y="4173292"/>
              <a:ext cx="30368" cy="27820"/>
            </a:xfrm>
            <a:custGeom>
              <a:avLst/>
              <a:gdLst/>
              <a:ahLst/>
              <a:cxnLst/>
              <a:rect l="l" t="t" r="r" b="b"/>
              <a:pathLst>
                <a:path w="143" h="131" extrusionOk="0">
                  <a:moveTo>
                    <a:pt x="57" y="0"/>
                  </a:moveTo>
                  <a:cubicBezTo>
                    <a:pt x="34" y="0"/>
                    <a:pt x="23" y="12"/>
                    <a:pt x="0" y="23"/>
                  </a:cubicBezTo>
                  <a:lnTo>
                    <a:pt x="34" y="48"/>
                  </a:lnTo>
                  <a:cubicBezTo>
                    <a:pt x="34" y="48"/>
                    <a:pt x="46" y="34"/>
                    <a:pt x="57" y="34"/>
                  </a:cubicBezTo>
                  <a:cubicBezTo>
                    <a:pt x="71" y="34"/>
                    <a:pt x="83" y="48"/>
                    <a:pt x="83" y="48"/>
                  </a:cubicBezTo>
                  <a:cubicBezTo>
                    <a:pt x="105" y="71"/>
                    <a:pt x="105" y="94"/>
                    <a:pt x="94" y="105"/>
                  </a:cubicBezTo>
                  <a:lnTo>
                    <a:pt x="117" y="131"/>
                  </a:lnTo>
                  <a:cubicBezTo>
                    <a:pt x="142" y="105"/>
                    <a:pt x="142" y="48"/>
                    <a:pt x="105" y="23"/>
                  </a:cubicBezTo>
                  <a:cubicBezTo>
                    <a:pt x="94" y="12"/>
                    <a:pt x="83" y="0"/>
                    <a:pt x="57" y="0"/>
                  </a:cubicBez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4"/>
            <p:cNvSpPr/>
            <p:nvPr/>
          </p:nvSpPr>
          <p:spPr>
            <a:xfrm>
              <a:off x="7613339" y="4238491"/>
              <a:ext cx="20175" cy="23148"/>
            </a:xfrm>
            <a:custGeom>
              <a:avLst/>
              <a:gdLst/>
              <a:ahLst/>
              <a:cxnLst/>
              <a:rect l="l" t="t" r="r" b="b"/>
              <a:pathLst>
                <a:path w="95" h="109" extrusionOk="0">
                  <a:moveTo>
                    <a:pt x="83" y="0"/>
                  </a:moveTo>
                  <a:cubicBezTo>
                    <a:pt x="83" y="0"/>
                    <a:pt x="35" y="26"/>
                    <a:pt x="1" y="97"/>
                  </a:cubicBezTo>
                  <a:lnTo>
                    <a:pt x="23" y="108"/>
                  </a:lnTo>
                  <a:cubicBezTo>
                    <a:pt x="49" y="49"/>
                    <a:pt x="95" y="12"/>
                    <a:pt x="95" y="12"/>
                  </a:cubicBezTo>
                  <a:lnTo>
                    <a:pt x="83" y="0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4"/>
            <p:cNvSpPr/>
            <p:nvPr/>
          </p:nvSpPr>
          <p:spPr>
            <a:xfrm>
              <a:off x="7699137" y="4111279"/>
              <a:ext cx="113191" cy="103849"/>
            </a:xfrm>
            <a:custGeom>
              <a:avLst/>
              <a:gdLst/>
              <a:ahLst/>
              <a:cxnLst/>
              <a:rect l="l" t="t" r="r" b="b"/>
              <a:pathLst>
                <a:path w="533" h="489" extrusionOk="0">
                  <a:moveTo>
                    <a:pt x="222" y="0"/>
                  </a:moveTo>
                  <a:cubicBezTo>
                    <a:pt x="169" y="0"/>
                    <a:pt x="119" y="19"/>
                    <a:pt x="83" y="56"/>
                  </a:cubicBezTo>
                  <a:cubicBezTo>
                    <a:pt x="1" y="139"/>
                    <a:pt x="12" y="292"/>
                    <a:pt x="106" y="397"/>
                  </a:cubicBezTo>
                  <a:cubicBezTo>
                    <a:pt x="167" y="458"/>
                    <a:pt x="242" y="489"/>
                    <a:pt x="311" y="489"/>
                  </a:cubicBezTo>
                  <a:cubicBezTo>
                    <a:pt x="365" y="489"/>
                    <a:pt x="414" y="470"/>
                    <a:pt x="450" y="434"/>
                  </a:cubicBezTo>
                  <a:cubicBezTo>
                    <a:pt x="533" y="352"/>
                    <a:pt x="521" y="198"/>
                    <a:pt x="427" y="90"/>
                  </a:cubicBezTo>
                  <a:cubicBezTo>
                    <a:pt x="367" y="31"/>
                    <a:pt x="291" y="0"/>
                    <a:pt x="222" y="0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4"/>
            <p:cNvSpPr/>
            <p:nvPr/>
          </p:nvSpPr>
          <p:spPr>
            <a:xfrm>
              <a:off x="7756476" y="4107032"/>
              <a:ext cx="38438" cy="34404"/>
            </a:xfrm>
            <a:custGeom>
              <a:avLst/>
              <a:gdLst/>
              <a:ahLst/>
              <a:cxnLst/>
              <a:rect l="l" t="t" r="r" b="b"/>
              <a:pathLst>
                <a:path w="181" h="162" extrusionOk="0">
                  <a:moveTo>
                    <a:pt x="88" y="1"/>
                  </a:moveTo>
                  <a:cubicBezTo>
                    <a:pt x="56" y="1"/>
                    <a:pt x="24" y="25"/>
                    <a:pt x="15" y="62"/>
                  </a:cubicBezTo>
                  <a:cubicBezTo>
                    <a:pt x="1" y="110"/>
                    <a:pt x="27" y="147"/>
                    <a:pt x="72" y="159"/>
                  </a:cubicBezTo>
                  <a:cubicBezTo>
                    <a:pt x="79" y="161"/>
                    <a:pt x="85" y="161"/>
                    <a:pt x="92" y="161"/>
                  </a:cubicBezTo>
                  <a:cubicBezTo>
                    <a:pt x="125" y="161"/>
                    <a:pt x="159" y="141"/>
                    <a:pt x="169" y="110"/>
                  </a:cubicBezTo>
                  <a:cubicBezTo>
                    <a:pt x="180" y="62"/>
                    <a:pt x="157" y="16"/>
                    <a:pt x="109" y="5"/>
                  </a:cubicBezTo>
                  <a:cubicBezTo>
                    <a:pt x="102" y="2"/>
                    <a:pt x="95" y="1"/>
                    <a:pt x="88" y="1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4"/>
            <p:cNvSpPr/>
            <p:nvPr/>
          </p:nvSpPr>
          <p:spPr>
            <a:xfrm>
              <a:off x="7688943" y="4119562"/>
              <a:ext cx="50331" cy="44173"/>
            </a:xfrm>
            <a:custGeom>
              <a:avLst/>
              <a:gdLst/>
              <a:ahLst/>
              <a:cxnLst/>
              <a:rect l="l" t="t" r="r" b="b"/>
              <a:pathLst>
                <a:path w="237" h="208" extrusionOk="0">
                  <a:moveTo>
                    <a:pt x="126" y="0"/>
                  </a:moveTo>
                  <a:cubicBezTo>
                    <a:pt x="77" y="0"/>
                    <a:pt x="33" y="26"/>
                    <a:pt x="23" y="74"/>
                  </a:cubicBezTo>
                  <a:cubicBezTo>
                    <a:pt x="0" y="134"/>
                    <a:pt x="34" y="193"/>
                    <a:pt x="94" y="205"/>
                  </a:cubicBezTo>
                  <a:cubicBezTo>
                    <a:pt x="104" y="207"/>
                    <a:pt x="114" y="208"/>
                    <a:pt x="124" y="208"/>
                  </a:cubicBezTo>
                  <a:cubicBezTo>
                    <a:pt x="172" y="208"/>
                    <a:pt x="216" y="184"/>
                    <a:pt x="225" y="134"/>
                  </a:cubicBezTo>
                  <a:cubicBezTo>
                    <a:pt x="236" y="74"/>
                    <a:pt x="214" y="17"/>
                    <a:pt x="154" y="3"/>
                  </a:cubicBezTo>
                  <a:cubicBezTo>
                    <a:pt x="145" y="1"/>
                    <a:pt x="135" y="0"/>
                    <a:pt x="126" y="0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4"/>
            <p:cNvSpPr/>
            <p:nvPr/>
          </p:nvSpPr>
          <p:spPr>
            <a:xfrm>
              <a:off x="7721435" y="4107881"/>
              <a:ext cx="25696" cy="23361"/>
            </a:xfrm>
            <a:custGeom>
              <a:avLst/>
              <a:gdLst/>
              <a:ahLst/>
              <a:cxnLst/>
              <a:rect l="l" t="t" r="r" b="b"/>
              <a:pathLst>
                <a:path w="121" h="110" extrusionOk="0">
                  <a:moveTo>
                    <a:pt x="72" y="1"/>
                  </a:moveTo>
                  <a:cubicBezTo>
                    <a:pt x="38" y="1"/>
                    <a:pt x="12" y="12"/>
                    <a:pt x="1" y="35"/>
                  </a:cubicBezTo>
                  <a:cubicBezTo>
                    <a:pt x="1" y="72"/>
                    <a:pt x="12" y="95"/>
                    <a:pt x="38" y="106"/>
                  </a:cubicBezTo>
                  <a:cubicBezTo>
                    <a:pt x="44" y="108"/>
                    <a:pt x="50" y="109"/>
                    <a:pt x="56" y="109"/>
                  </a:cubicBezTo>
                  <a:cubicBezTo>
                    <a:pt x="80" y="109"/>
                    <a:pt x="97" y="91"/>
                    <a:pt x="109" y="72"/>
                  </a:cubicBezTo>
                  <a:cubicBezTo>
                    <a:pt x="120" y="35"/>
                    <a:pt x="95" y="12"/>
                    <a:pt x="72" y="1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4"/>
            <p:cNvSpPr/>
            <p:nvPr/>
          </p:nvSpPr>
          <p:spPr>
            <a:xfrm>
              <a:off x="7759662" y="4172655"/>
              <a:ext cx="55215" cy="49057"/>
            </a:xfrm>
            <a:custGeom>
              <a:avLst/>
              <a:gdLst/>
              <a:ahLst/>
              <a:cxnLst/>
              <a:rect l="l" t="t" r="r" b="b"/>
              <a:pathLst>
                <a:path w="260" h="231" extrusionOk="0">
                  <a:moveTo>
                    <a:pt x="142" y="1"/>
                  </a:moveTo>
                  <a:cubicBezTo>
                    <a:pt x="88" y="1"/>
                    <a:pt x="33" y="34"/>
                    <a:pt x="23" y="86"/>
                  </a:cubicBezTo>
                  <a:cubicBezTo>
                    <a:pt x="0" y="145"/>
                    <a:pt x="34" y="216"/>
                    <a:pt x="94" y="228"/>
                  </a:cubicBezTo>
                  <a:cubicBezTo>
                    <a:pt x="103" y="229"/>
                    <a:pt x="112" y="230"/>
                    <a:pt x="121" y="230"/>
                  </a:cubicBezTo>
                  <a:cubicBezTo>
                    <a:pt x="180" y="230"/>
                    <a:pt x="226" y="197"/>
                    <a:pt x="236" y="145"/>
                  </a:cubicBezTo>
                  <a:cubicBezTo>
                    <a:pt x="259" y="86"/>
                    <a:pt x="225" y="26"/>
                    <a:pt x="165" y="3"/>
                  </a:cubicBezTo>
                  <a:cubicBezTo>
                    <a:pt x="158" y="2"/>
                    <a:pt x="150" y="1"/>
                    <a:pt x="142" y="1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4"/>
            <p:cNvSpPr/>
            <p:nvPr/>
          </p:nvSpPr>
          <p:spPr>
            <a:xfrm>
              <a:off x="7952918" y="4191131"/>
              <a:ext cx="98750" cy="87709"/>
            </a:xfrm>
            <a:custGeom>
              <a:avLst/>
              <a:gdLst/>
              <a:ahLst/>
              <a:cxnLst/>
              <a:rect l="l" t="t" r="r" b="b"/>
              <a:pathLst>
                <a:path w="465" h="413" extrusionOk="0">
                  <a:moveTo>
                    <a:pt x="229" y="0"/>
                  </a:moveTo>
                  <a:cubicBezTo>
                    <a:pt x="169" y="0"/>
                    <a:pt x="111" y="24"/>
                    <a:pt x="72" y="70"/>
                  </a:cubicBezTo>
                  <a:cubicBezTo>
                    <a:pt x="1" y="164"/>
                    <a:pt x="15" y="295"/>
                    <a:pt x="97" y="366"/>
                  </a:cubicBezTo>
                  <a:cubicBezTo>
                    <a:pt x="139" y="397"/>
                    <a:pt x="186" y="413"/>
                    <a:pt x="232" y="413"/>
                  </a:cubicBezTo>
                  <a:cubicBezTo>
                    <a:pt x="290" y="413"/>
                    <a:pt x="347" y="389"/>
                    <a:pt x="393" y="343"/>
                  </a:cubicBezTo>
                  <a:cubicBezTo>
                    <a:pt x="464" y="249"/>
                    <a:pt x="453" y="129"/>
                    <a:pt x="370" y="47"/>
                  </a:cubicBezTo>
                  <a:cubicBezTo>
                    <a:pt x="327" y="15"/>
                    <a:pt x="278" y="0"/>
                    <a:pt x="2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4"/>
            <p:cNvSpPr/>
            <p:nvPr/>
          </p:nvSpPr>
          <p:spPr>
            <a:xfrm>
              <a:off x="7928071" y="4164160"/>
              <a:ext cx="85583" cy="75179"/>
            </a:xfrm>
            <a:custGeom>
              <a:avLst/>
              <a:gdLst/>
              <a:ahLst/>
              <a:cxnLst/>
              <a:rect l="l" t="t" r="r" b="b"/>
              <a:pathLst>
                <a:path w="403" h="354" extrusionOk="0">
                  <a:moveTo>
                    <a:pt x="203" y="1"/>
                  </a:moveTo>
                  <a:cubicBezTo>
                    <a:pt x="153" y="1"/>
                    <a:pt x="104" y="21"/>
                    <a:pt x="72" y="66"/>
                  </a:cubicBezTo>
                  <a:cubicBezTo>
                    <a:pt x="1" y="137"/>
                    <a:pt x="12" y="245"/>
                    <a:pt x="95" y="316"/>
                  </a:cubicBezTo>
                  <a:cubicBezTo>
                    <a:pt x="125" y="342"/>
                    <a:pt x="162" y="354"/>
                    <a:pt x="200" y="354"/>
                  </a:cubicBezTo>
                  <a:cubicBezTo>
                    <a:pt x="251" y="354"/>
                    <a:pt x="304" y="332"/>
                    <a:pt x="345" y="291"/>
                  </a:cubicBezTo>
                  <a:cubicBezTo>
                    <a:pt x="402" y="220"/>
                    <a:pt x="391" y="103"/>
                    <a:pt x="320" y="43"/>
                  </a:cubicBezTo>
                  <a:cubicBezTo>
                    <a:pt x="287" y="16"/>
                    <a:pt x="245" y="1"/>
                    <a:pt x="2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4"/>
            <p:cNvSpPr/>
            <p:nvPr/>
          </p:nvSpPr>
          <p:spPr>
            <a:xfrm>
              <a:off x="7910657" y="4153541"/>
              <a:ext cx="52667" cy="47783"/>
            </a:xfrm>
            <a:custGeom>
              <a:avLst/>
              <a:gdLst/>
              <a:ahLst/>
              <a:cxnLst/>
              <a:rect l="l" t="t" r="r" b="b"/>
              <a:pathLst>
                <a:path w="248" h="225" extrusionOk="0">
                  <a:moveTo>
                    <a:pt x="137" y="1"/>
                  </a:moveTo>
                  <a:cubicBezTo>
                    <a:pt x="102" y="1"/>
                    <a:pt x="64" y="17"/>
                    <a:pt x="35" y="45"/>
                  </a:cubicBezTo>
                  <a:cubicBezTo>
                    <a:pt x="0" y="93"/>
                    <a:pt x="12" y="153"/>
                    <a:pt x="57" y="198"/>
                  </a:cubicBezTo>
                  <a:cubicBezTo>
                    <a:pt x="80" y="216"/>
                    <a:pt x="105" y="225"/>
                    <a:pt x="130" y="225"/>
                  </a:cubicBezTo>
                  <a:cubicBezTo>
                    <a:pt x="159" y="225"/>
                    <a:pt x="188" y="213"/>
                    <a:pt x="214" y="187"/>
                  </a:cubicBezTo>
                  <a:cubicBezTo>
                    <a:pt x="248" y="141"/>
                    <a:pt x="248" y="70"/>
                    <a:pt x="200" y="22"/>
                  </a:cubicBezTo>
                  <a:cubicBezTo>
                    <a:pt x="182" y="8"/>
                    <a:pt x="160" y="1"/>
                    <a:pt x="1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4"/>
            <p:cNvSpPr/>
            <p:nvPr/>
          </p:nvSpPr>
          <p:spPr>
            <a:xfrm>
              <a:off x="7986260" y="4325351"/>
              <a:ext cx="113191" cy="101300"/>
            </a:xfrm>
            <a:custGeom>
              <a:avLst/>
              <a:gdLst/>
              <a:ahLst/>
              <a:cxnLst/>
              <a:rect l="l" t="t" r="r" b="b"/>
              <a:pathLst>
                <a:path w="533" h="477" extrusionOk="0">
                  <a:moveTo>
                    <a:pt x="265" y="1"/>
                  </a:moveTo>
                  <a:cubicBezTo>
                    <a:pt x="197" y="1"/>
                    <a:pt x="129" y="30"/>
                    <a:pt x="83" y="89"/>
                  </a:cubicBezTo>
                  <a:cubicBezTo>
                    <a:pt x="0" y="186"/>
                    <a:pt x="11" y="340"/>
                    <a:pt x="117" y="422"/>
                  </a:cubicBezTo>
                  <a:cubicBezTo>
                    <a:pt x="159" y="458"/>
                    <a:pt x="212" y="476"/>
                    <a:pt x="265" y="476"/>
                  </a:cubicBezTo>
                  <a:cubicBezTo>
                    <a:pt x="334" y="476"/>
                    <a:pt x="403" y="446"/>
                    <a:pt x="450" y="385"/>
                  </a:cubicBezTo>
                  <a:cubicBezTo>
                    <a:pt x="532" y="291"/>
                    <a:pt x="521" y="138"/>
                    <a:pt x="413" y="55"/>
                  </a:cubicBezTo>
                  <a:cubicBezTo>
                    <a:pt x="371" y="19"/>
                    <a:pt x="319" y="1"/>
                    <a:pt x="2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4"/>
            <p:cNvSpPr/>
            <p:nvPr/>
          </p:nvSpPr>
          <p:spPr>
            <a:xfrm>
              <a:off x="8013444" y="4305813"/>
              <a:ext cx="73266" cy="65835"/>
            </a:xfrm>
            <a:custGeom>
              <a:avLst/>
              <a:gdLst/>
              <a:ahLst/>
              <a:cxnLst/>
              <a:rect l="l" t="t" r="r" b="b"/>
              <a:pathLst>
                <a:path w="345" h="310" extrusionOk="0">
                  <a:moveTo>
                    <a:pt x="179" y="0"/>
                  </a:moveTo>
                  <a:cubicBezTo>
                    <a:pt x="136" y="0"/>
                    <a:pt x="93" y="19"/>
                    <a:pt x="60" y="50"/>
                  </a:cubicBezTo>
                  <a:cubicBezTo>
                    <a:pt x="0" y="121"/>
                    <a:pt x="14" y="218"/>
                    <a:pt x="71" y="278"/>
                  </a:cubicBezTo>
                  <a:cubicBezTo>
                    <a:pt x="103" y="298"/>
                    <a:pt x="139" y="309"/>
                    <a:pt x="176" y="309"/>
                  </a:cubicBezTo>
                  <a:cubicBezTo>
                    <a:pt x="221" y="309"/>
                    <a:pt x="266" y="292"/>
                    <a:pt x="299" y="252"/>
                  </a:cubicBezTo>
                  <a:cubicBezTo>
                    <a:pt x="344" y="193"/>
                    <a:pt x="344" y="87"/>
                    <a:pt x="273" y="39"/>
                  </a:cubicBezTo>
                  <a:cubicBezTo>
                    <a:pt x="247" y="12"/>
                    <a:pt x="213" y="0"/>
                    <a:pt x="1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9" name="Google Shape;929;p34"/>
          <p:cNvGrpSpPr/>
          <p:nvPr/>
        </p:nvGrpSpPr>
        <p:grpSpPr>
          <a:xfrm rot="-587966">
            <a:off x="6867109" y="772154"/>
            <a:ext cx="879473" cy="724344"/>
            <a:chOff x="7557699" y="4092166"/>
            <a:chExt cx="541752" cy="446193"/>
          </a:xfrm>
        </p:grpSpPr>
        <p:sp>
          <p:nvSpPr>
            <p:cNvPr id="930" name="Google Shape;930;p34"/>
            <p:cNvSpPr/>
            <p:nvPr/>
          </p:nvSpPr>
          <p:spPr>
            <a:xfrm>
              <a:off x="7608455" y="4328112"/>
              <a:ext cx="145895" cy="109371"/>
            </a:xfrm>
            <a:custGeom>
              <a:avLst/>
              <a:gdLst/>
              <a:ahLst/>
              <a:cxnLst/>
              <a:rect l="l" t="t" r="r" b="b"/>
              <a:pathLst>
                <a:path w="687" h="515" extrusionOk="0">
                  <a:moveTo>
                    <a:pt x="615" y="1"/>
                  </a:moveTo>
                  <a:cubicBezTo>
                    <a:pt x="601" y="1"/>
                    <a:pt x="585" y="6"/>
                    <a:pt x="570" y="16"/>
                  </a:cubicBezTo>
                  <a:lnTo>
                    <a:pt x="46" y="386"/>
                  </a:lnTo>
                  <a:cubicBezTo>
                    <a:pt x="12" y="409"/>
                    <a:pt x="1" y="457"/>
                    <a:pt x="24" y="480"/>
                  </a:cubicBezTo>
                  <a:cubicBezTo>
                    <a:pt x="35" y="503"/>
                    <a:pt x="58" y="514"/>
                    <a:pt x="83" y="514"/>
                  </a:cubicBezTo>
                  <a:cubicBezTo>
                    <a:pt x="95" y="514"/>
                    <a:pt x="118" y="514"/>
                    <a:pt x="129" y="503"/>
                  </a:cubicBezTo>
                  <a:lnTo>
                    <a:pt x="652" y="125"/>
                  </a:lnTo>
                  <a:cubicBezTo>
                    <a:pt x="687" y="113"/>
                    <a:pt x="687" y="65"/>
                    <a:pt x="664" y="31"/>
                  </a:cubicBezTo>
                  <a:cubicBezTo>
                    <a:pt x="651" y="10"/>
                    <a:pt x="634" y="1"/>
                    <a:pt x="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931" name="Google Shape;931;p34"/>
            <p:cNvSpPr/>
            <p:nvPr/>
          </p:nvSpPr>
          <p:spPr>
            <a:xfrm>
              <a:off x="7557699" y="4275656"/>
              <a:ext cx="146532" cy="109158"/>
            </a:xfrm>
            <a:custGeom>
              <a:avLst/>
              <a:gdLst/>
              <a:ahLst/>
              <a:cxnLst/>
              <a:rect l="l" t="t" r="r" b="b"/>
              <a:pathLst>
                <a:path w="690" h="514" extrusionOk="0">
                  <a:moveTo>
                    <a:pt x="613" y="0"/>
                  </a:moveTo>
                  <a:cubicBezTo>
                    <a:pt x="597" y="0"/>
                    <a:pt x="581" y="6"/>
                    <a:pt x="570" y="16"/>
                  </a:cubicBezTo>
                  <a:lnTo>
                    <a:pt x="38" y="383"/>
                  </a:lnTo>
                  <a:cubicBezTo>
                    <a:pt x="12" y="406"/>
                    <a:pt x="1" y="454"/>
                    <a:pt x="27" y="477"/>
                  </a:cubicBezTo>
                  <a:cubicBezTo>
                    <a:pt x="38" y="502"/>
                    <a:pt x="61" y="514"/>
                    <a:pt x="83" y="514"/>
                  </a:cubicBezTo>
                  <a:cubicBezTo>
                    <a:pt x="98" y="514"/>
                    <a:pt x="109" y="514"/>
                    <a:pt x="120" y="502"/>
                  </a:cubicBezTo>
                  <a:lnTo>
                    <a:pt x="652" y="121"/>
                  </a:lnTo>
                  <a:cubicBezTo>
                    <a:pt x="678" y="98"/>
                    <a:pt x="689" y="64"/>
                    <a:pt x="667" y="27"/>
                  </a:cubicBezTo>
                  <a:cubicBezTo>
                    <a:pt x="653" y="9"/>
                    <a:pt x="632" y="0"/>
                    <a:pt x="6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932" name="Google Shape;932;p34"/>
            <p:cNvSpPr/>
            <p:nvPr/>
          </p:nvSpPr>
          <p:spPr>
            <a:xfrm>
              <a:off x="7967996" y="4414335"/>
              <a:ext cx="66046" cy="124024"/>
            </a:xfrm>
            <a:custGeom>
              <a:avLst/>
              <a:gdLst/>
              <a:ahLst/>
              <a:cxnLst/>
              <a:rect l="l" t="t" r="r" b="b"/>
              <a:pathLst>
                <a:path w="311" h="584" extrusionOk="0">
                  <a:moveTo>
                    <a:pt x="80" y="0"/>
                  </a:moveTo>
                  <a:cubicBezTo>
                    <a:pt x="73" y="0"/>
                    <a:pt x="67" y="1"/>
                    <a:pt x="60" y="3"/>
                  </a:cubicBezTo>
                  <a:cubicBezTo>
                    <a:pt x="15" y="14"/>
                    <a:pt x="1" y="63"/>
                    <a:pt x="15" y="97"/>
                  </a:cubicBezTo>
                  <a:lnTo>
                    <a:pt x="169" y="535"/>
                  </a:lnTo>
                  <a:cubicBezTo>
                    <a:pt x="169" y="572"/>
                    <a:pt x="203" y="583"/>
                    <a:pt x="228" y="583"/>
                  </a:cubicBezTo>
                  <a:lnTo>
                    <a:pt x="251" y="583"/>
                  </a:lnTo>
                  <a:cubicBezTo>
                    <a:pt x="285" y="572"/>
                    <a:pt x="311" y="524"/>
                    <a:pt x="299" y="490"/>
                  </a:cubicBezTo>
                  <a:lnTo>
                    <a:pt x="143" y="51"/>
                  </a:lnTo>
                  <a:cubicBezTo>
                    <a:pt x="134" y="21"/>
                    <a:pt x="109" y="0"/>
                    <a:pt x="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933" name="Google Shape;933;p34"/>
            <p:cNvSpPr/>
            <p:nvPr/>
          </p:nvSpPr>
          <p:spPr>
            <a:xfrm>
              <a:off x="7882836" y="4381417"/>
              <a:ext cx="67957" cy="124236"/>
            </a:xfrm>
            <a:custGeom>
              <a:avLst/>
              <a:gdLst/>
              <a:ahLst/>
              <a:cxnLst/>
              <a:rect l="l" t="t" r="r" b="b"/>
              <a:pathLst>
                <a:path w="320" h="585" extrusionOk="0">
                  <a:moveTo>
                    <a:pt x="88" y="0"/>
                  </a:moveTo>
                  <a:cubicBezTo>
                    <a:pt x="78" y="0"/>
                    <a:pt x="69" y="2"/>
                    <a:pt x="60" y="4"/>
                  </a:cubicBezTo>
                  <a:cubicBezTo>
                    <a:pt x="23" y="16"/>
                    <a:pt x="1" y="50"/>
                    <a:pt x="23" y="87"/>
                  </a:cubicBezTo>
                  <a:lnTo>
                    <a:pt x="166" y="536"/>
                  </a:lnTo>
                  <a:cubicBezTo>
                    <a:pt x="177" y="562"/>
                    <a:pt x="203" y="585"/>
                    <a:pt x="237" y="585"/>
                  </a:cubicBezTo>
                  <a:cubicBezTo>
                    <a:pt x="248" y="585"/>
                    <a:pt x="248" y="585"/>
                    <a:pt x="259" y="573"/>
                  </a:cubicBezTo>
                  <a:cubicBezTo>
                    <a:pt x="296" y="562"/>
                    <a:pt x="319" y="525"/>
                    <a:pt x="308" y="491"/>
                  </a:cubicBezTo>
                  <a:lnTo>
                    <a:pt x="154" y="39"/>
                  </a:lnTo>
                  <a:cubicBezTo>
                    <a:pt x="146" y="13"/>
                    <a:pt x="116" y="0"/>
                    <a:pt x="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934" name="Google Shape;934;p34"/>
            <p:cNvSpPr/>
            <p:nvPr/>
          </p:nvSpPr>
          <p:spPr>
            <a:xfrm>
              <a:off x="7603146" y="4134853"/>
              <a:ext cx="488864" cy="334695"/>
            </a:xfrm>
            <a:custGeom>
              <a:avLst/>
              <a:gdLst/>
              <a:ahLst/>
              <a:cxnLst/>
              <a:rect l="l" t="t" r="r" b="b"/>
              <a:pathLst>
                <a:path w="2302" h="1576" extrusionOk="0">
                  <a:moveTo>
                    <a:pt x="1048" y="0"/>
                  </a:moveTo>
                  <a:cubicBezTo>
                    <a:pt x="616" y="0"/>
                    <a:pt x="235" y="242"/>
                    <a:pt x="131" y="619"/>
                  </a:cubicBezTo>
                  <a:cubicBezTo>
                    <a:pt x="0" y="1094"/>
                    <a:pt x="453" y="1319"/>
                    <a:pt x="1022" y="1473"/>
                  </a:cubicBezTo>
                  <a:cubicBezTo>
                    <a:pt x="1241" y="1533"/>
                    <a:pt x="1445" y="1576"/>
                    <a:pt x="1621" y="1576"/>
                  </a:cubicBezTo>
                  <a:cubicBezTo>
                    <a:pt x="1891" y="1576"/>
                    <a:pt x="2092" y="1476"/>
                    <a:pt x="2171" y="1188"/>
                  </a:cubicBezTo>
                  <a:cubicBezTo>
                    <a:pt x="2302" y="713"/>
                    <a:pt x="1958" y="204"/>
                    <a:pt x="1389" y="50"/>
                  </a:cubicBezTo>
                  <a:cubicBezTo>
                    <a:pt x="1274" y="16"/>
                    <a:pt x="1160" y="0"/>
                    <a:pt x="10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4"/>
            <p:cNvSpPr/>
            <p:nvPr/>
          </p:nvSpPr>
          <p:spPr>
            <a:xfrm>
              <a:off x="7598261" y="4092166"/>
              <a:ext cx="121048" cy="58402"/>
            </a:xfrm>
            <a:custGeom>
              <a:avLst/>
              <a:gdLst/>
              <a:ahLst/>
              <a:cxnLst/>
              <a:rect l="l" t="t" r="r" b="b"/>
              <a:pathLst>
                <a:path w="570" h="275" extrusionOk="0">
                  <a:moveTo>
                    <a:pt x="141" y="0"/>
                  </a:moveTo>
                  <a:cubicBezTo>
                    <a:pt x="110" y="0"/>
                    <a:pt x="86" y="11"/>
                    <a:pt x="72" y="38"/>
                  </a:cubicBezTo>
                  <a:cubicBezTo>
                    <a:pt x="1" y="169"/>
                    <a:pt x="547" y="274"/>
                    <a:pt x="547" y="274"/>
                  </a:cubicBezTo>
                  <a:lnTo>
                    <a:pt x="570" y="251"/>
                  </a:lnTo>
                  <a:cubicBezTo>
                    <a:pt x="570" y="251"/>
                    <a:pt x="286" y="0"/>
                    <a:pt x="1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936" name="Google Shape;936;p34"/>
            <p:cNvSpPr/>
            <p:nvPr/>
          </p:nvSpPr>
          <p:spPr>
            <a:xfrm>
              <a:off x="7736726" y="4218527"/>
              <a:ext cx="94290" cy="139102"/>
            </a:xfrm>
            <a:custGeom>
              <a:avLst/>
              <a:gdLst/>
              <a:ahLst/>
              <a:cxnLst/>
              <a:rect l="l" t="t" r="r" b="b"/>
              <a:pathLst>
                <a:path w="444" h="655" extrusionOk="0">
                  <a:moveTo>
                    <a:pt x="154" y="0"/>
                  </a:moveTo>
                  <a:lnTo>
                    <a:pt x="120" y="60"/>
                  </a:lnTo>
                  <a:cubicBezTo>
                    <a:pt x="120" y="72"/>
                    <a:pt x="0" y="618"/>
                    <a:pt x="202" y="652"/>
                  </a:cubicBezTo>
                  <a:cubicBezTo>
                    <a:pt x="211" y="654"/>
                    <a:pt x="219" y="654"/>
                    <a:pt x="226" y="654"/>
                  </a:cubicBezTo>
                  <a:cubicBezTo>
                    <a:pt x="443" y="654"/>
                    <a:pt x="154" y="0"/>
                    <a:pt x="1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937" name="Google Shape;937;p34"/>
            <p:cNvSpPr/>
            <p:nvPr/>
          </p:nvSpPr>
          <p:spPr>
            <a:xfrm>
              <a:off x="7588067" y="4138888"/>
              <a:ext cx="201959" cy="162463"/>
            </a:xfrm>
            <a:custGeom>
              <a:avLst/>
              <a:gdLst/>
              <a:ahLst/>
              <a:cxnLst/>
              <a:rect l="l" t="t" r="r" b="b"/>
              <a:pathLst>
                <a:path w="951" h="765" extrusionOk="0">
                  <a:moveTo>
                    <a:pt x="619" y="0"/>
                  </a:moveTo>
                  <a:cubicBezTo>
                    <a:pt x="501" y="0"/>
                    <a:pt x="367" y="56"/>
                    <a:pt x="262" y="162"/>
                  </a:cubicBezTo>
                  <a:cubicBezTo>
                    <a:pt x="71" y="339"/>
                    <a:pt x="0" y="552"/>
                    <a:pt x="142" y="671"/>
                  </a:cubicBezTo>
                  <a:cubicBezTo>
                    <a:pt x="217" y="735"/>
                    <a:pt x="301" y="764"/>
                    <a:pt x="387" y="764"/>
                  </a:cubicBezTo>
                  <a:cubicBezTo>
                    <a:pt x="509" y="764"/>
                    <a:pt x="637" y="705"/>
                    <a:pt x="748" y="600"/>
                  </a:cubicBezTo>
                  <a:cubicBezTo>
                    <a:pt x="925" y="424"/>
                    <a:pt x="950" y="210"/>
                    <a:pt x="820" y="80"/>
                  </a:cubicBezTo>
                  <a:cubicBezTo>
                    <a:pt x="771" y="26"/>
                    <a:pt x="699" y="0"/>
                    <a:pt x="6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938" name="Google Shape;938;p34"/>
            <p:cNvSpPr/>
            <p:nvPr/>
          </p:nvSpPr>
          <p:spPr>
            <a:xfrm>
              <a:off x="7686395" y="4218527"/>
              <a:ext cx="28032" cy="30369"/>
            </a:xfrm>
            <a:custGeom>
              <a:avLst/>
              <a:gdLst/>
              <a:ahLst/>
              <a:cxnLst/>
              <a:rect l="l" t="t" r="r" b="b"/>
              <a:pathLst>
                <a:path w="132" h="143" extrusionOk="0">
                  <a:moveTo>
                    <a:pt x="61" y="0"/>
                  </a:moveTo>
                  <a:cubicBezTo>
                    <a:pt x="35" y="0"/>
                    <a:pt x="24" y="0"/>
                    <a:pt x="1" y="12"/>
                  </a:cubicBezTo>
                  <a:lnTo>
                    <a:pt x="24" y="49"/>
                  </a:lnTo>
                  <a:cubicBezTo>
                    <a:pt x="35" y="35"/>
                    <a:pt x="46" y="35"/>
                    <a:pt x="61" y="35"/>
                  </a:cubicBezTo>
                  <a:cubicBezTo>
                    <a:pt x="72" y="35"/>
                    <a:pt x="72" y="49"/>
                    <a:pt x="83" y="49"/>
                  </a:cubicBezTo>
                  <a:cubicBezTo>
                    <a:pt x="83" y="60"/>
                    <a:pt x="95" y="72"/>
                    <a:pt x="83" y="83"/>
                  </a:cubicBezTo>
                  <a:cubicBezTo>
                    <a:pt x="83" y="94"/>
                    <a:pt x="83" y="106"/>
                    <a:pt x="72" y="106"/>
                  </a:cubicBezTo>
                  <a:lnTo>
                    <a:pt x="95" y="143"/>
                  </a:lnTo>
                  <a:cubicBezTo>
                    <a:pt x="106" y="131"/>
                    <a:pt x="118" y="106"/>
                    <a:pt x="118" y="94"/>
                  </a:cubicBezTo>
                  <a:cubicBezTo>
                    <a:pt x="132" y="72"/>
                    <a:pt x="118" y="49"/>
                    <a:pt x="106" y="35"/>
                  </a:cubicBezTo>
                  <a:cubicBezTo>
                    <a:pt x="95" y="12"/>
                    <a:pt x="83" y="0"/>
                    <a:pt x="61" y="0"/>
                  </a:cubicBez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4"/>
            <p:cNvSpPr/>
            <p:nvPr/>
          </p:nvSpPr>
          <p:spPr>
            <a:xfrm>
              <a:off x="7623746" y="4220864"/>
              <a:ext cx="30368" cy="25697"/>
            </a:xfrm>
            <a:custGeom>
              <a:avLst/>
              <a:gdLst/>
              <a:ahLst/>
              <a:cxnLst/>
              <a:rect l="l" t="t" r="r" b="b"/>
              <a:pathLst>
                <a:path w="143" h="121" extrusionOk="0">
                  <a:moveTo>
                    <a:pt x="23" y="1"/>
                  </a:moveTo>
                  <a:cubicBezTo>
                    <a:pt x="0" y="38"/>
                    <a:pt x="11" y="72"/>
                    <a:pt x="34" y="95"/>
                  </a:cubicBezTo>
                  <a:cubicBezTo>
                    <a:pt x="46" y="109"/>
                    <a:pt x="71" y="120"/>
                    <a:pt x="83" y="120"/>
                  </a:cubicBezTo>
                  <a:lnTo>
                    <a:pt x="94" y="120"/>
                  </a:lnTo>
                  <a:cubicBezTo>
                    <a:pt x="105" y="109"/>
                    <a:pt x="128" y="109"/>
                    <a:pt x="142" y="83"/>
                  </a:cubicBezTo>
                  <a:lnTo>
                    <a:pt x="117" y="72"/>
                  </a:lnTo>
                  <a:cubicBezTo>
                    <a:pt x="105" y="83"/>
                    <a:pt x="94" y="83"/>
                    <a:pt x="83" y="95"/>
                  </a:cubicBezTo>
                  <a:cubicBezTo>
                    <a:pt x="71" y="95"/>
                    <a:pt x="57" y="83"/>
                    <a:pt x="46" y="83"/>
                  </a:cubicBezTo>
                  <a:cubicBezTo>
                    <a:pt x="34" y="61"/>
                    <a:pt x="23" y="38"/>
                    <a:pt x="46" y="12"/>
                  </a:cubicBezTo>
                  <a:lnTo>
                    <a:pt x="23" y="1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4"/>
            <p:cNvSpPr/>
            <p:nvPr/>
          </p:nvSpPr>
          <p:spPr>
            <a:xfrm>
              <a:off x="7638824" y="4173292"/>
              <a:ext cx="30368" cy="27820"/>
            </a:xfrm>
            <a:custGeom>
              <a:avLst/>
              <a:gdLst/>
              <a:ahLst/>
              <a:cxnLst/>
              <a:rect l="l" t="t" r="r" b="b"/>
              <a:pathLst>
                <a:path w="143" h="131" extrusionOk="0">
                  <a:moveTo>
                    <a:pt x="57" y="0"/>
                  </a:moveTo>
                  <a:cubicBezTo>
                    <a:pt x="34" y="0"/>
                    <a:pt x="23" y="12"/>
                    <a:pt x="0" y="23"/>
                  </a:cubicBezTo>
                  <a:lnTo>
                    <a:pt x="34" y="48"/>
                  </a:lnTo>
                  <a:cubicBezTo>
                    <a:pt x="34" y="48"/>
                    <a:pt x="46" y="34"/>
                    <a:pt x="57" y="34"/>
                  </a:cubicBezTo>
                  <a:cubicBezTo>
                    <a:pt x="71" y="34"/>
                    <a:pt x="83" y="48"/>
                    <a:pt x="83" y="48"/>
                  </a:cubicBezTo>
                  <a:cubicBezTo>
                    <a:pt x="105" y="71"/>
                    <a:pt x="105" y="94"/>
                    <a:pt x="94" y="105"/>
                  </a:cubicBezTo>
                  <a:lnTo>
                    <a:pt x="117" y="131"/>
                  </a:lnTo>
                  <a:cubicBezTo>
                    <a:pt x="142" y="105"/>
                    <a:pt x="142" y="48"/>
                    <a:pt x="105" y="23"/>
                  </a:cubicBezTo>
                  <a:cubicBezTo>
                    <a:pt x="94" y="12"/>
                    <a:pt x="83" y="0"/>
                    <a:pt x="57" y="0"/>
                  </a:cubicBez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4"/>
            <p:cNvSpPr/>
            <p:nvPr/>
          </p:nvSpPr>
          <p:spPr>
            <a:xfrm>
              <a:off x="7613339" y="4238491"/>
              <a:ext cx="20175" cy="23148"/>
            </a:xfrm>
            <a:custGeom>
              <a:avLst/>
              <a:gdLst/>
              <a:ahLst/>
              <a:cxnLst/>
              <a:rect l="l" t="t" r="r" b="b"/>
              <a:pathLst>
                <a:path w="95" h="109" extrusionOk="0">
                  <a:moveTo>
                    <a:pt x="83" y="0"/>
                  </a:moveTo>
                  <a:cubicBezTo>
                    <a:pt x="83" y="0"/>
                    <a:pt x="35" y="26"/>
                    <a:pt x="1" y="97"/>
                  </a:cubicBezTo>
                  <a:lnTo>
                    <a:pt x="23" y="108"/>
                  </a:lnTo>
                  <a:cubicBezTo>
                    <a:pt x="49" y="49"/>
                    <a:pt x="95" y="12"/>
                    <a:pt x="95" y="12"/>
                  </a:cubicBezTo>
                  <a:lnTo>
                    <a:pt x="83" y="0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4"/>
            <p:cNvSpPr/>
            <p:nvPr/>
          </p:nvSpPr>
          <p:spPr>
            <a:xfrm>
              <a:off x="7699137" y="4111279"/>
              <a:ext cx="113191" cy="103849"/>
            </a:xfrm>
            <a:custGeom>
              <a:avLst/>
              <a:gdLst/>
              <a:ahLst/>
              <a:cxnLst/>
              <a:rect l="l" t="t" r="r" b="b"/>
              <a:pathLst>
                <a:path w="533" h="489" extrusionOk="0">
                  <a:moveTo>
                    <a:pt x="222" y="0"/>
                  </a:moveTo>
                  <a:cubicBezTo>
                    <a:pt x="169" y="0"/>
                    <a:pt x="119" y="19"/>
                    <a:pt x="83" y="56"/>
                  </a:cubicBezTo>
                  <a:cubicBezTo>
                    <a:pt x="1" y="139"/>
                    <a:pt x="12" y="292"/>
                    <a:pt x="106" y="397"/>
                  </a:cubicBezTo>
                  <a:cubicBezTo>
                    <a:pt x="167" y="458"/>
                    <a:pt x="242" y="489"/>
                    <a:pt x="311" y="489"/>
                  </a:cubicBezTo>
                  <a:cubicBezTo>
                    <a:pt x="365" y="489"/>
                    <a:pt x="414" y="470"/>
                    <a:pt x="450" y="434"/>
                  </a:cubicBezTo>
                  <a:cubicBezTo>
                    <a:pt x="533" y="352"/>
                    <a:pt x="521" y="198"/>
                    <a:pt x="427" y="90"/>
                  </a:cubicBezTo>
                  <a:cubicBezTo>
                    <a:pt x="367" y="31"/>
                    <a:pt x="291" y="0"/>
                    <a:pt x="222" y="0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4"/>
            <p:cNvSpPr/>
            <p:nvPr/>
          </p:nvSpPr>
          <p:spPr>
            <a:xfrm>
              <a:off x="7756476" y="4107032"/>
              <a:ext cx="38438" cy="34404"/>
            </a:xfrm>
            <a:custGeom>
              <a:avLst/>
              <a:gdLst/>
              <a:ahLst/>
              <a:cxnLst/>
              <a:rect l="l" t="t" r="r" b="b"/>
              <a:pathLst>
                <a:path w="181" h="162" extrusionOk="0">
                  <a:moveTo>
                    <a:pt x="88" y="1"/>
                  </a:moveTo>
                  <a:cubicBezTo>
                    <a:pt x="56" y="1"/>
                    <a:pt x="24" y="25"/>
                    <a:pt x="15" y="62"/>
                  </a:cubicBezTo>
                  <a:cubicBezTo>
                    <a:pt x="1" y="110"/>
                    <a:pt x="27" y="147"/>
                    <a:pt x="72" y="159"/>
                  </a:cubicBezTo>
                  <a:cubicBezTo>
                    <a:pt x="79" y="161"/>
                    <a:pt x="85" y="161"/>
                    <a:pt x="92" y="161"/>
                  </a:cubicBezTo>
                  <a:cubicBezTo>
                    <a:pt x="125" y="161"/>
                    <a:pt x="159" y="141"/>
                    <a:pt x="169" y="110"/>
                  </a:cubicBezTo>
                  <a:cubicBezTo>
                    <a:pt x="180" y="62"/>
                    <a:pt x="157" y="16"/>
                    <a:pt x="109" y="5"/>
                  </a:cubicBezTo>
                  <a:cubicBezTo>
                    <a:pt x="102" y="2"/>
                    <a:pt x="95" y="1"/>
                    <a:pt x="88" y="1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4"/>
            <p:cNvSpPr/>
            <p:nvPr/>
          </p:nvSpPr>
          <p:spPr>
            <a:xfrm>
              <a:off x="7688943" y="4119562"/>
              <a:ext cx="50331" cy="44173"/>
            </a:xfrm>
            <a:custGeom>
              <a:avLst/>
              <a:gdLst/>
              <a:ahLst/>
              <a:cxnLst/>
              <a:rect l="l" t="t" r="r" b="b"/>
              <a:pathLst>
                <a:path w="237" h="208" extrusionOk="0">
                  <a:moveTo>
                    <a:pt x="126" y="0"/>
                  </a:moveTo>
                  <a:cubicBezTo>
                    <a:pt x="77" y="0"/>
                    <a:pt x="33" y="26"/>
                    <a:pt x="23" y="74"/>
                  </a:cubicBezTo>
                  <a:cubicBezTo>
                    <a:pt x="0" y="134"/>
                    <a:pt x="34" y="193"/>
                    <a:pt x="94" y="205"/>
                  </a:cubicBezTo>
                  <a:cubicBezTo>
                    <a:pt x="104" y="207"/>
                    <a:pt x="114" y="208"/>
                    <a:pt x="124" y="208"/>
                  </a:cubicBezTo>
                  <a:cubicBezTo>
                    <a:pt x="172" y="208"/>
                    <a:pt x="216" y="184"/>
                    <a:pt x="225" y="134"/>
                  </a:cubicBezTo>
                  <a:cubicBezTo>
                    <a:pt x="236" y="74"/>
                    <a:pt x="214" y="17"/>
                    <a:pt x="154" y="3"/>
                  </a:cubicBezTo>
                  <a:cubicBezTo>
                    <a:pt x="145" y="1"/>
                    <a:pt x="135" y="0"/>
                    <a:pt x="126" y="0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4"/>
            <p:cNvSpPr/>
            <p:nvPr/>
          </p:nvSpPr>
          <p:spPr>
            <a:xfrm>
              <a:off x="7721435" y="4107881"/>
              <a:ext cx="25696" cy="23361"/>
            </a:xfrm>
            <a:custGeom>
              <a:avLst/>
              <a:gdLst/>
              <a:ahLst/>
              <a:cxnLst/>
              <a:rect l="l" t="t" r="r" b="b"/>
              <a:pathLst>
                <a:path w="121" h="110" extrusionOk="0">
                  <a:moveTo>
                    <a:pt x="72" y="1"/>
                  </a:moveTo>
                  <a:cubicBezTo>
                    <a:pt x="38" y="1"/>
                    <a:pt x="12" y="12"/>
                    <a:pt x="1" y="35"/>
                  </a:cubicBezTo>
                  <a:cubicBezTo>
                    <a:pt x="1" y="72"/>
                    <a:pt x="12" y="95"/>
                    <a:pt x="38" y="106"/>
                  </a:cubicBezTo>
                  <a:cubicBezTo>
                    <a:pt x="44" y="108"/>
                    <a:pt x="50" y="109"/>
                    <a:pt x="56" y="109"/>
                  </a:cubicBezTo>
                  <a:cubicBezTo>
                    <a:pt x="80" y="109"/>
                    <a:pt x="97" y="91"/>
                    <a:pt x="109" y="72"/>
                  </a:cubicBezTo>
                  <a:cubicBezTo>
                    <a:pt x="120" y="35"/>
                    <a:pt x="95" y="12"/>
                    <a:pt x="72" y="1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4"/>
            <p:cNvSpPr/>
            <p:nvPr/>
          </p:nvSpPr>
          <p:spPr>
            <a:xfrm>
              <a:off x="7759662" y="4172655"/>
              <a:ext cx="55215" cy="49057"/>
            </a:xfrm>
            <a:custGeom>
              <a:avLst/>
              <a:gdLst/>
              <a:ahLst/>
              <a:cxnLst/>
              <a:rect l="l" t="t" r="r" b="b"/>
              <a:pathLst>
                <a:path w="260" h="231" extrusionOk="0">
                  <a:moveTo>
                    <a:pt x="142" y="1"/>
                  </a:moveTo>
                  <a:cubicBezTo>
                    <a:pt x="88" y="1"/>
                    <a:pt x="33" y="34"/>
                    <a:pt x="23" y="86"/>
                  </a:cubicBezTo>
                  <a:cubicBezTo>
                    <a:pt x="0" y="145"/>
                    <a:pt x="34" y="216"/>
                    <a:pt x="94" y="228"/>
                  </a:cubicBezTo>
                  <a:cubicBezTo>
                    <a:pt x="103" y="229"/>
                    <a:pt x="112" y="230"/>
                    <a:pt x="121" y="230"/>
                  </a:cubicBezTo>
                  <a:cubicBezTo>
                    <a:pt x="180" y="230"/>
                    <a:pt x="226" y="197"/>
                    <a:pt x="236" y="145"/>
                  </a:cubicBezTo>
                  <a:cubicBezTo>
                    <a:pt x="259" y="86"/>
                    <a:pt x="225" y="26"/>
                    <a:pt x="165" y="3"/>
                  </a:cubicBezTo>
                  <a:cubicBezTo>
                    <a:pt x="158" y="2"/>
                    <a:pt x="150" y="1"/>
                    <a:pt x="142" y="1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4"/>
            <p:cNvSpPr/>
            <p:nvPr/>
          </p:nvSpPr>
          <p:spPr>
            <a:xfrm>
              <a:off x="7952918" y="4191131"/>
              <a:ext cx="98750" cy="87709"/>
            </a:xfrm>
            <a:custGeom>
              <a:avLst/>
              <a:gdLst/>
              <a:ahLst/>
              <a:cxnLst/>
              <a:rect l="l" t="t" r="r" b="b"/>
              <a:pathLst>
                <a:path w="465" h="413" extrusionOk="0">
                  <a:moveTo>
                    <a:pt x="229" y="0"/>
                  </a:moveTo>
                  <a:cubicBezTo>
                    <a:pt x="169" y="0"/>
                    <a:pt x="111" y="24"/>
                    <a:pt x="72" y="70"/>
                  </a:cubicBezTo>
                  <a:cubicBezTo>
                    <a:pt x="1" y="164"/>
                    <a:pt x="15" y="295"/>
                    <a:pt x="97" y="366"/>
                  </a:cubicBezTo>
                  <a:cubicBezTo>
                    <a:pt x="139" y="397"/>
                    <a:pt x="186" y="413"/>
                    <a:pt x="232" y="413"/>
                  </a:cubicBezTo>
                  <a:cubicBezTo>
                    <a:pt x="290" y="413"/>
                    <a:pt x="347" y="389"/>
                    <a:pt x="393" y="343"/>
                  </a:cubicBezTo>
                  <a:cubicBezTo>
                    <a:pt x="464" y="249"/>
                    <a:pt x="453" y="129"/>
                    <a:pt x="370" y="47"/>
                  </a:cubicBezTo>
                  <a:cubicBezTo>
                    <a:pt x="327" y="15"/>
                    <a:pt x="278" y="0"/>
                    <a:pt x="2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4"/>
            <p:cNvSpPr/>
            <p:nvPr/>
          </p:nvSpPr>
          <p:spPr>
            <a:xfrm>
              <a:off x="7928071" y="4164160"/>
              <a:ext cx="85583" cy="75179"/>
            </a:xfrm>
            <a:custGeom>
              <a:avLst/>
              <a:gdLst/>
              <a:ahLst/>
              <a:cxnLst/>
              <a:rect l="l" t="t" r="r" b="b"/>
              <a:pathLst>
                <a:path w="403" h="354" extrusionOk="0">
                  <a:moveTo>
                    <a:pt x="203" y="1"/>
                  </a:moveTo>
                  <a:cubicBezTo>
                    <a:pt x="153" y="1"/>
                    <a:pt x="104" y="21"/>
                    <a:pt x="72" y="66"/>
                  </a:cubicBezTo>
                  <a:cubicBezTo>
                    <a:pt x="1" y="137"/>
                    <a:pt x="12" y="245"/>
                    <a:pt x="95" y="316"/>
                  </a:cubicBezTo>
                  <a:cubicBezTo>
                    <a:pt x="125" y="342"/>
                    <a:pt x="162" y="354"/>
                    <a:pt x="200" y="354"/>
                  </a:cubicBezTo>
                  <a:cubicBezTo>
                    <a:pt x="251" y="354"/>
                    <a:pt x="304" y="332"/>
                    <a:pt x="345" y="291"/>
                  </a:cubicBezTo>
                  <a:cubicBezTo>
                    <a:pt x="402" y="220"/>
                    <a:pt x="391" y="103"/>
                    <a:pt x="320" y="43"/>
                  </a:cubicBezTo>
                  <a:cubicBezTo>
                    <a:pt x="287" y="16"/>
                    <a:pt x="245" y="1"/>
                    <a:pt x="2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4"/>
            <p:cNvSpPr/>
            <p:nvPr/>
          </p:nvSpPr>
          <p:spPr>
            <a:xfrm>
              <a:off x="7910657" y="4153541"/>
              <a:ext cx="52667" cy="47783"/>
            </a:xfrm>
            <a:custGeom>
              <a:avLst/>
              <a:gdLst/>
              <a:ahLst/>
              <a:cxnLst/>
              <a:rect l="l" t="t" r="r" b="b"/>
              <a:pathLst>
                <a:path w="248" h="225" extrusionOk="0">
                  <a:moveTo>
                    <a:pt x="137" y="1"/>
                  </a:moveTo>
                  <a:cubicBezTo>
                    <a:pt x="102" y="1"/>
                    <a:pt x="64" y="17"/>
                    <a:pt x="35" y="45"/>
                  </a:cubicBezTo>
                  <a:cubicBezTo>
                    <a:pt x="0" y="93"/>
                    <a:pt x="12" y="153"/>
                    <a:pt x="57" y="198"/>
                  </a:cubicBezTo>
                  <a:cubicBezTo>
                    <a:pt x="80" y="216"/>
                    <a:pt x="105" y="225"/>
                    <a:pt x="130" y="225"/>
                  </a:cubicBezTo>
                  <a:cubicBezTo>
                    <a:pt x="159" y="225"/>
                    <a:pt x="188" y="213"/>
                    <a:pt x="214" y="187"/>
                  </a:cubicBezTo>
                  <a:cubicBezTo>
                    <a:pt x="248" y="141"/>
                    <a:pt x="248" y="70"/>
                    <a:pt x="200" y="22"/>
                  </a:cubicBezTo>
                  <a:cubicBezTo>
                    <a:pt x="182" y="8"/>
                    <a:pt x="160" y="1"/>
                    <a:pt x="1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4"/>
            <p:cNvSpPr/>
            <p:nvPr/>
          </p:nvSpPr>
          <p:spPr>
            <a:xfrm>
              <a:off x="7986260" y="4325351"/>
              <a:ext cx="113191" cy="101300"/>
            </a:xfrm>
            <a:custGeom>
              <a:avLst/>
              <a:gdLst/>
              <a:ahLst/>
              <a:cxnLst/>
              <a:rect l="l" t="t" r="r" b="b"/>
              <a:pathLst>
                <a:path w="533" h="477" extrusionOk="0">
                  <a:moveTo>
                    <a:pt x="265" y="1"/>
                  </a:moveTo>
                  <a:cubicBezTo>
                    <a:pt x="197" y="1"/>
                    <a:pt x="129" y="30"/>
                    <a:pt x="83" y="89"/>
                  </a:cubicBezTo>
                  <a:cubicBezTo>
                    <a:pt x="0" y="186"/>
                    <a:pt x="11" y="340"/>
                    <a:pt x="117" y="422"/>
                  </a:cubicBezTo>
                  <a:cubicBezTo>
                    <a:pt x="159" y="458"/>
                    <a:pt x="212" y="476"/>
                    <a:pt x="265" y="476"/>
                  </a:cubicBezTo>
                  <a:cubicBezTo>
                    <a:pt x="334" y="476"/>
                    <a:pt x="403" y="446"/>
                    <a:pt x="450" y="385"/>
                  </a:cubicBezTo>
                  <a:cubicBezTo>
                    <a:pt x="532" y="291"/>
                    <a:pt x="521" y="138"/>
                    <a:pt x="413" y="55"/>
                  </a:cubicBezTo>
                  <a:cubicBezTo>
                    <a:pt x="371" y="19"/>
                    <a:pt x="319" y="1"/>
                    <a:pt x="2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4"/>
            <p:cNvSpPr/>
            <p:nvPr/>
          </p:nvSpPr>
          <p:spPr>
            <a:xfrm>
              <a:off x="8013444" y="4305813"/>
              <a:ext cx="73266" cy="65835"/>
            </a:xfrm>
            <a:custGeom>
              <a:avLst/>
              <a:gdLst/>
              <a:ahLst/>
              <a:cxnLst/>
              <a:rect l="l" t="t" r="r" b="b"/>
              <a:pathLst>
                <a:path w="345" h="310" extrusionOk="0">
                  <a:moveTo>
                    <a:pt x="179" y="0"/>
                  </a:moveTo>
                  <a:cubicBezTo>
                    <a:pt x="136" y="0"/>
                    <a:pt x="93" y="19"/>
                    <a:pt x="60" y="50"/>
                  </a:cubicBezTo>
                  <a:cubicBezTo>
                    <a:pt x="0" y="121"/>
                    <a:pt x="14" y="218"/>
                    <a:pt x="71" y="278"/>
                  </a:cubicBezTo>
                  <a:cubicBezTo>
                    <a:pt x="103" y="298"/>
                    <a:pt x="139" y="309"/>
                    <a:pt x="176" y="309"/>
                  </a:cubicBezTo>
                  <a:cubicBezTo>
                    <a:pt x="221" y="309"/>
                    <a:pt x="266" y="292"/>
                    <a:pt x="299" y="252"/>
                  </a:cubicBezTo>
                  <a:cubicBezTo>
                    <a:pt x="344" y="193"/>
                    <a:pt x="344" y="87"/>
                    <a:pt x="273" y="39"/>
                  </a:cubicBezTo>
                  <a:cubicBezTo>
                    <a:pt x="247" y="12"/>
                    <a:pt x="213" y="0"/>
                    <a:pt x="1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46537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bg>
      <p:bgPr>
        <a:solidFill>
          <a:schemeClr val="lt1"/>
        </a:solidFill>
        <a:effectLst/>
      </p:bgPr>
    </p:bg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35"/>
          <p:cNvSpPr/>
          <p:nvPr/>
        </p:nvSpPr>
        <p:spPr>
          <a:xfrm flipH="1">
            <a:off x="-30241" y="-498050"/>
            <a:ext cx="6338099" cy="5641559"/>
          </a:xfrm>
          <a:custGeom>
            <a:avLst/>
            <a:gdLst/>
            <a:ahLst/>
            <a:cxnLst/>
            <a:rect l="l" t="t" r="r" b="b"/>
            <a:pathLst>
              <a:path w="19997" h="14466" extrusionOk="0">
                <a:moveTo>
                  <a:pt x="14847" y="1"/>
                </a:moveTo>
                <a:cubicBezTo>
                  <a:pt x="14591" y="1"/>
                  <a:pt x="14336" y="10"/>
                  <a:pt x="14082" y="28"/>
                </a:cubicBezTo>
                <a:cubicBezTo>
                  <a:pt x="12848" y="122"/>
                  <a:pt x="10904" y="787"/>
                  <a:pt x="11283" y="2352"/>
                </a:cubicBezTo>
                <a:cubicBezTo>
                  <a:pt x="11473" y="3109"/>
                  <a:pt x="12279" y="4486"/>
                  <a:pt x="11189" y="4580"/>
                </a:cubicBezTo>
                <a:cubicBezTo>
                  <a:pt x="9434" y="4722"/>
                  <a:pt x="7621" y="4415"/>
                  <a:pt x="6674" y="6122"/>
                </a:cubicBezTo>
                <a:cubicBezTo>
                  <a:pt x="6293" y="6878"/>
                  <a:pt x="6686" y="7851"/>
                  <a:pt x="6828" y="8656"/>
                </a:cubicBezTo>
                <a:cubicBezTo>
                  <a:pt x="7158" y="10744"/>
                  <a:pt x="4410" y="10602"/>
                  <a:pt x="2890" y="10932"/>
                </a:cubicBezTo>
                <a:cubicBezTo>
                  <a:pt x="1565" y="11217"/>
                  <a:pt x="0" y="11976"/>
                  <a:pt x="188" y="13493"/>
                </a:cubicBezTo>
                <a:cubicBezTo>
                  <a:pt x="284" y="14252"/>
                  <a:pt x="936" y="14466"/>
                  <a:pt x="1374" y="14466"/>
                </a:cubicBezTo>
                <a:lnTo>
                  <a:pt x="19997" y="14466"/>
                </a:lnTo>
                <a:lnTo>
                  <a:pt x="19997" y="1237"/>
                </a:lnTo>
                <a:cubicBezTo>
                  <a:pt x="18433" y="429"/>
                  <a:pt x="16623" y="1"/>
                  <a:pt x="14847" y="1"/>
                </a:cubicBezTo>
                <a:close/>
              </a:path>
            </a:pathLst>
          </a:custGeom>
          <a:solidFill>
            <a:srgbClr val="EAE3FF">
              <a:alpha val="125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54" name="Google Shape;954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0225" y="-1"/>
            <a:ext cx="9174224" cy="51434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5" name="Google Shape;955;p35"/>
          <p:cNvGrpSpPr/>
          <p:nvPr/>
        </p:nvGrpSpPr>
        <p:grpSpPr>
          <a:xfrm>
            <a:off x="3170029" y="1886014"/>
            <a:ext cx="928744" cy="1201632"/>
            <a:chOff x="-1208897" y="1478910"/>
            <a:chExt cx="240452" cy="311102"/>
          </a:xfrm>
        </p:grpSpPr>
        <p:sp>
          <p:nvSpPr>
            <p:cNvPr id="956" name="Google Shape;956;p35"/>
            <p:cNvSpPr/>
            <p:nvPr/>
          </p:nvSpPr>
          <p:spPr>
            <a:xfrm>
              <a:off x="-1105371" y="1495348"/>
              <a:ext cx="29029" cy="14689"/>
            </a:xfrm>
            <a:custGeom>
              <a:avLst/>
              <a:gdLst/>
              <a:ahLst/>
              <a:cxnLst/>
              <a:rect l="l" t="t" r="r" b="b"/>
              <a:pathLst>
                <a:path w="166" h="84" extrusionOk="0">
                  <a:moveTo>
                    <a:pt x="35" y="1"/>
                  </a:moveTo>
                  <a:cubicBezTo>
                    <a:pt x="12" y="1"/>
                    <a:pt x="1" y="23"/>
                    <a:pt x="1" y="49"/>
                  </a:cubicBezTo>
                  <a:cubicBezTo>
                    <a:pt x="1" y="60"/>
                    <a:pt x="12" y="83"/>
                    <a:pt x="35" y="83"/>
                  </a:cubicBezTo>
                  <a:lnTo>
                    <a:pt x="131" y="83"/>
                  </a:lnTo>
                  <a:cubicBezTo>
                    <a:pt x="143" y="83"/>
                    <a:pt x="166" y="60"/>
                    <a:pt x="166" y="49"/>
                  </a:cubicBezTo>
                  <a:cubicBezTo>
                    <a:pt x="166" y="23"/>
                    <a:pt x="143" y="1"/>
                    <a:pt x="131" y="1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5"/>
            <p:cNvSpPr/>
            <p:nvPr/>
          </p:nvSpPr>
          <p:spPr>
            <a:xfrm>
              <a:off x="-1092955" y="1503742"/>
              <a:ext cx="4197" cy="55959"/>
            </a:xfrm>
            <a:custGeom>
              <a:avLst/>
              <a:gdLst/>
              <a:ahLst/>
              <a:cxnLst/>
              <a:rect l="l" t="t" r="r" b="b"/>
              <a:pathLst>
                <a:path w="24" h="320" extrusionOk="0">
                  <a:moveTo>
                    <a:pt x="12" y="1"/>
                  </a:moveTo>
                  <a:cubicBezTo>
                    <a:pt x="1" y="1"/>
                    <a:pt x="1" y="12"/>
                    <a:pt x="1" y="24"/>
                  </a:cubicBezTo>
                  <a:lnTo>
                    <a:pt x="1" y="308"/>
                  </a:lnTo>
                  <a:cubicBezTo>
                    <a:pt x="1" y="308"/>
                    <a:pt x="1" y="320"/>
                    <a:pt x="12" y="320"/>
                  </a:cubicBezTo>
                  <a:cubicBezTo>
                    <a:pt x="23" y="320"/>
                    <a:pt x="23" y="308"/>
                    <a:pt x="23" y="308"/>
                  </a:cubicBezTo>
                  <a:lnTo>
                    <a:pt x="23" y="24"/>
                  </a:lnTo>
                  <a:cubicBezTo>
                    <a:pt x="23" y="12"/>
                    <a:pt x="23" y="1"/>
                    <a:pt x="12" y="1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5"/>
            <p:cNvSpPr/>
            <p:nvPr/>
          </p:nvSpPr>
          <p:spPr>
            <a:xfrm>
              <a:off x="-1177944" y="1478910"/>
              <a:ext cx="174173" cy="80791"/>
            </a:xfrm>
            <a:custGeom>
              <a:avLst/>
              <a:gdLst/>
              <a:ahLst/>
              <a:cxnLst/>
              <a:rect l="l" t="t" r="r" b="b"/>
              <a:pathLst>
                <a:path w="996" h="462" extrusionOk="0">
                  <a:moveTo>
                    <a:pt x="498" y="1"/>
                  </a:moveTo>
                  <a:cubicBezTo>
                    <a:pt x="214" y="1"/>
                    <a:pt x="0" y="177"/>
                    <a:pt x="0" y="390"/>
                  </a:cubicBezTo>
                  <a:lnTo>
                    <a:pt x="0" y="462"/>
                  </a:lnTo>
                  <a:lnTo>
                    <a:pt x="49" y="462"/>
                  </a:lnTo>
                  <a:cubicBezTo>
                    <a:pt x="49" y="439"/>
                    <a:pt x="37" y="416"/>
                    <a:pt x="37" y="390"/>
                  </a:cubicBezTo>
                  <a:cubicBezTo>
                    <a:pt x="37" y="203"/>
                    <a:pt x="251" y="46"/>
                    <a:pt x="498" y="46"/>
                  </a:cubicBezTo>
                  <a:cubicBezTo>
                    <a:pt x="748" y="46"/>
                    <a:pt x="948" y="203"/>
                    <a:pt x="948" y="390"/>
                  </a:cubicBezTo>
                  <a:lnTo>
                    <a:pt x="948" y="462"/>
                  </a:lnTo>
                  <a:lnTo>
                    <a:pt x="985" y="462"/>
                  </a:lnTo>
                  <a:cubicBezTo>
                    <a:pt x="996" y="439"/>
                    <a:pt x="996" y="416"/>
                    <a:pt x="996" y="390"/>
                  </a:cubicBezTo>
                  <a:cubicBezTo>
                    <a:pt x="996" y="177"/>
                    <a:pt x="771" y="1"/>
                    <a:pt x="498" y="1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5"/>
            <p:cNvSpPr/>
            <p:nvPr/>
          </p:nvSpPr>
          <p:spPr>
            <a:xfrm>
              <a:off x="-1208897" y="1515808"/>
              <a:ext cx="91283" cy="79217"/>
            </a:xfrm>
            <a:custGeom>
              <a:avLst/>
              <a:gdLst/>
              <a:ahLst/>
              <a:cxnLst/>
              <a:rect l="l" t="t" r="r" b="b"/>
              <a:pathLst>
                <a:path w="522" h="453" extrusionOk="0">
                  <a:moveTo>
                    <a:pt x="283" y="0"/>
                  </a:moveTo>
                  <a:cubicBezTo>
                    <a:pt x="233" y="0"/>
                    <a:pt x="185" y="16"/>
                    <a:pt x="143" y="49"/>
                  </a:cubicBezTo>
                  <a:cubicBezTo>
                    <a:pt x="24" y="134"/>
                    <a:pt x="1" y="288"/>
                    <a:pt x="83" y="393"/>
                  </a:cubicBezTo>
                  <a:lnTo>
                    <a:pt x="117" y="453"/>
                  </a:lnTo>
                  <a:lnTo>
                    <a:pt x="521" y="168"/>
                  </a:lnTo>
                  <a:lnTo>
                    <a:pt x="484" y="108"/>
                  </a:lnTo>
                  <a:cubicBezTo>
                    <a:pt x="434" y="38"/>
                    <a:pt x="358" y="0"/>
                    <a:pt x="2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5"/>
            <p:cNvSpPr/>
            <p:nvPr/>
          </p:nvSpPr>
          <p:spPr>
            <a:xfrm>
              <a:off x="-1045214" y="1746119"/>
              <a:ext cx="45467" cy="43893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6" y="0"/>
                  </a:moveTo>
                  <a:lnTo>
                    <a:pt x="1" y="60"/>
                  </a:lnTo>
                  <a:lnTo>
                    <a:pt x="154" y="239"/>
                  </a:lnTo>
                  <a:cubicBezTo>
                    <a:pt x="154" y="251"/>
                    <a:pt x="166" y="251"/>
                    <a:pt x="177" y="251"/>
                  </a:cubicBezTo>
                  <a:lnTo>
                    <a:pt x="237" y="251"/>
                  </a:lnTo>
                  <a:cubicBezTo>
                    <a:pt x="248" y="251"/>
                    <a:pt x="260" y="225"/>
                    <a:pt x="260" y="214"/>
                  </a:cubicBezTo>
                  <a:lnTo>
                    <a:pt x="1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5"/>
            <p:cNvSpPr/>
            <p:nvPr/>
          </p:nvSpPr>
          <p:spPr>
            <a:xfrm>
              <a:off x="-1181966" y="1746119"/>
              <a:ext cx="45467" cy="43893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94" y="0"/>
                  </a:moveTo>
                  <a:lnTo>
                    <a:pt x="12" y="214"/>
                  </a:lnTo>
                  <a:cubicBezTo>
                    <a:pt x="0" y="225"/>
                    <a:pt x="23" y="251"/>
                    <a:pt x="35" y="251"/>
                  </a:cubicBezTo>
                  <a:lnTo>
                    <a:pt x="94" y="251"/>
                  </a:lnTo>
                  <a:cubicBezTo>
                    <a:pt x="106" y="251"/>
                    <a:pt x="106" y="251"/>
                    <a:pt x="117" y="239"/>
                  </a:cubicBezTo>
                  <a:lnTo>
                    <a:pt x="259" y="60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5"/>
            <p:cNvSpPr/>
            <p:nvPr/>
          </p:nvSpPr>
          <p:spPr>
            <a:xfrm>
              <a:off x="-1204875" y="1547111"/>
              <a:ext cx="229957" cy="230481"/>
            </a:xfrm>
            <a:custGeom>
              <a:avLst/>
              <a:gdLst/>
              <a:ahLst/>
              <a:cxnLst/>
              <a:rect l="l" t="t" r="r" b="b"/>
              <a:pathLst>
                <a:path w="1315" h="1318" extrusionOk="0">
                  <a:moveTo>
                    <a:pt x="652" y="0"/>
                  </a:moveTo>
                  <a:cubicBezTo>
                    <a:pt x="296" y="0"/>
                    <a:pt x="1" y="296"/>
                    <a:pt x="1" y="666"/>
                  </a:cubicBezTo>
                  <a:cubicBezTo>
                    <a:pt x="1" y="1033"/>
                    <a:pt x="296" y="1318"/>
                    <a:pt x="652" y="1318"/>
                  </a:cubicBezTo>
                  <a:cubicBezTo>
                    <a:pt x="1019" y="1318"/>
                    <a:pt x="1315" y="1033"/>
                    <a:pt x="1315" y="666"/>
                  </a:cubicBezTo>
                  <a:cubicBezTo>
                    <a:pt x="1315" y="296"/>
                    <a:pt x="1019" y="0"/>
                    <a:pt x="652" y="0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5"/>
            <p:cNvSpPr/>
            <p:nvPr/>
          </p:nvSpPr>
          <p:spPr>
            <a:xfrm>
              <a:off x="-1181966" y="1570020"/>
              <a:ext cx="184665" cy="184665"/>
            </a:xfrm>
            <a:custGeom>
              <a:avLst/>
              <a:gdLst/>
              <a:ahLst/>
              <a:cxnLst/>
              <a:rect l="l" t="t" r="r" b="b"/>
              <a:pathLst>
                <a:path w="1056" h="1056" extrusionOk="0">
                  <a:moveTo>
                    <a:pt x="521" y="0"/>
                  </a:moveTo>
                  <a:cubicBezTo>
                    <a:pt x="237" y="0"/>
                    <a:pt x="0" y="236"/>
                    <a:pt x="0" y="535"/>
                  </a:cubicBezTo>
                  <a:cubicBezTo>
                    <a:pt x="0" y="820"/>
                    <a:pt x="237" y="1056"/>
                    <a:pt x="521" y="1056"/>
                  </a:cubicBezTo>
                  <a:cubicBezTo>
                    <a:pt x="817" y="1056"/>
                    <a:pt x="1056" y="820"/>
                    <a:pt x="1056" y="535"/>
                  </a:cubicBezTo>
                  <a:cubicBezTo>
                    <a:pt x="1056" y="236"/>
                    <a:pt x="817" y="0"/>
                    <a:pt x="521" y="0"/>
                  </a:cubicBezTo>
                  <a:close/>
                </a:path>
              </a:pathLst>
            </a:custGeom>
            <a:solidFill>
              <a:srgbClr val="F4B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5"/>
            <p:cNvSpPr/>
            <p:nvPr/>
          </p:nvSpPr>
          <p:spPr>
            <a:xfrm>
              <a:off x="-1181966" y="1570020"/>
              <a:ext cx="167877" cy="151439"/>
            </a:xfrm>
            <a:custGeom>
              <a:avLst/>
              <a:gdLst/>
              <a:ahLst/>
              <a:cxnLst/>
              <a:rect l="l" t="t" r="r" b="b"/>
              <a:pathLst>
                <a:path w="960" h="866" extrusionOk="0">
                  <a:moveTo>
                    <a:pt x="521" y="0"/>
                  </a:moveTo>
                  <a:cubicBezTo>
                    <a:pt x="237" y="0"/>
                    <a:pt x="0" y="236"/>
                    <a:pt x="0" y="535"/>
                  </a:cubicBezTo>
                  <a:cubicBezTo>
                    <a:pt x="0" y="663"/>
                    <a:pt x="46" y="771"/>
                    <a:pt x="117" y="865"/>
                  </a:cubicBezTo>
                  <a:cubicBezTo>
                    <a:pt x="60" y="783"/>
                    <a:pt x="35" y="689"/>
                    <a:pt x="35" y="581"/>
                  </a:cubicBezTo>
                  <a:cubicBezTo>
                    <a:pt x="35" y="285"/>
                    <a:pt x="259" y="49"/>
                    <a:pt x="558" y="49"/>
                  </a:cubicBezTo>
                  <a:cubicBezTo>
                    <a:pt x="723" y="49"/>
                    <a:pt x="865" y="120"/>
                    <a:pt x="959" y="236"/>
                  </a:cubicBezTo>
                  <a:cubicBezTo>
                    <a:pt x="877" y="94"/>
                    <a:pt x="712" y="0"/>
                    <a:pt x="5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5"/>
            <p:cNvSpPr/>
            <p:nvPr/>
          </p:nvSpPr>
          <p:spPr>
            <a:xfrm>
              <a:off x="-1062002" y="1515808"/>
              <a:ext cx="93557" cy="79217"/>
            </a:xfrm>
            <a:custGeom>
              <a:avLst/>
              <a:gdLst/>
              <a:ahLst/>
              <a:cxnLst/>
              <a:rect l="l" t="t" r="r" b="b"/>
              <a:pathLst>
                <a:path w="535" h="453" extrusionOk="0">
                  <a:moveTo>
                    <a:pt x="248" y="0"/>
                  </a:moveTo>
                  <a:cubicBezTo>
                    <a:pt x="169" y="0"/>
                    <a:pt x="92" y="38"/>
                    <a:pt x="48" y="108"/>
                  </a:cubicBezTo>
                  <a:lnTo>
                    <a:pt x="0" y="168"/>
                  </a:lnTo>
                  <a:lnTo>
                    <a:pt x="415" y="453"/>
                  </a:lnTo>
                  <a:lnTo>
                    <a:pt x="452" y="393"/>
                  </a:lnTo>
                  <a:cubicBezTo>
                    <a:pt x="535" y="288"/>
                    <a:pt x="512" y="134"/>
                    <a:pt x="393" y="49"/>
                  </a:cubicBezTo>
                  <a:cubicBezTo>
                    <a:pt x="350" y="16"/>
                    <a:pt x="299" y="0"/>
                    <a:pt x="2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5"/>
            <p:cNvSpPr/>
            <p:nvPr/>
          </p:nvSpPr>
          <p:spPr>
            <a:xfrm>
              <a:off x="-1094878" y="1578414"/>
              <a:ext cx="66276" cy="107721"/>
            </a:xfrm>
            <a:custGeom>
              <a:avLst/>
              <a:gdLst/>
              <a:ahLst/>
              <a:cxnLst/>
              <a:rect l="l" t="t" r="r" b="b"/>
              <a:pathLst>
                <a:path w="379" h="616" extrusionOk="0">
                  <a:moveTo>
                    <a:pt x="23" y="1"/>
                  </a:moveTo>
                  <a:cubicBezTo>
                    <a:pt x="12" y="1"/>
                    <a:pt x="0" y="12"/>
                    <a:pt x="0" y="23"/>
                  </a:cubicBezTo>
                  <a:lnTo>
                    <a:pt x="0" y="498"/>
                  </a:lnTo>
                  <a:lnTo>
                    <a:pt x="345" y="615"/>
                  </a:lnTo>
                  <a:lnTo>
                    <a:pt x="356" y="615"/>
                  </a:lnTo>
                  <a:lnTo>
                    <a:pt x="367" y="604"/>
                  </a:lnTo>
                  <a:cubicBezTo>
                    <a:pt x="379" y="592"/>
                    <a:pt x="367" y="581"/>
                    <a:pt x="356" y="570"/>
                  </a:cubicBezTo>
                  <a:lnTo>
                    <a:pt x="46" y="462"/>
                  </a:lnTo>
                  <a:lnTo>
                    <a:pt x="46" y="23"/>
                  </a:lnTo>
                  <a:cubicBezTo>
                    <a:pt x="46" y="12"/>
                    <a:pt x="34" y="1"/>
                    <a:pt x="23" y="1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5"/>
            <p:cNvSpPr/>
            <p:nvPr/>
          </p:nvSpPr>
          <p:spPr>
            <a:xfrm>
              <a:off x="-1099425" y="1653085"/>
              <a:ext cx="19061" cy="18536"/>
            </a:xfrm>
            <a:custGeom>
              <a:avLst/>
              <a:gdLst/>
              <a:ahLst/>
              <a:cxnLst/>
              <a:rect l="l" t="t" r="r" b="b"/>
              <a:pathLst>
                <a:path w="109" h="106" extrusionOk="0">
                  <a:moveTo>
                    <a:pt x="49" y="0"/>
                  </a:moveTo>
                  <a:cubicBezTo>
                    <a:pt x="26" y="0"/>
                    <a:pt x="1" y="23"/>
                    <a:pt x="1" y="46"/>
                  </a:cubicBezTo>
                  <a:cubicBezTo>
                    <a:pt x="1" y="83"/>
                    <a:pt x="26" y="106"/>
                    <a:pt x="49" y="106"/>
                  </a:cubicBezTo>
                  <a:cubicBezTo>
                    <a:pt x="86" y="106"/>
                    <a:pt x="109" y="83"/>
                    <a:pt x="109" y="46"/>
                  </a:cubicBezTo>
                  <a:cubicBezTo>
                    <a:pt x="109" y="23"/>
                    <a:pt x="86" y="0"/>
                    <a:pt x="49" y="0"/>
                  </a:cubicBezTo>
                  <a:close/>
                </a:path>
              </a:pathLst>
            </a:custGeom>
            <a:solidFill>
              <a:srgbClr val="001A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8" name="Google Shape;968;p35"/>
          <p:cNvGrpSpPr/>
          <p:nvPr/>
        </p:nvGrpSpPr>
        <p:grpSpPr>
          <a:xfrm>
            <a:off x="713107" y="2085716"/>
            <a:ext cx="3889792" cy="2409785"/>
            <a:chOff x="-3323314" y="2281596"/>
            <a:chExt cx="3200158" cy="1982546"/>
          </a:xfrm>
        </p:grpSpPr>
        <p:sp>
          <p:nvSpPr>
            <p:cNvPr id="969" name="Google Shape;969;p35"/>
            <p:cNvSpPr/>
            <p:nvPr/>
          </p:nvSpPr>
          <p:spPr>
            <a:xfrm>
              <a:off x="-2250106" y="3220502"/>
              <a:ext cx="70823" cy="412523"/>
            </a:xfrm>
            <a:custGeom>
              <a:avLst/>
              <a:gdLst/>
              <a:ahLst/>
              <a:cxnLst/>
              <a:rect l="l" t="t" r="r" b="b"/>
              <a:pathLst>
                <a:path w="405" h="2359" extrusionOk="0">
                  <a:moveTo>
                    <a:pt x="1" y="0"/>
                  </a:moveTo>
                  <a:lnTo>
                    <a:pt x="1" y="2359"/>
                  </a:lnTo>
                  <a:lnTo>
                    <a:pt x="405" y="2359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5"/>
            <p:cNvSpPr/>
            <p:nvPr/>
          </p:nvSpPr>
          <p:spPr>
            <a:xfrm>
              <a:off x="-2047076" y="3220502"/>
              <a:ext cx="68725" cy="412523"/>
            </a:xfrm>
            <a:custGeom>
              <a:avLst/>
              <a:gdLst/>
              <a:ahLst/>
              <a:cxnLst/>
              <a:rect l="l" t="t" r="r" b="b"/>
              <a:pathLst>
                <a:path w="393" h="2359" extrusionOk="0">
                  <a:moveTo>
                    <a:pt x="0" y="0"/>
                  </a:moveTo>
                  <a:lnTo>
                    <a:pt x="0" y="2359"/>
                  </a:lnTo>
                  <a:lnTo>
                    <a:pt x="393" y="2359"/>
                  </a:lnTo>
                  <a:lnTo>
                    <a:pt x="393" y="0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5"/>
            <p:cNvSpPr/>
            <p:nvPr/>
          </p:nvSpPr>
          <p:spPr>
            <a:xfrm>
              <a:off x="-1843696" y="3220502"/>
              <a:ext cx="68375" cy="412523"/>
            </a:xfrm>
            <a:custGeom>
              <a:avLst/>
              <a:gdLst/>
              <a:ahLst/>
              <a:cxnLst/>
              <a:rect l="l" t="t" r="r" b="b"/>
              <a:pathLst>
                <a:path w="391" h="2359" extrusionOk="0">
                  <a:moveTo>
                    <a:pt x="1" y="0"/>
                  </a:moveTo>
                  <a:lnTo>
                    <a:pt x="1" y="2359"/>
                  </a:lnTo>
                  <a:lnTo>
                    <a:pt x="391" y="2359"/>
                  </a:lnTo>
                  <a:lnTo>
                    <a:pt x="391" y="0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5"/>
            <p:cNvSpPr/>
            <p:nvPr/>
          </p:nvSpPr>
          <p:spPr>
            <a:xfrm>
              <a:off x="-1640666" y="3220502"/>
              <a:ext cx="68375" cy="412523"/>
            </a:xfrm>
            <a:custGeom>
              <a:avLst/>
              <a:gdLst/>
              <a:ahLst/>
              <a:cxnLst/>
              <a:rect l="l" t="t" r="r" b="b"/>
              <a:pathLst>
                <a:path w="391" h="2359" extrusionOk="0">
                  <a:moveTo>
                    <a:pt x="1" y="0"/>
                  </a:moveTo>
                  <a:lnTo>
                    <a:pt x="1" y="2359"/>
                  </a:lnTo>
                  <a:lnTo>
                    <a:pt x="390" y="2359"/>
                  </a:lnTo>
                  <a:lnTo>
                    <a:pt x="390" y="0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5"/>
            <p:cNvSpPr/>
            <p:nvPr/>
          </p:nvSpPr>
          <p:spPr>
            <a:xfrm>
              <a:off x="-3323314" y="3486487"/>
              <a:ext cx="3200158" cy="777656"/>
            </a:xfrm>
            <a:custGeom>
              <a:avLst/>
              <a:gdLst/>
              <a:ahLst/>
              <a:cxnLst/>
              <a:rect l="l" t="t" r="r" b="b"/>
              <a:pathLst>
                <a:path w="18300" h="4447" extrusionOk="0">
                  <a:moveTo>
                    <a:pt x="15348" y="1"/>
                  </a:moveTo>
                  <a:cubicBezTo>
                    <a:pt x="15219" y="1"/>
                    <a:pt x="15076" y="11"/>
                    <a:pt x="14920" y="33"/>
                  </a:cubicBezTo>
                  <a:cubicBezTo>
                    <a:pt x="13580" y="220"/>
                    <a:pt x="13010" y="652"/>
                    <a:pt x="12245" y="652"/>
                  </a:cubicBezTo>
                  <a:cubicBezTo>
                    <a:pt x="12198" y="652"/>
                    <a:pt x="12150" y="651"/>
                    <a:pt x="12100" y="647"/>
                  </a:cubicBezTo>
                  <a:cubicBezTo>
                    <a:pt x="11408" y="590"/>
                    <a:pt x="10770" y="283"/>
                    <a:pt x="9965" y="283"/>
                  </a:cubicBezTo>
                  <a:cubicBezTo>
                    <a:pt x="9778" y="283"/>
                    <a:pt x="9581" y="300"/>
                    <a:pt x="9372" y="340"/>
                  </a:cubicBezTo>
                  <a:cubicBezTo>
                    <a:pt x="8564" y="503"/>
                    <a:pt x="7492" y="793"/>
                    <a:pt x="6544" y="793"/>
                  </a:cubicBezTo>
                  <a:cubicBezTo>
                    <a:pt x="6187" y="793"/>
                    <a:pt x="5847" y="752"/>
                    <a:pt x="5546" y="647"/>
                  </a:cubicBezTo>
                  <a:cubicBezTo>
                    <a:pt x="4765" y="369"/>
                    <a:pt x="4174" y="131"/>
                    <a:pt x="3584" y="131"/>
                  </a:cubicBezTo>
                  <a:cubicBezTo>
                    <a:pt x="3348" y="131"/>
                    <a:pt x="3113" y="169"/>
                    <a:pt x="2866" y="258"/>
                  </a:cubicBezTo>
                  <a:cubicBezTo>
                    <a:pt x="1990" y="553"/>
                    <a:pt x="1620" y="755"/>
                    <a:pt x="1005" y="1370"/>
                  </a:cubicBezTo>
                  <a:cubicBezTo>
                    <a:pt x="399" y="1999"/>
                    <a:pt x="175" y="2664"/>
                    <a:pt x="81" y="2889"/>
                  </a:cubicBezTo>
                  <a:cubicBezTo>
                    <a:pt x="1" y="3117"/>
                    <a:pt x="696" y="4256"/>
                    <a:pt x="2339" y="4256"/>
                  </a:cubicBezTo>
                  <a:cubicBezTo>
                    <a:pt x="2395" y="4256"/>
                    <a:pt x="2452" y="4254"/>
                    <a:pt x="2510" y="4252"/>
                  </a:cubicBezTo>
                  <a:cubicBezTo>
                    <a:pt x="4002" y="4182"/>
                    <a:pt x="5298" y="3512"/>
                    <a:pt x="6507" y="3512"/>
                  </a:cubicBezTo>
                  <a:cubicBezTo>
                    <a:pt x="6730" y="3512"/>
                    <a:pt x="6950" y="3535"/>
                    <a:pt x="7167" y="3589"/>
                  </a:cubicBezTo>
                  <a:cubicBezTo>
                    <a:pt x="8230" y="3850"/>
                    <a:pt x="8666" y="4447"/>
                    <a:pt x="9488" y="4447"/>
                  </a:cubicBezTo>
                  <a:cubicBezTo>
                    <a:pt x="9740" y="4447"/>
                    <a:pt x="10028" y="4391"/>
                    <a:pt x="10382" y="4252"/>
                  </a:cubicBezTo>
                  <a:cubicBezTo>
                    <a:pt x="11523" y="3812"/>
                    <a:pt x="11683" y="3290"/>
                    <a:pt x="12638" y="3290"/>
                  </a:cubicBezTo>
                  <a:cubicBezTo>
                    <a:pt x="12942" y="3290"/>
                    <a:pt x="13328" y="3343"/>
                    <a:pt x="13853" y="3469"/>
                  </a:cubicBezTo>
                  <a:cubicBezTo>
                    <a:pt x="14771" y="3690"/>
                    <a:pt x="15657" y="3777"/>
                    <a:pt x="16385" y="3777"/>
                  </a:cubicBezTo>
                  <a:cubicBezTo>
                    <a:pt x="17377" y="3777"/>
                    <a:pt x="18075" y="3615"/>
                    <a:pt x="18157" y="3410"/>
                  </a:cubicBezTo>
                  <a:cubicBezTo>
                    <a:pt x="18299" y="3065"/>
                    <a:pt x="16997" y="1085"/>
                    <a:pt x="16593" y="647"/>
                  </a:cubicBezTo>
                  <a:cubicBezTo>
                    <a:pt x="16593" y="647"/>
                    <a:pt x="16394" y="1"/>
                    <a:pt x="153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5"/>
            <p:cNvSpPr/>
            <p:nvPr/>
          </p:nvSpPr>
          <p:spPr>
            <a:xfrm>
              <a:off x="-3103846" y="3486487"/>
              <a:ext cx="2735873" cy="492964"/>
            </a:xfrm>
            <a:custGeom>
              <a:avLst/>
              <a:gdLst/>
              <a:ahLst/>
              <a:cxnLst/>
              <a:rect l="l" t="t" r="r" b="b"/>
              <a:pathLst>
                <a:path w="15645" h="2819" extrusionOk="0">
                  <a:moveTo>
                    <a:pt x="14089" y="1"/>
                  </a:moveTo>
                  <a:cubicBezTo>
                    <a:pt x="13961" y="1"/>
                    <a:pt x="13820" y="11"/>
                    <a:pt x="13665" y="33"/>
                  </a:cubicBezTo>
                  <a:cubicBezTo>
                    <a:pt x="12325" y="220"/>
                    <a:pt x="11755" y="652"/>
                    <a:pt x="10990" y="652"/>
                  </a:cubicBezTo>
                  <a:cubicBezTo>
                    <a:pt x="10943" y="652"/>
                    <a:pt x="10895" y="651"/>
                    <a:pt x="10845" y="647"/>
                  </a:cubicBezTo>
                  <a:cubicBezTo>
                    <a:pt x="10153" y="590"/>
                    <a:pt x="9515" y="283"/>
                    <a:pt x="8710" y="283"/>
                  </a:cubicBezTo>
                  <a:cubicBezTo>
                    <a:pt x="8523" y="283"/>
                    <a:pt x="8326" y="300"/>
                    <a:pt x="8117" y="340"/>
                  </a:cubicBezTo>
                  <a:cubicBezTo>
                    <a:pt x="7309" y="503"/>
                    <a:pt x="6237" y="793"/>
                    <a:pt x="5289" y="793"/>
                  </a:cubicBezTo>
                  <a:cubicBezTo>
                    <a:pt x="4932" y="793"/>
                    <a:pt x="4592" y="752"/>
                    <a:pt x="4291" y="647"/>
                  </a:cubicBezTo>
                  <a:cubicBezTo>
                    <a:pt x="3510" y="369"/>
                    <a:pt x="2919" y="131"/>
                    <a:pt x="2329" y="131"/>
                  </a:cubicBezTo>
                  <a:cubicBezTo>
                    <a:pt x="2093" y="131"/>
                    <a:pt x="1858" y="169"/>
                    <a:pt x="1611" y="258"/>
                  </a:cubicBezTo>
                  <a:cubicBezTo>
                    <a:pt x="1005" y="460"/>
                    <a:pt x="638" y="625"/>
                    <a:pt x="271" y="909"/>
                  </a:cubicBezTo>
                  <a:cubicBezTo>
                    <a:pt x="166" y="1122"/>
                    <a:pt x="117" y="1287"/>
                    <a:pt x="80" y="1384"/>
                  </a:cubicBezTo>
                  <a:cubicBezTo>
                    <a:pt x="1" y="1590"/>
                    <a:pt x="604" y="2643"/>
                    <a:pt x="2001" y="2643"/>
                  </a:cubicBezTo>
                  <a:cubicBezTo>
                    <a:pt x="2052" y="2643"/>
                    <a:pt x="2104" y="2642"/>
                    <a:pt x="2157" y="2639"/>
                  </a:cubicBezTo>
                  <a:cubicBezTo>
                    <a:pt x="3435" y="2569"/>
                    <a:pt x="4545" y="1952"/>
                    <a:pt x="5573" y="1952"/>
                  </a:cubicBezTo>
                  <a:cubicBezTo>
                    <a:pt x="5764" y="1952"/>
                    <a:pt x="5953" y="1974"/>
                    <a:pt x="6140" y="2024"/>
                  </a:cubicBezTo>
                  <a:cubicBezTo>
                    <a:pt x="7055" y="2268"/>
                    <a:pt x="7429" y="2819"/>
                    <a:pt x="8134" y="2819"/>
                  </a:cubicBezTo>
                  <a:cubicBezTo>
                    <a:pt x="8350" y="2819"/>
                    <a:pt x="8597" y="2767"/>
                    <a:pt x="8900" y="2639"/>
                  </a:cubicBezTo>
                  <a:cubicBezTo>
                    <a:pt x="9883" y="2235"/>
                    <a:pt x="10016" y="1754"/>
                    <a:pt x="10838" y="1754"/>
                  </a:cubicBezTo>
                  <a:cubicBezTo>
                    <a:pt x="11098" y="1754"/>
                    <a:pt x="11428" y="1802"/>
                    <a:pt x="11875" y="1916"/>
                  </a:cubicBezTo>
                  <a:cubicBezTo>
                    <a:pt x="12663" y="2122"/>
                    <a:pt x="13423" y="2203"/>
                    <a:pt x="14047" y="2203"/>
                  </a:cubicBezTo>
                  <a:cubicBezTo>
                    <a:pt x="14897" y="2203"/>
                    <a:pt x="15493" y="2053"/>
                    <a:pt x="15562" y="1868"/>
                  </a:cubicBezTo>
                  <a:cubicBezTo>
                    <a:pt x="15645" y="1654"/>
                    <a:pt x="15195" y="790"/>
                    <a:pt x="14769" y="115"/>
                  </a:cubicBezTo>
                  <a:cubicBezTo>
                    <a:pt x="14596" y="49"/>
                    <a:pt x="14374" y="1"/>
                    <a:pt x="14089" y="1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5"/>
            <p:cNvSpPr/>
            <p:nvPr/>
          </p:nvSpPr>
          <p:spPr>
            <a:xfrm>
              <a:off x="-2623289" y="3590188"/>
              <a:ext cx="1464728" cy="347995"/>
            </a:xfrm>
            <a:custGeom>
              <a:avLst/>
              <a:gdLst/>
              <a:ahLst/>
              <a:cxnLst/>
              <a:rect l="l" t="t" r="r" b="b"/>
              <a:pathLst>
                <a:path w="8376" h="1990" extrusionOk="0">
                  <a:moveTo>
                    <a:pt x="754" y="1"/>
                  </a:moveTo>
                  <a:cubicBezTo>
                    <a:pt x="493" y="1"/>
                    <a:pt x="251" y="27"/>
                    <a:pt x="177" y="114"/>
                  </a:cubicBezTo>
                  <a:cubicBezTo>
                    <a:pt x="1" y="327"/>
                    <a:pt x="1068" y="945"/>
                    <a:pt x="2026" y="1076"/>
                  </a:cubicBezTo>
                  <a:cubicBezTo>
                    <a:pt x="1530" y="1318"/>
                    <a:pt x="1295" y="1942"/>
                    <a:pt x="2741" y="1942"/>
                  </a:cubicBezTo>
                  <a:cubicBezTo>
                    <a:pt x="2910" y="1942"/>
                    <a:pt x="3103" y="1934"/>
                    <a:pt x="3321" y="1915"/>
                  </a:cubicBezTo>
                  <a:cubicBezTo>
                    <a:pt x="3913" y="1843"/>
                    <a:pt x="4133" y="1687"/>
                    <a:pt x="4490" y="1687"/>
                  </a:cubicBezTo>
                  <a:cubicBezTo>
                    <a:pt x="4655" y="1687"/>
                    <a:pt x="4849" y="1720"/>
                    <a:pt x="5122" y="1810"/>
                  </a:cubicBezTo>
                  <a:cubicBezTo>
                    <a:pt x="5485" y="1931"/>
                    <a:pt x="5945" y="1990"/>
                    <a:pt x="6352" y="1990"/>
                  </a:cubicBezTo>
                  <a:cubicBezTo>
                    <a:pt x="6900" y="1990"/>
                    <a:pt x="7351" y="1883"/>
                    <a:pt x="7338" y="1679"/>
                  </a:cubicBezTo>
                  <a:cubicBezTo>
                    <a:pt x="7304" y="1323"/>
                    <a:pt x="6829" y="1133"/>
                    <a:pt x="6567" y="1110"/>
                  </a:cubicBezTo>
                  <a:cubicBezTo>
                    <a:pt x="7349" y="1076"/>
                    <a:pt x="8262" y="694"/>
                    <a:pt x="8322" y="399"/>
                  </a:cubicBezTo>
                  <a:cubicBezTo>
                    <a:pt x="8375" y="136"/>
                    <a:pt x="8184" y="50"/>
                    <a:pt x="7643" y="50"/>
                  </a:cubicBezTo>
                  <a:cubicBezTo>
                    <a:pt x="7574" y="50"/>
                    <a:pt x="7500" y="52"/>
                    <a:pt x="7420" y="54"/>
                  </a:cubicBezTo>
                  <a:cubicBezTo>
                    <a:pt x="7183" y="63"/>
                    <a:pt x="6451" y="66"/>
                    <a:pt x="5580" y="66"/>
                  </a:cubicBezTo>
                  <a:cubicBezTo>
                    <a:pt x="3839" y="66"/>
                    <a:pt x="1543" y="54"/>
                    <a:pt x="1543" y="54"/>
                  </a:cubicBezTo>
                  <a:cubicBezTo>
                    <a:pt x="1543" y="54"/>
                    <a:pt x="1130" y="1"/>
                    <a:pt x="7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5"/>
            <p:cNvSpPr/>
            <p:nvPr/>
          </p:nvSpPr>
          <p:spPr>
            <a:xfrm>
              <a:off x="-2409767" y="3430002"/>
              <a:ext cx="1109038" cy="296058"/>
            </a:xfrm>
            <a:custGeom>
              <a:avLst/>
              <a:gdLst/>
              <a:ahLst/>
              <a:cxnLst/>
              <a:rect l="l" t="t" r="r" b="b"/>
              <a:pathLst>
                <a:path w="6342" h="1693" extrusionOk="0">
                  <a:moveTo>
                    <a:pt x="5562" y="1"/>
                  </a:moveTo>
                  <a:cubicBezTo>
                    <a:pt x="5156" y="1"/>
                    <a:pt x="4670" y="20"/>
                    <a:pt x="4305" y="94"/>
                  </a:cubicBezTo>
                  <a:cubicBezTo>
                    <a:pt x="3910" y="174"/>
                    <a:pt x="3280" y="193"/>
                    <a:pt x="2764" y="193"/>
                  </a:cubicBezTo>
                  <a:cubicBezTo>
                    <a:pt x="2287" y="193"/>
                    <a:pt x="1909" y="177"/>
                    <a:pt x="1909" y="177"/>
                  </a:cubicBezTo>
                  <a:cubicBezTo>
                    <a:pt x="1909" y="177"/>
                    <a:pt x="1071" y="2"/>
                    <a:pt x="375" y="2"/>
                  </a:cubicBezTo>
                  <a:cubicBezTo>
                    <a:pt x="243" y="2"/>
                    <a:pt x="116" y="8"/>
                    <a:pt x="0" y="23"/>
                  </a:cubicBezTo>
                  <a:cubicBezTo>
                    <a:pt x="877" y="1266"/>
                    <a:pt x="3141" y="1693"/>
                    <a:pt x="3141" y="1693"/>
                  </a:cubicBezTo>
                  <a:cubicBezTo>
                    <a:pt x="3141" y="1693"/>
                    <a:pt x="5869" y="484"/>
                    <a:pt x="6069" y="356"/>
                  </a:cubicBezTo>
                  <a:cubicBezTo>
                    <a:pt x="6069" y="259"/>
                    <a:pt x="6342" y="23"/>
                    <a:pt x="6342" y="23"/>
                  </a:cubicBezTo>
                  <a:cubicBezTo>
                    <a:pt x="6342" y="23"/>
                    <a:pt x="5998" y="1"/>
                    <a:pt x="5562" y="1"/>
                  </a:cubicBezTo>
                  <a:close/>
                </a:path>
              </a:pathLst>
            </a:custGeom>
            <a:solidFill>
              <a:srgbClr val="9A6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5"/>
            <p:cNvSpPr/>
            <p:nvPr/>
          </p:nvSpPr>
          <p:spPr>
            <a:xfrm>
              <a:off x="-2063514" y="3429652"/>
              <a:ext cx="974212" cy="418818"/>
            </a:xfrm>
            <a:custGeom>
              <a:avLst/>
              <a:gdLst/>
              <a:ahLst/>
              <a:cxnLst/>
              <a:rect l="l" t="t" r="r" b="b"/>
              <a:pathLst>
                <a:path w="5571" h="2395" extrusionOk="0">
                  <a:moveTo>
                    <a:pt x="4149" y="0"/>
                  </a:moveTo>
                  <a:cubicBezTo>
                    <a:pt x="2803" y="0"/>
                    <a:pt x="0" y="1979"/>
                    <a:pt x="0" y="1979"/>
                  </a:cubicBezTo>
                  <a:lnTo>
                    <a:pt x="225" y="2395"/>
                  </a:lnTo>
                  <a:cubicBezTo>
                    <a:pt x="225" y="2395"/>
                    <a:pt x="2845" y="1908"/>
                    <a:pt x="3841" y="1496"/>
                  </a:cubicBezTo>
                  <a:cubicBezTo>
                    <a:pt x="4458" y="1245"/>
                    <a:pt x="5571" y="216"/>
                    <a:pt x="4327" y="14"/>
                  </a:cubicBezTo>
                  <a:cubicBezTo>
                    <a:pt x="4272" y="5"/>
                    <a:pt x="4212" y="0"/>
                    <a:pt x="4149" y="0"/>
                  </a:cubicBezTo>
                  <a:close/>
                </a:path>
              </a:pathLst>
            </a:custGeom>
            <a:solidFill>
              <a:srgbClr val="9A6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5"/>
            <p:cNvSpPr/>
            <p:nvPr/>
          </p:nvSpPr>
          <p:spPr>
            <a:xfrm>
              <a:off x="-2063514" y="3429652"/>
              <a:ext cx="856348" cy="418818"/>
            </a:xfrm>
            <a:custGeom>
              <a:avLst/>
              <a:gdLst/>
              <a:ahLst/>
              <a:cxnLst/>
              <a:rect l="l" t="t" r="r" b="b"/>
              <a:pathLst>
                <a:path w="4897" h="2395" extrusionOk="0">
                  <a:moveTo>
                    <a:pt x="4149" y="0"/>
                  </a:moveTo>
                  <a:cubicBezTo>
                    <a:pt x="2803" y="0"/>
                    <a:pt x="0" y="1979"/>
                    <a:pt x="0" y="1979"/>
                  </a:cubicBezTo>
                  <a:lnTo>
                    <a:pt x="225" y="2395"/>
                  </a:lnTo>
                  <a:lnTo>
                    <a:pt x="262" y="2395"/>
                  </a:lnTo>
                  <a:lnTo>
                    <a:pt x="214" y="2312"/>
                  </a:lnTo>
                  <a:cubicBezTo>
                    <a:pt x="214" y="2312"/>
                    <a:pt x="3018" y="319"/>
                    <a:pt x="4364" y="319"/>
                  </a:cubicBezTo>
                  <a:cubicBezTo>
                    <a:pt x="4426" y="319"/>
                    <a:pt x="4485" y="323"/>
                    <a:pt x="4541" y="332"/>
                  </a:cubicBezTo>
                  <a:cubicBezTo>
                    <a:pt x="4683" y="358"/>
                    <a:pt x="4800" y="403"/>
                    <a:pt x="4896" y="440"/>
                  </a:cubicBezTo>
                  <a:cubicBezTo>
                    <a:pt x="4896" y="250"/>
                    <a:pt x="4754" y="85"/>
                    <a:pt x="4327" y="14"/>
                  </a:cubicBezTo>
                  <a:cubicBezTo>
                    <a:pt x="4272" y="5"/>
                    <a:pt x="4212" y="0"/>
                    <a:pt x="41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5"/>
            <p:cNvSpPr/>
            <p:nvPr/>
          </p:nvSpPr>
          <p:spPr>
            <a:xfrm>
              <a:off x="-2306241" y="3734810"/>
              <a:ext cx="369155" cy="159483"/>
            </a:xfrm>
            <a:custGeom>
              <a:avLst/>
              <a:gdLst/>
              <a:ahLst/>
              <a:cxnLst/>
              <a:rect l="l" t="t" r="r" b="b"/>
              <a:pathLst>
                <a:path w="2111" h="912" extrusionOk="0">
                  <a:moveTo>
                    <a:pt x="275" y="0"/>
                  </a:moveTo>
                  <a:cubicBezTo>
                    <a:pt x="183" y="0"/>
                    <a:pt x="119" y="34"/>
                    <a:pt x="85" y="129"/>
                  </a:cubicBezTo>
                  <a:cubicBezTo>
                    <a:pt x="0" y="365"/>
                    <a:pt x="262" y="650"/>
                    <a:pt x="512" y="758"/>
                  </a:cubicBezTo>
                  <a:cubicBezTo>
                    <a:pt x="706" y="835"/>
                    <a:pt x="1147" y="912"/>
                    <a:pt x="1431" y="912"/>
                  </a:cubicBezTo>
                  <a:cubicBezTo>
                    <a:pt x="1493" y="912"/>
                    <a:pt x="1548" y="908"/>
                    <a:pt x="1590" y="900"/>
                  </a:cubicBezTo>
                  <a:cubicBezTo>
                    <a:pt x="1827" y="840"/>
                    <a:pt x="1684" y="687"/>
                    <a:pt x="2111" y="556"/>
                  </a:cubicBezTo>
                  <a:cubicBezTo>
                    <a:pt x="1721" y="377"/>
                    <a:pt x="1696" y="294"/>
                    <a:pt x="1707" y="47"/>
                  </a:cubicBezTo>
                  <a:lnTo>
                    <a:pt x="1707" y="47"/>
                  </a:lnTo>
                  <a:cubicBezTo>
                    <a:pt x="1707" y="47"/>
                    <a:pt x="1471" y="157"/>
                    <a:pt x="1138" y="157"/>
                  </a:cubicBezTo>
                  <a:cubicBezTo>
                    <a:pt x="1049" y="157"/>
                    <a:pt x="953" y="149"/>
                    <a:pt x="854" y="129"/>
                  </a:cubicBezTo>
                  <a:cubicBezTo>
                    <a:pt x="608" y="73"/>
                    <a:pt x="411" y="0"/>
                    <a:pt x="275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5"/>
            <p:cNvSpPr/>
            <p:nvPr/>
          </p:nvSpPr>
          <p:spPr>
            <a:xfrm>
              <a:off x="-2283507" y="3734460"/>
              <a:ext cx="56484" cy="101601"/>
            </a:xfrm>
            <a:custGeom>
              <a:avLst/>
              <a:gdLst/>
              <a:ahLst/>
              <a:cxnLst/>
              <a:rect l="l" t="t" r="r" b="b"/>
              <a:pathLst>
                <a:path w="323" h="581" extrusionOk="0">
                  <a:moveTo>
                    <a:pt x="143" y="0"/>
                  </a:moveTo>
                  <a:cubicBezTo>
                    <a:pt x="203" y="165"/>
                    <a:pt x="132" y="322"/>
                    <a:pt x="1" y="438"/>
                  </a:cubicBezTo>
                  <a:cubicBezTo>
                    <a:pt x="38" y="487"/>
                    <a:pt x="72" y="535"/>
                    <a:pt x="120" y="581"/>
                  </a:cubicBezTo>
                  <a:cubicBezTo>
                    <a:pt x="274" y="450"/>
                    <a:pt x="322" y="225"/>
                    <a:pt x="285" y="12"/>
                  </a:cubicBezTo>
                  <a:cubicBezTo>
                    <a:pt x="240" y="12"/>
                    <a:pt x="192" y="0"/>
                    <a:pt x="143" y="0"/>
                  </a:cubicBezTo>
                  <a:close/>
                </a:path>
              </a:pathLst>
            </a:custGeom>
            <a:solidFill>
              <a:srgbClr val="F4B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5"/>
            <p:cNvSpPr/>
            <p:nvPr/>
          </p:nvSpPr>
          <p:spPr>
            <a:xfrm>
              <a:off x="-2237690" y="3742854"/>
              <a:ext cx="68375" cy="132553"/>
            </a:xfrm>
            <a:custGeom>
              <a:avLst/>
              <a:gdLst/>
              <a:ahLst/>
              <a:cxnLst/>
              <a:rect l="l" t="t" r="r" b="b"/>
              <a:pathLst>
                <a:path w="391" h="758" extrusionOk="0">
                  <a:moveTo>
                    <a:pt x="154" y="1"/>
                  </a:moveTo>
                  <a:cubicBezTo>
                    <a:pt x="214" y="225"/>
                    <a:pt x="154" y="473"/>
                    <a:pt x="1" y="652"/>
                  </a:cubicBezTo>
                  <a:cubicBezTo>
                    <a:pt x="35" y="675"/>
                    <a:pt x="72" y="700"/>
                    <a:pt x="120" y="712"/>
                  </a:cubicBezTo>
                  <a:cubicBezTo>
                    <a:pt x="154" y="723"/>
                    <a:pt x="203" y="746"/>
                    <a:pt x="262" y="757"/>
                  </a:cubicBezTo>
                  <a:cubicBezTo>
                    <a:pt x="390" y="544"/>
                    <a:pt x="356" y="260"/>
                    <a:pt x="274" y="35"/>
                  </a:cubicBezTo>
                  <a:cubicBezTo>
                    <a:pt x="225" y="23"/>
                    <a:pt x="191" y="12"/>
                    <a:pt x="154" y="1"/>
                  </a:cubicBezTo>
                  <a:close/>
                </a:path>
              </a:pathLst>
            </a:custGeom>
            <a:solidFill>
              <a:srgbClr val="F4B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5"/>
            <p:cNvSpPr/>
            <p:nvPr/>
          </p:nvSpPr>
          <p:spPr>
            <a:xfrm>
              <a:off x="-2167040" y="3753346"/>
              <a:ext cx="76769" cy="139023"/>
            </a:xfrm>
            <a:custGeom>
              <a:avLst/>
              <a:gdLst/>
              <a:ahLst/>
              <a:cxnLst/>
              <a:rect l="l" t="t" r="r" b="b"/>
              <a:pathLst>
                <a:path w="439" h="795" extrusionOk="0">
                  <a:moveTo>
                    <a:pt x="1" y="0"/>
                  </a:moveTo>
                  <a:lnTo>
                    <a:pt x="1" y="0"/>
                  </a:lnTo>
                  <a:cubicBezTo>
                    <a:pt x="154" y="214"/>
                    <a:pt x="188" y="510"/>
                    <a:pt x="95" y="757"/>
                  </a:cubicBezTo>
                  <a:cubicBezTo>
                    <a:pt x="188" y="768"/>
                    <a:pt x="271" y="783"/>
                    <a:pt x="356" y="794"/>
                  </a:cubicBezTo>
                  <a:cubicBezTo>
                    <a:pt x="439" y="544"/>
                    <a:pt x="402" y="248"/>
                    <a:pt x="248" y="46"/>
                  </a:cubicBezTo>
                  <a:cubicBezTo>
                    <a:pt x="188" y="35"/>
                    <a:pt x="129" y="35"/>
                    <a:pt x="58" y="23"/>
                  </a:cubicBezTo>
                  <a:cubicBezTo>
                    <a:pt x="35" y="12"/>
                    <a:pt x="23" y="12"/>
                    <a:pt x="1" y="0"/>
                  </a:cubicBezTo>
                  <a:close/>
                </a:path>
              </a:pathLst>
            </a:custGeom>
            <a:solidFill>
              <a:srgbClr val="F4B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5"/>
            <p:cNvSpPr/>
            <p:nvPr/>
          </p:nvSpPr>
          <p:spPr>
            <a:xfrm>
              <a:off x="-2098839" y="3759292"/>
              <a:ext cx="58407" cy="135001"/>
            </a:xfrm>
            <a:custGeom>
              <a:avLst/>
              <a:gdLst/>
              <a:ahLst/>
              <a:cxnLst/>
              <a:rect l="l" t="t" r="r" b="b"/>
              <a:pathLst>
                <a:path w="334" h="772" extrusionOk="0">
                  <a:moveTo>
                    <a:pt x="131" y="1"/>
                  </a:moveTo>
                  <a:cubicBezTo>
                    <a:pt x="94" y="12"/>
                    <a:pt x="49" y="12"/>
                    <a:pt x="0" y="12"/>
                  </a:cubicBezTo>
                  <a:cubicBezTo>
                    <a:pt x="120" y="251"/>
                    <a:pt x="143" y="510"/>
                    <a:pt x="94" y="771"/>
                  </a:cubicBezTo>
                  <a:lnTo>
                    <a:pt x="308" y="771"/>
                  </a:lnTo>
                  <a:cubicBezTo>
                    <a:pt x="333" y="498"/>
                    <a:pt x="308" y="214"/>
                    <a:pt x="131" y="1"/>
                  </a:cubicBezTo>
                  <a:close/>
                </a:path>
              </a:pathLst>
            </a:custGeom>
            <a:solidFill>
              <a:srgbClr val="F4B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5"/>
            <p:cNvSpPr/>
            <p:nvPr/>
          </p:nvSpPr>
          <p:spPr>
            <a:xfrm>
              <a:off x="-2049175" y="3748800"/>
              <a:ext cx="81315" cy="116640"/>
            </a:xfrm>
            <a:custGeom>
              <a:avLst/>
              <a:gdLst/>
              <a:ahLst/>
              <a:cxnLst/>
              <a:rect l="l" t="t" r="r" b="b"/>
              <a:pathLst>
                <a:path w="465" h="667" extrusionOk="0">
                  <a:moveTo>
                    <a:pt x="132" y="1"/>
                  </a:moveTo>
                  <a:cubicBezTo>
                    <a:pt x="95" y="12"/>
                    <a:pt x="49" y="26"/>
                    <a:pt x="1" y="38"/>
                  </a:cubicBezTo>
                  <a:cubicBezTo>
                    <a:pt x="95" y="251"/>
                    <a:pt x="166" y="499"/>
                    <a:pt x="308" y="666"/>
                  </a:cubicBezTo>
                  <a:cubicBezTo>
                    <a:pt x="345" y="629"/>
                    <a:pt x="393" y="581"/>
                    <a:pt x="465" y="547"/>
                  </a:cubicBezTo>
                  <a:cubicBezTo>
                    <a:pt x="297" y="405"/>
                    <a:pt x="166" y="214"/>
                    <a:pt x="132" y="1"/>
                  </a:cubicBezTo>
                  <a:close/>
                </a:path>
              </a:pathLst>
            </a:custGeom>
            <a:solidFill>
              <a:srgbClr val="F4B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5"/>
            <p:cNvSpPr/>
            <p:nvPr/>
          </p:nvSpPr>
          <p:spPr>
            <a:xfrm>
              <a:off x="-2642176" y="3429652"/>
              <a:ext cx="974737" cy="418818"/>
            </a:xfrm>
            <a:custGeom>
              <a:avLst/>
              <a:gdLst/>
              <a:ahLst/>
              <a:cxnLst/>
              <a:rect l="l" t="t" r="r" b="b"/>
              <a:pathLst>
                <a:path w="5574" h="2395" extrusionOk="0">
                  <a:moveTo>
                    <a:pt x="1425" y="0"/>
                  </a:moveTo>
                  <a:cubicBezTo>
                    <a:pt x="1362" y="0"/>
                    <a:pt x="1303" y="5"/>
                    <a:pt x="1247" y="14"/>
                  </a:cubicBezTo>
                  <a:cubicBezTo>
                    <a:pt x="1" y="216"/>
                    <a:pt x="1116" y="1245"/>
                    <a:pt x="1733" y="1496"/>
                  </a:cubicBezTo>
                  <a:cubicBezTo>
                    <a:pt x="2729" y="1908"/>
                    <a:pt x="5349" y="2395"/>
                    <a:pt x="5349" y="2395"/>
                  </a:cubicBezTo>
                  <a:lnTo>
                    <a:pt x="5574" y="1979"/>
                  </a:lnTo>
                  <a:cubicBezTo>
                    <a:pt x="5574" y="1979"/>
                    <a:pt x="2771" y="0"/>
                    <a:pt x="14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5"/>
            <p:cNvSpPr/>
            <p:nvPr/>
          </p:nvSpPr>
          <p:spPr>
            <a:xfrm>
              <a:off x="-2532179" y="3429652"/>
              <a:ext cx="864742" cy="371078"/>
            </a:xfrm>
            <a:custGeom>
              <a:avLst/>
              <a:gdLst/>
              <a:ahLst/>
              <a:cxnLst/>
              <a:rect l="l" t="t" r="r" b="b"/>
              <a:pathLst>
                <a:path w="4945" h="2122" extrusionOk="0">
                  <a:moveTo>
                    <a:pt x="796" y="0"/>
                  </a:moveTo>
                  <a:cubicBezTo>
                    <a:pt x="733" y="0"/>
                    <a:pt x="674" y="5"/>
                    <a:pt x="618" y="14"/>
                  </a:cubicBezTo>
                  <a:cubicBezTo>
                    <a:pt x="120" y="96"/>
                    <a:pt x="1" y="309"/>
                    <a:pt x="72" y="557"/>
                  </a:cubicBezTo>
                  <a:cubicBezTo>
                    <a:pt x="120" y="440"/>
                    <a:pt x="285" y="332"/>
                    <a:pt x="641" y="287"/>
                  </a:cubicBezTo>
                  <a:cubicBezTo>
                    <a:pt x="700" y="277"/>
                    <a:pt x="762" y="272"/>
                    <a:pt x="829" y="272"/>
                  </a:cubicBezTo>
                  <a:cubicBezTo>
                    <a:pt x="2057" y="272"/>
                    <a:pt x="4469" y="1865"/>
                    <a:pt x="4874" y="2122"/>
                  </a:cubicBezTo>
                  <a:lnTo>
                    <a:pt x="4945" y="1979"/>
                  </a:lnTo>
                  <a:cubicBezTo>
                    <a:pt x="4945" y="1979"/>
                    <a:pt x="2142" y="0"/>
                    <a:pt x="796" y="0"/>
                  </a:cubicBezTo>
                  <a:close/>
                </a:path>
              </a:pathLst>
            </a:custGeom>
            <a:solidFill>
              <a:srgbClr val="9A6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5"/>
            <p:cNvSpPr/>
            <p:nvPr/>
          </p:nvSpPr>
          <p:spPr>
            <a:xfrm>
              <a:off x="-1785988" y="3732012"/>
              <a:ext cx="369330" cy="162456"/>
            </a:xfrm>
            <a:custGeom>
              <a:avLst/>
              <a:gdLst/>
              <a:ahLst/>
              <a:cxnLst/>
              <a:rect l="l" t="t" r="r" b="b"/>
              <a:pathLst>
                <a:path w="2112" h="929" extrusionOk="0">
                  <a:moveTo>
                    <a:pt x="1800" y="0"/>
                  </a:moveTo>
                  <a:cubicBezTo>
                    <a:pt x="1665" y="0"/>
                    <a:pt x="1482" y="61"/>
                    <a:pt x="1258" y="134"/>
                  </a:cubicBezTo>
                  <a:cubicBezTo>
                    <a:pt x="1160" y="161"/>
                    <a:pt x="1060" y="172"/>
                    <a:pt x="964" y="172"/>
                  </a:cubicBezTo>
                  <a:cubicBezTo>
                    <a:pt x="655" y="172"/>
                    <a:pt x="394" y="63"/>
                    <a:pt x="393" y="63"/>
                  </a:cubicBezTo>
                  <a:lnTo>
                    <a:pt x="393" y="63"/>
                  </a:lnTo>
                  <a:cubicBezTo>
                    <a:pt x="416" y="310"/>
                    <a:pt x="263" y="535"/>
                    <a:pt x="1" y="583"/>
                  </a:cubicBezTo>
                  <a:cubicBezTo>
                    <a:pt x="416" y="714"/>
                    <a:pt x="285" y="856"/>
                    <a:pt x="524" y="916"/>
                  </a:cubicBezTo>
                  <a:cubicBezTo>
                    <a:pt x="568" y="925"/>
                    <a:pt x="624" y="929"/>
                    <a:pt x="689" y="929"/>
                  </a:cubicBezTo>
                  <a:cubicBezTo>
                    <a:pt x="960" y="929"/>
                    <a:pt x="1375" y="859"/>
                    <a:pt x="1566" y="774"/>
                  </a:cubicBezTo>
                  <a:cubicBezTo>
                    <a:pt x="1805" y="677"/>
                    <a:pt x="2112" y="381"/>
                    <a:pt x="2029" y="145"/>
                  </a:cubicBezTo>
                  <a:cubicBezTo>
                    <a:pt x="1986" y="40"/>
                    <a:pt x="1908" y="0"/>
                    <a:pt x="1800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5"/>
            <p:cNvSpPr/>
            <p:nvPr/>
          </p:nvSpPr>
          <p:spPr>
            <a:xfrm>
              <a:off x="-1543086" y="3736383"/>
              <a:ext cx="66276" cy="124509"/>
            </a:xfrm>
            <a:custGeom>
              <a:avLst/>
              <a:gdLst/>
              <a:ahLst/>
              <a:cxnLst/>
              <a:rect l="l" t="t" r="r" b="b"/>
              <a:pathLst>
                <a:path w="379" h="712" extrusionOk="0">
                  <a:moveTo>
                    <a:pt x="214" y="1"/>
                  </a:moveTo>
                  <a:lnTo>
                    <a:pt x="214" y="1"/>
                  </a:lnTo>
                  <a:cubicBezTo>
                    <a:pt x="165" y="12"/>
                    <a:pt x="105" y="38"/>
                    <a:pt x="34" y="49"/>
                  </a:cubicBezTo>
                  <a:cubicBezTo>
                    <a:pt x="0" y="285"/>
                    <a:pt x="71" y="570"/>
                    <a:pt x="259" y="712"/>
                  </a:cubicBezTo>
                  <a:cubicBezTo>
                    <a:pt x="296" y="689"/>
                    <a:pt x="344" y="666"/>
                    <a:pt x="379" y="641"/>
                  </a:cubicBezTo>
                  <a:cubicBezTo>
                    <a:pt x="330" y="618"/>
                    <a:pt x="307" y="581"/>
                    <a:pt x="285" y="535"/>
                  </a:cubicBezTo>
                  <a:cubicBezTo>
                    <a:pt x="214" y="368"/>
                    <a:pt x="131" y="180"/>
                    <a:pt x="214" y="1"/>
                  </a:cubicBezTo>
                  <a:close/>
                </a:path>
              </a:pathLst>
            </a:custGeom>
            <a:solidFill>
              <a:srgbClr val="F4B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5"/>
            <p:cNvSpPr/>
            <p:nvPr/>
          </p:nvSpPr>
          <p:spPr>
            <a:xfrm>
              <a:off x="-1607265" y="3753346"/>
              <a:ext cx="72222" cy="130455"/>
            </a:xfrm>
            <a:custGeom>
              <a:avLst/>
              <a:gdLst/>
              <a:ahLst/>
              <a:cxnLst/>
              <a:rect l="l" t="t" r="r" b="b"/>
              <a:pathLst>
                <a:path w="413" h="746" extrusionOk="0">
                  <a:moveTo>
                    <a:pt x="248" y="0"/>
                  </a:moveTo>
                  <a:cubicBezTo>
                    <a:pt x="236" y="0"/>
                    <a:pt x="236" y="0"/>
                    <a:pt x="236" y="12"/>
                  </a:cubicBezTo>
                  <a:cubicBezTo>
                    <a:pt x="177" y="23"/>
                    <a:pt x="128" y="35"/>
                    <a:pt x="83" y="35"/>
                  </a:cubicBezTo>
                  <a:cubicBezTo>
                    <a:pt x="0" y="271"/>
                    <a:pt x="71" y="544"/>
                    <a:pt x="214" y="746"/>
                  </a:cubicBezTo>
                  <a:cubicBezTo>
                    <a:pt x="285" y="734"/>
                    <a:pt x="356" y="712"/>
                    <a:pt x="413" y="697"/>
                  </a:cubicBezTo>
                  <a:cubicBezTo>
                    <a:pt x="248" y="521"/>
                    <a:pt x="177" y="237"/>
                    <a:pt x="248" y="0"/>
                  </a:cubicBezTo>
                  <a:close/>
                </a:path>
              </a:pathLst>
            </a:custGeom>
            <a:solidFill>
              <a:srgbClr val="F4B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5"/>
            <p:cNvSpPr/>
            <p:nvPr/>
          </p:nvSpPr>
          <p:spPr>
            <a:xfrm>
              <a:off x="-1756609" y="3746876"/>
              <a:ext cx="72397" cy="114017"/>
            </a:xfrm>
            <a:custGeom>
              <a:avLst/>
              <a:gdLst/>
              <a:ahLst/>
              <a:cxnLst/>
              <a:rect l="l" t="t" r="r" b="b"/>
              <a:pathLst>
                <a:path w="414" h="652" extrusionOk="0">
                  <a:moveTo>
                    <a:pt x="308" y="0"/>
                  </a:moveTo>
                  <a:lnTo>
                    <a:pt x="308" y="0"/>
                  </a:lnTo>
                  <a:cubicBezTo>
                    <a:pt x="342" y="237"/>
                    <a:pt x="200" y="450"/>
                    <a:pt x="1" y="558"/>
                  </a:cubicBezTo>
                  <a:cubicBezTo>
                    <a:pt x="58" y="592"/>
                    <a:pt x="95" y="618"/>
                    <a:pt x="129" y="652"/>
                  </a:cubicBezTo>
                  <a:cubicBezTo>
                    <a:pt x="342" y="547"/>
                    <a:pt x="413" y="274"/>
                    <a:pt x="413" y="37"/>
                  </a:cubicBezTo>
                  <a:cubicBezTo>
                    <a:pt x="368" y="23"/>
                    <a:pt x="331" y="12"/>
                    <a:pt x="308" y="0"/>
                  </a:cubicBezTo>
                  <a:close/>
                </a:path>
              </a:pathLst>
            </a:custGeom>
            <a:solidFill>
              <a:srgbClr val="F4B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5"/>
            <p:cNvSpPr/>
            <p:nvPr/>
          </p:nvSpPr>
          <p:spPr>
            <a:xfrm>
              <a:off x="-1700823" y="3757368"/>
              <a:ext cx="64353" cy="136925"/>
            </a:xfrm>
            <a:custGeom>
              <a:avLst/>
              <a:gdLst/>
              <a:ahLst/>
              <a:cxnLst/>
              <a:rect l="l" t="t" r="r" b="b"/>
              <a:pathLst>
                <a:path w="368" h="783" extrusionOk="0">
                  <a:moveTo>
                    <a:pt x="236" y="0"/>
                  </a:moveTo>
                  <a:cubicBezTo>
                    <a:pt x="214" y="34"/>
                    <a:pt x="191" y="60"/>
                    <a:pt x="191" y="94"/>
                  </a:cubicBezTo>
                  <a:cubicBezTo>
                    <a:pt x="165" y="307"/>
                    <a:pt x="165" y="603"/>
                    <a:pt x="0" y="760"/>
                  </a:cubicBezTo>
                  <a:cubicBezTo>
                    <a:pt x="12" y="760"/>
                    <a:pt x="23" y="760"/>
                    <a:pt x="37" y="771"/>
                  </a:cubicBezTo>
                  <a:cubicBezTo>
                    <a:pt x="94" y="782"/>
                    <a:pt x="191" y="782"/>
                    <a:pt x="296" y="782"/>
                  </a:cubicBezTo>
                  <a:cubicBezTo>
                    <a:pt x="367" y="532"/>
                    <a:pt x="251" y="262"/>
                    <a:pt x="345" y="23"/>
                  </a:cubicBezTo>
                  <a:cubicBezTo>
                    <a:pt x="308" y="12"/>
                    <a:pt x="273" y="12"/>
                    <a:pt x="236" y="0"/>
                  </a:cubicBezTo>
                  <a:close/>
                </a:path>
              </a:pathLst>
            </a:custGeom>
            <a:solidFill>
              <a:srgbClr val="F4B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5"/>
            <p:cNvSpPr/>
            <p:nvPr/>
          </p:nvSpPr>
          <p:spPr>
            <a:xfrm>
              <a:off x="-1649060" y="3761216"/>
              <a:ext cx="49839" cy="131154"/>
            </a:xfrm>
            <a:custGeom>
              <a:avLst/>
              <a:gdLst/>
              <a:ahLst/>
              <a:cxnLst/>
              <a:rect l="l" t="t" r="r" b="b"/>
              <a:pathLst>
                <a:path w="285" h="750" extrusionOk="0">
                  <a:moveTo>
                    <a:pt x="142" y="1"/>
                  </a:moveTo>
                  <a:cubicBezTo>
                    <a:pt x="0" y="214"/>
                    <a:pt x="60" y="510"/>
                    <a:pt x="168" y="749"/>
                  </a:cubicBezTo>
                  <a:cubicBezTo>
                    <a:pt x="214" y="738"/>
                    <a:pt x="251" y="738"/>
                    <a:pt x="285" y="738"/>
                  </a:cubicBezTo>
                  <a:cubicBezTo>
                    <a:pt x="179" y="499"/>
                    <a:pt x="120" y="226"/>
                    <a:pt x="225" y="1"/>
                  </a:cubicBezTo>
                  <a:close/>
                </a:path>
              </a:pathLst>
            </a:custGeom>
            <a:solidFill>
              <a:srgbClr val="F4B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5"/>
            <p:cNvSpPr/>
            <p:nvPr/>
          </p:nvSpPr>
          <p:spPr>
            <a:xfrm>
              <a:off x="-1495345" y="3732361"/>
              <a:ext cx="55784" cy="91283"/>
            </a:xfrm>
            <a:custGeom>
              <a:avLst/>
              <a:gdLst/>
              <a:ahLst/>
              <a:cxnLst/>
              <a:rect l="l" t="t" r="r" b="b"/>
              <a:pathLst>
                <a:path w="319" h="522" extrusionOk="0">
                  <a:moveTo>
                    <a:pt x="83" y="1"/>
                  </a:moveTo>
                  <a:cubicBezTo>
                    <a:pt x="0" y="203"/>
                    <a:pt x="106" y="379"/>
                    <a:pt x="236" y="522"/>
                  </a:cubicBezTo>
                  <a:cubicBezTo>
                    <a:pt x="271" y="499"/>
                    <a:pt x="296" y="462"/>
                    <a:pt x="319" y="428"/>
                  </a:cubicBezTo>
                  <a:cubicBezTo>
                    <a:pt x="199" y="308"/>
                    <a:pt x="177" y="155"/>
                    <a:pt x="188" y="1"/>
                  </a:cubicBezTo>
                  <a:close/>
                </a:path>
              </a:pathLst>
            </a:custGeom>
            <a:solidFill>
              <a:srgbClr val="F4B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5"/>
            <p:cNvSpPr/>
            <p:nvPr/>
          </p:nvSpPr>
          <p:spPr>
            <a:xfrm>
              <a:off x="-2075930" y="2281596"/>
              <a:ext cx="375275" cy="352542"/>
            </a:xfrm>
            <a:custGeom>
              <a:avLst/>
              <a:gdLst/>
              <a:ahLst/>
              <a:cxnLst/>
              <a:rect l="l" t="t" r="r" b="b"/>
              <a:pathLst>
                <a:path w="2146" h="2016" extrusionOk="0">
                  <a:moveTo>
                    <a:pt x="980" y="1"/>
                  </a:moveTo>
                  <a:cubicBezTo>
                    <a:pt x="947" y="1"/>
                    <a:pt x="912" y="4"/>
                    <a:pt x="877" y="10"/>
                  </a:cubicBezTo>
                  <a:cubicBezTo>
                    <a:pt x="1056" y="47"/>
                    <a:pt x="1127" y="152"/>
                    <a:pt x="1127" y="152"/>
                  </a:cubicBezTo>
                  <a:cubicBezTo>
                    <a:pt x="1127" y="152"/>
                    <a:pt x="956" y="67"/>
                    <a:pt x="763" y="67"/>
                  </a:cubicBezTo>
                  <a:cubicBezTo>
                    <a:pt x="687" y="67"/>
                    <a:pt x="607" y="81"/>
                    <a:pt x="532" y="118"/>
                  </a:cubicBezTo>
                  <a:cubicBezTo>
                    <a:pt x="711" y="129"/>
                    <a:pt x="760" y="178"/>
                    <a:pt x="760" y="178"/>
                  </a:cubicBezTo>
                  <a:cubicBezTo>
                    <a:pt x="760" y="178"/>
                    <a:pt x="745" y="177"/>
                    <a:pt x="719" y="177"/>
                  </a:cubicBezTo>
                  <a:cubicBezTo>
                    <a:pt x="614" y="177"/>
                    <a:pt x="331" y="193"/>
                    <a:pt x="225" y="365"/>
                  </a:cubicBezTo>
                  <a:cubicBezTo>
                    <a:pt x="344" y="343"/>
                    <a:pt x="416" y="343"/>
                    <a:pt x="416" y="343"/>
                  </a:cubicBezTo>
                  <a:lnTo>
                    <a:pt x="416" y="343"/>
                  </a:lnTo>
                  <a:cubicBezTo>
                    <a:pt x="416" y="343"/>
                    <a:pt x="71" y="402"/>
                    <a:pt x="0" y="721"/>
                  </a:cubicBezTo>
                  <a:cubicBezTo>
                    <a:pt x="106" y="638"/>
                    <a:pt x="236" y="579"/>
                    <a:pt x="236" y="579"/>
                  </a:cubicBezTo>
                  <a:lnTo>
                    <a:pt x="236" y="579"/>
                  </a:lnTo>
                  <a:cubicBezTo>
                    <a:pt x="236" y="579"/>
                    <a:pt x="49" y="758"/>
                    <a:pt x="60" y="983"/>
                  </a:cubicBezTo>
                  <a:cubicBezTo>
                    <a:pt x="232" y="752"/>
                    <a:pt x="599" y="533"/>
                    <a:pt x="1024" y="533"/>
                  </a:cubicBezTo>
                  <a:cubicBezTo>
                    <a:pt x="1034" y="533"/>
                    <a:pt x="1045" y="533"/>
                    <a:pt x="1056" y="533"/>
                  </a:cubicBezTo>
                  <a:cubicBezTo>
                    <a:pt x="1502" y="544"/>
                    <a:pt x="1612" y="1279"/>
                    <a:pt x="1647" y="1279"/>
                  </a:cubicBezTo>
                  <a:cubicBezTo>
                    <a:pt x="1647" y="1279"/>
                    <a:pt x="1647" y="1279"/>
                    <a:pt x="1647" y="1279"/>
                  </a:cubicBezTo>
                  <a:cubicBezTo>
                    <a:pt x="1648" y="1278"/>
                    <a:pt x="1648" y="1278"/>
                    <a:pt x="1648" y="1278"/>
                  </a:cubicBezTo>
                  <a:cubicBezTo>
                    <a:pt x="1670" y="1278"/>
                    <a:pt x="1625" y="2015"/>
                    <a:pt x="1625" y="2015"/>
                  </a:cubicBezTo>
                  <a:cubicBezTo>
                    <a:pt x="1625" y="2015"/>
                    <a:pt x="2145" y="1290"/>
                    <a:pt x="2097" y="818"/>
                  </a:cubicBezTo>
                  <a:cubicBezTo>
                    <a:pt x="2065" y="490"/>
                    <a:pt x="1949" y="442"/>
                    <a:pt x="1884" y="442"/>
                  </a:cubicBezTo>
                  <a:cubicBezTo>
                    <a:pt x="1857" y="442"/>
                    <a:pt x="1838" y="451"/>
                    <a:pt x="1838" y="451"/>
                  </a:cubicBezTo>
                  <a:cubicBezTo>
                    <a:pt x="1838" y="451"/>
                    <a:pt x="1670" y="47"/>
                    <a:pt x="1280" y="10"/>
                  </a:cubicBezTo>
                  <a:lnTo>
                    <a:pt x="1280" y="10"/>
                  </a:lnTo>
                  <a:cubicBezTo>
                    <a:pt x="1411" y="106"/>
                    <a:pt x="1423" y="189"/>
                    <a:pt x="1423" y="189"/>
                  </a:cubicBezTo>
                  <a:cubicBezTo>
                    <a:pt x="1423" y="189"/>
                    <a:pt x="1253" y="1"/>
                    <a:pt x="980" y="1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5"/>
            <p:cNvSpPr/>
            <p:nvPr/>
          </p:nvSpPr>
          <p:spPr>
            <a:xfrm>
              <a:off x="-2285431" y="2762328"/>
              <a:ext cx="267904" cy="630938"/>
            </a:xfrm>
            <a:custGeom>
              <a:avLst/>
              <a:gdLst/>
              <a:ahLst/>
              <a:cxnLst/>
              <a:rect l="l" t="t" r="r" b="b"/>
              <a:pathLst>
                <a:path w="1532" h="3608" extrusionOk="0">
                  <a:moveTo>
                    <a:pt x="1531" y="0"/>
                  </a:moveTo>
                  <a:cubicBezTo>
                    <a:pt x="1531" y="0"/>
                    <a:pt x="1221" y="83"/>
                    <a:pt x="1008" y="367"/>
                  </a:cubicBezTo>
                  <a:cubicBezTo>
                    <a:pt x="843" y="592"/>
                    <a:pt x="678" y="925"/>
                    <a:pt x="535" y="1258"/>
                  </a:cubicBezTo>
                  <a:cubicBezTo>
                    <a:pt x="308" y="1838"/>
                    <a:pt x="1" y="3070"/>
                    <a:pt x="120" y="3403"/>
                  </a:cubicBezTo>
                  <a:cubicBezTo>
                    <a:pt x="172" y="3539"/>
                    <a:pt x="275" y="3608"/>
                    <a:pt x="388" y="3608"/>
                  </a:cubicBezTo>
                  <a:cubicBezTo>
                    <a:pt x="560" y="3608"/>
                    <a:pt x="755" y="3447"/>
                    <a:pt x="820" y="3118"/>
                  </a:cubicBezTo>
                  <a:cubicBezTo>
                    <a:pt x="937" y="2561"/>
                    <a:pt x="1531" y="0"/>
                    <a:pt x="1531" y="0"/>
                  </a:cubicBezTo>
                  <a:close/>
                </a:path>
              </a:pathLst>
            </a:custGeom>
            <a:solidFill>
              <a:srgbClr val="FF71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5"/>
            <p:cNvSpPr/>
            <p:nvPr/>
          </p:nvSpPr>
          <p:spPr>
            <a:xfrm>
              <a:off x="-2181905" y="2732600"/>
              <a:ext cx="634436" cy="797591"/>
            </a:xfrm>
            <a:custGeom>
              <a:avLst/>
              <a:gdLst/>
              <a:ahLst/>
              <a:cxnLst/>
              <a:rect l="l" t="t" r="r" b="b"/>
              <a:pathLst>
                <a:path w="3628" h="4561" extrusionOk="0">
                  <a:moveTo>
                    <a:pt x="1858" y="0"/>
                  </a:moveTo>
                  <a:cubicBezTo>
                    <a:pt x="1730" y="0"/>
                    <a:pt x="1593" y="4"/>
                    <a:pt x="1471" y="17"/>
                  </a:cubicBezTo>
                  <a:cubicBezTo>
                    <a:pt x="1352" y="28"/>
                    <a:pt x="1022" y="99"/>
                    <a:pt x="868" y="219"/>
                  </a:cubicBezTo>
                  <a:cubicBezTo>
                    <a:pt x="749" y="290"/>
                    <a:pt x="640" y="361"/>
                    <a:pt x="584" y="478"/>
                  </a:cubicBezTo>
                  <a:cubicBezTo>
                    <a:pt x="475" y="668"/>
                    <a:pt x="310" y="987"/>
                    <a:pt x="191" y="1297"/>
                  </a:cubicBezTo>
                  <a:cubicBezTo>
                    <a:pt x="0" y="1783"/>
                    <a:pt x="26" y="2020"/>
                    <a:pt x="168" y="2293"/>
                  </a:cubicBezTo>
                  <a:cubicBezTo>
                    <a:pt x="299" y="2577"/>
                    <a:pt x="427" y="3109"/>
                    <a:pt x="191" y="4093"/>
                  </a:cubicBezTo>
                  <a:cubicBezTo>
                    <a:pt x="268" y="4269"/>
                    <a:pt x="844" y="4560"/>
                    <a:pt x="1663" y="4560"/>
                  </a:cubicBezTo>
                  <a:cubicBezTo>
                    <a:pt x="2227" y="4560"/>
                    <a:pt x="2906" y="4422"/>
                    <a:pt x="3616" y="4011"/>
                  </a:cubicBezTo>
                  <a:cubicBezTo>
                    <a:pt x="3628" y="3880"/>
                    <a:pt x="3096" y="3761"/>
                    <a:pt x="3130" y="3169"/>
                  </a:cubicBezTo>
                  <a:cubicBezTo>
                    <a:pt x="3178" y="2552"/>
                    <a:pt x="3261" y="1499"/>
                    <a:pt x="3320" y="372"/>
                  </a:cubicBezTo>
                  <a:cubicBezTo>
                    <a:pt x="2763" y="99"/>
                    <a:pt x="2336" y="17"/>
                    <a:pt x="2336" y="17"/>
                  </a:cubicBezTo>
                  <a:cubicBezTo>
                    <a:pt x="2336" y="17"/>
                    <a:pt x="2115" y="0"/>
                    <a:pt x="1858" y="0"/>
                  </a:cubicBezTo>
                  <a:close/>
                </a:path>
              </a:pathLst>
            </a:custGeom>
            <a:solidFill>
              <a:srgbClr val="FF71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5"/>
            <p:cNvSpPr/>
            <p:nvPr/>
          </p:nvSpPr>
          <p:spPr>
            <a:xfrm>
              <a:off x="-2140110" y="3288703"/>
              <a:ext cx="584772" cy="241498"/>
            </a:xfrm>
            <a:custGeom>
              <a:avLst/>
              <a:gdLst/>
              <a:ahLst/>
              <a:cxnLst/>
              <a:rect l="l" t="t" r="r" b="b"/>
              <a:pathLst>
                <a:path w="3344" h="1381" extrusionOk="0">
                  <a:moveTo>
                    <a:pt x="2891" y="0"/>
                  </a:moveTo>
                  <a:lnTo>
                    <a:pt x="2891" y="0"/>
                  </a:lnTo>
                  <a:cubicBezTo>
                    <a:pt x="2322" y="30"/>
                    <a:pt x="1745" y="68"/>
                    <a:pt x="1167" y="68"/>
                  </a:cubicBezTo>
                  <a:cubicBezTo>
                    <a:pt x="806" y="68"/>
                    <a:pt x="443" y="53"/>
                    <a:pt x="83" y="12"/>
                  </a:cubicBezTo>
                  <a:cubicBezTo>
                    <a:pt x="83" y="225"/>
                    <a:pt x="60" y="464"/>
                    <a:pt x="0" y="748"/>
                  </a:cubicBezTo>
                  <a:cubicBezTo>
                    <a:pt x="94" y="723"/>
                    <a:pt x="188" y="689"/>
                    <a:pt x="248" y="606"/>
                  </a:cubicBezTo>
                  <a:cubicBezTo>
                    <a:pt x="273" y="925"/>
                    <a:pt x="438" y="1138"/>
                    <a:pt x="652" y="1292"/>
                  </a:cubicBezTo>
                  <a:cubicBezTo>
                    <a:pt x="868" y="1345"/>
                    <a:pt x="1125" y="1381"/>
                    <a:pt x="1413" y="1381"/>
                  </a:cubicBezTo>
                  <a:cubicBezTo>
                    <a:pt x="1835" y="1381"/>
                    <a:pt x="2323" y="1304"/>
                    <a:pt x="2845" y="1093"/>
                  </a:cubicBezTo>
                  <a:cubicBezTo>
                    <a:pt x="2999" y="973"/>
                    <a:pt x="3175" y="865"/>
                    <a:pt x="3343" y="760"/>
                  </a:cubicBezTo>
                  <a:cubicBezTo>
                    <a:pt x="3224" y="652"/>
                    <a:pt x="2868" y="475"/>
                    <a:pt x="2891" y="0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5"/>
            <p:cNvSpPr/>
            <p:nvPr/>
          </p:nvSpPr>
          <p:spPr>
            <a:xfrm>
              <a:off x="-1998985" y="2559298"/>
              <a:ext cx="275423" cy="279795"/>
            </a:xfrm>
            <a:custGeom>
              <a:avLst/>
              <a:gdLst/>
              <a:ahLst/>
              <a:cxnLst/>
              <a:rect l="l" t="t" r="r" b="b"/>
              <a:pathLst>
                <a:path w="1575" h="1600" extrusionOk="0">
                  <a:moveTo>
                    <a:pt x="1173" y="1"/>
                  </a:moveTo>
                  <a:lnTo>
                    <a:pt x="402" y="854"/>
                  </a:lnTo>
                  <a:cubicBezTo>
                    <a:pt x="402" y="854"/>
                    <a:pt x="425" y="1008"/>
                    <a:pt x="331" y="1053"/>
                  </a:cubicBezTo>
                  <a:cubicBezTo>
                    <a:pt x="260" y="1090"/>
                    <a:pt x="249" y="1079"/>
                    <a:pt x="141" y="1124"/>
                  </a:cubicBezTo>
                  <a:cubicBezTo>
                    <a:pt x="0" y="1183"/>
                    <a:pt x="159" y="1600"/>
                    <a:pt x="735" y="1600"/>
                  </a:cubicBezTo>
                  <a:cubicBezTo>
                    <a:pt x="742" y="1600"/>
                    <a:pt x="750" y="1600"/>
                    <a:pt x="758" y="1599"/>
                  </a:cubicBezTo>
                  <a:cubicBezTo>
                    <a:pt x="1327" y="1588"/>
                    <a:pt x="1574" y="1161"/>
                    <a:pt x="1492" y="1124"/>
                  </a:cubicBezTo>
                  <a:cubicBezTo>
                    <a:pt x="1338" y="1053"/>
                    <a:pt x="1267" y="959"/>
                    <a:pt x="1256" y="865"/>
                  </a:cubicBezTo>
                  <a:cubicBezTo>
                    <a:pt x="1244" y="757"/>
                    <a:pt x="1173" y="1"/>
                    <a:pt x="1173" y="1"/>
                  </a:cubicBezTo>
                  <a:close/>
                </a:path>
              </a:pathLst>
            </a:custGeom>
            <a:solidFill>
              <a:srgbClr val="F7B8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5"/>
            <p:cNvSpPr/>
            <p:nvPr/>
          </p:nvSpPr>
          <p:spPr>
            <a:xfrm>
              <a:off x="-1933232" y="2559298"/>
              <a:ext cx="147417" cy="189386"/>
            </a:xfrm>
            <a:custGeom>
              <a:avLst/>
              <a:gdLst/>
              <a:ahLst/>
              <a:cxnLst/>
              <a:rect l="l" t="t" r="r" b="b"/>
              <a:pathLst>
                <a:path w="843" h="1083" extrusionOk="0">
                  <a:moveTo>
                    <a:pt x="797" y="1"/>
                  </a:moveTo>
                  <a:lnTo>
                    <a:pt x="26" y="854"/>
                  </a:lnTo>
                  <a:cubicBezTo>
                    <a:pt x="26" y="854"/>
                    <a:pt x="38" y="948"/>
                    <a:pt x="1" y="1019"/>
                  </a:cubicBezTo>
                  <a:cubicBezTo>
                    <a:pt x="89" y="1057"/>
                    <a:pt x="174" y="1083"/>
                    <a:pt x="262" y="1083"/>
                  </a:cubicBezTo>
                  <a:cubicBezTo>
                    <a:pt x="364" y="1083"/>
                    <a:pt x="469" y="1048"/>
                    <a:pt x="584" y="959"/>
                  </a:cubicBezTo>
                  <a:cubicBezTo>
                    <a:pt x="701" y="840"/>
                    <a:pt x="783" y="663"/>
                    <a:pt x="843" y="498"/>
                  </a:cubicBezTo>
                  <a:cubicBezTo>
                    <a:pt x="820" y="260"/>
                    <a:pt x="797" y="1"/>
                    <a:pt x="797" y="1"/>
                  </a:cubicBezTo>
                  <a:close/>
                </a:path>
              </a:pathLst>
            </a:custGeom>
            <a:solidFill>
              <a:srgbClr val="EA94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5"/>
            <p:cNvSpPr/>
            <p:nvPr/>
          </p:nvSpPr>
          <p:spPr>
            <a:xfrm>
              <a:off x="-2034660" y="2367460"/>
              <a:ext cx="288189" cy="345547"/>
            </a:xfrm>
            <a:custGeom>
              <a:avLst/>
              <a:gdLst/>
              <a:ahLst/>
              <a:cxnLst/>
              <a:rect l="l" t="t" r="r" b="b"/>
              <a:pathLst>
                <a:path w="1648" h="1976" extrusionOk="0">
                  <a:moveTo>
                    <a:pt x="710" y="1"/>
                  </a:moveTo>
                  <a:cubicBezTo>
                    <a:pt x="532" y="1"/>
                    <a:pt x="416" y="88"/>
                    <a:pt x="416" y="88"/>
                  </a:cubicBezTo>
                  <a:cubicBezTo>
                    <a:pt x="416" y="88"/>
                    <a:pt x="0" y="386"/>
                    <a:pt x="97" y="1061"/>
                  </a:cubicBezTo>
                  <a:cubicBezTo>
                    <a:pt x="191" y="1738"/>
                    <a:pt x="427" y="1937"/>
                    <a:pt x="618" y="1974"/>
                  </a:cubicBezTo>
                  <a:cubicBezTo>
                    <a:pt x="629" y="1975"/>
                    <a:pt x="641" y="1976"/>
                    <a:pt x="655" y="1976"/>
                  </a:cubicBezTo>
                  <a:cubicBezTo>
                    <a:pt x="869" y="1976"/>
                    <a:pt x="1345" y="1798"/>
                    <a:pt x="1411" y="1251"/>
                  </a:cubicBezTo>
                  <a:cubicBezTo>
                    <a:pt x="1591" y="1169"/>
                    <a:pt x="1648" y="967"/>
                    <a:pt x="1636" y="825"/>
                  </a:cubicBezTo>
                  <a:cubicBezTo>
                    <a:pt x="1636" y="749"/>
                    <a:pt x="1573" y="706"/>
                    <a:pt x="1510" y="706"/>
                  </a:cubicBezTo>
                  <a:cubicBezTo>
                    <a:pt x="1455" y="706"/>
                    <a:pt x="1399" y="740"/>
                    <a:pt x="1389" y="813"/>
                  </a:cubicBezTo>
                  <a:cubicBezTo>
                    <a:pt x="1329" y="634"/>
                    <a:pt x="1318" y="256"/>
                    <a:pt x="996" y="76"/>
                  </a:cubicBezTo>
                  <a:cubicBezTo>
                    <a:pt x="891" y="20"/>
                    <a:pt x="793" y="1"/>
                    <a:pt x="710" y="1"/>
                  </a:cubicBezTo>
                  <a:close/>
                </a:path>
              </a:pathLst>
            </a:custGeom>
            <a:solidFill>
              <a:srgbClr val="F7B8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5"/>
            <p:cNvSpPr/>
            <p:nvPr/>
          </p:nvSpPr>
          <p:spPr>
            <a:xfrm>
              <a:off x="-2235591" y="2862182"/>
              <a:ext cx="810532" cy="737785"/>
            </a:xfrm>
            <a:custGeom>
              <a:avLst/>
              <a:gdLst/>
              <a:ahLst/>
              <a:cxnLst/>
              <a:rect l="l" t="t" r="r" b="b"/>
              <a:pathLst>
                <a:path w="4635" h="4219" extrusionOk="0">
                  <a:moveTo>
                    <a:pt x="2300" y="1"/>
                  </a:moveTo>
                  <a:cubicBezTo>
                    <a:pt x="2179" y="1"/>
                    <a:pt x="2031" y="111"/>
                    <a:pt x="1872" y="388"/>
                  </a:cubicBezTo>
                  <a:cubicBezTo>
                    <a:pt x="1542" y="971"/>
                    <a:pt x="592" y="1185"/>
                    <a:pt x="592" y="1185"/>
                  </a:cubicBezTo>
                  <a:cubicBezTo>
                    <a:pt x="378" y="1219"/>
                    <a:pt x="0" y="1623"/>
                    <a:pt x="296" y="1882"/>
                  </a:cubicBezTo>
                  <a:cubicBezTo>
                    <a:pt x="606" y="2143"/>
                    <a:pt x="1115" y="3116"/>
                    <a:pt x="1329" y="3506"/>
                  </a:cubicBezTo>
                  <a:cubicBezTo>
                    <a:pt x="1471" y="3766"/>
                    <a:pt x="1638" y="4218"/>
                    <a:pt x="1867" y="4218"/>
                  </a:cubicBezTo>
                  <a:cubicBezTo>
                    <a:pt x="1921" y="4218"/>
                    <a:pt x="1979" y="4193"/>
                    <a:pt x="2040" y="4135"/>
                  </a:cubicBezTo>
                  <a:cubicBezTo>
                    <a:pt x="2370" y="3816"/>
                    <a:pt x="3556" y="2963"/>
                    <a:pt x="3852" y="2963"/>
                  </a:cubicBezTo>
                  <a:cubicBezTo>
                    <a:pt x="4148" y="2963"/>
                    <a:pt x="4634" y="2013"/>
                    <a:pt x="4043" y="1705"/>
                  </a:cubicBezTo>
                  <a:cubicBezTo>
                    <a:pt x="3462" y="1384"/>
                    <a:pt x="2654" y="661"/>
                    <a:pt x="2572" y="317"/>
                  </a:cubicBezTo>
                  <a:cubicBezTo>
                    <a:pt x="2529" y="131"/>
                    <a:pt x="2431" y="1"/>
                    <a:pt x="2300" y="1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5"/>
            <p:cNvSpPr/>
            <p:nvPr/>
          </p:nvSpPr>
          <p:spPr>
            <a:xfrm>
              <a:off x="-2235591" y="2862182"/>
              <a:ext cx="817002" cy="737785"/>
            </a:xfrm>
            <a:custGeom>
              <a:avLst/>
              <a:gdLst/>
              <a:ahLst/>
              <a:cxnLst/>
              <a:rect l="l" t="t" r="r" b="b"/>
              <a:pathLst>
                <a:path w="4672" h="4219" extrusionOk="0">
                  <a:moveTo>
                    <a:pt x="2300" y="1"/>
                  </a:moveTo>
                  <a:cubicBezTo>
                    <a:pt x="2179" y="1"/>
                    <a:pt x="2031" y="111"/>
                    <a:pt x="1872" y="388"/>
                  </a:cubicBezTo>
                  <a:cubicBezTo>
                    <a:pt x="1542" y="971"/>
                    <a:pt x="629" y="1444"/>
                    <a:pt x="629" y="1444"/>
                  </a:cubicBezTo>
                  <a:cubicBezTo>
                    <a:pt x="427" y="1481"/>
                    <a:pt x="0" y="1623"/>
                    <a:pt x="296" y="1882"/>
                  </a:cubicBezTo>
                  <a:cubicBezTo>
                    <a:pt x="606" y="2143"/>
                    <a:pt x="1115" y="3116"/>
                    <a:pt x="1329" y="3506"/>
                  </a:cubicBezTo>
                  <a:cubicBezTo>
                    <a:pt x="1471" y="3766"/>
                    <a:pt x="1638" y="4218"/>
                    <a:pt x="1867" y="4218"/>
                  </a:cubicBezTo>
                  <a:cubicBezTo>
                    <a:pt x="1921" y="4218"/>
                    <a:pt x="1979" y="4193"/>
                    <a:pt x="2040" y="4135"/>
                  </a:cubicBezTo>
                  <a:cubicBezTo>
                    <a:pt x="2370" y="3816"/>
                    <a:pt x="3556" y="2963"/>
                    <a:pt x="3852" y="2963"/>
                  </a:cubicBezTo>
                  <a:cubicBezTo>
                    <a:pt x="4148" y="2963"/>
                    <a:pt x="4671" y="2618"/>
                    <a:pt x="4077" y="2308"/>
                  </a:cubicBezTo>
                  <a:cubicBezTo>
                    <a:pt x="3485" y="2001"/>
                    <a:pt x="2654" y="661"/>
                    <a:pt x="2572" y="317"/>
                  </a:cubicBezTo>
                  <a:cubicBezTo>
                    <a:pt x="2529" y="131"/>
                    <a:pt x="2431" y="1"/>
                    <a:pt x="2300" y="1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5"/>
            <p:cNvSpPr/>
            <p:nvPr/>
          </p:nvSpPr>
          <p:spPr>
            <a:xfrm>
              <a:off x="-2198343" y="2930034"/>
              <a:ext cx="740408" cy="669060"/>
            </a:xfrm>
            <a:custGeom>
              <a:avLst/>
              <a:gdLst/>
              <a:ahLst/>
              <a:cxnLst/>
              <a:rect l="l" t="t" r="r" b="b"/>
              <a:pathLst>
                <a:path w="4234" h="3826" extrusionOk="0">
                  <a:moveTo>
                    <a:pt x="2090" y="1"/>
                  </a:moveTo>
                  <a:cubicBezTo>
                    <a:pt x="1980" y="1"/>
                    <a:pt x="1843" y="101"/>
                    <a:pt x="1696" y="356"/>
                  </a:cubicBezTo>
                  <a:cubicBezTo>
                    <a:pt x="1400" y="891"/>
                    <a:pt x="569" y="1317"/>
                    <a:pt x="569" y="1317"/>
                  </a:cubicBezTo>
                  <a:cubicBezTo>
                    <a:pt x="379" y="1351"/>
                    <a:pt x="0" y="1482"/>
                    <a:pt x="274" y="1707"/>
                  </a:cubicBezTo>
                  <a:cubicBezTo>
                    <a:pt x="547" y="1946"/>
                    <a:pt x="1008" y="2834"/>
                    <a:pt x="1210" y="3189"/>
                  </a:cubicBezTo>
                  <a:cubicBezTo>
                    <a:pt x="1333" y="3419"/>
                    <a:pt x="1481" y="3825"/>
                    <a:pt x="1689" y="3825"/>
                  </a:cubicBezTo>
                  <a:cubicBezTo>
                    <a:pt x="1739" y="3825"/>
                    <a:pt x="1792" y="3802"/>
                    <a:pt x="1850" y="3747"/>
                  </a:cubicBezTo>
                  <a:cubicBezTo>
                    <a:pt x="2145" y="3462"/>
                    <a:pt x="3224" y="2691"/>
                    <a:pt x="3485" y="2691"/>
                  </a:cubicBezTo>
                  <a:cubicBezTo>
                    <a:pt x="3759" y="2691"/>
                    <a:pt x="4234" y="2384"/>
                    <a:pt x="3699" y="2100"/>
                  </a:cubicBezTo>
                  <a:cubicBezTo>
                    <a:pt x="3167" y="1815"/>
                    <a:pt x="2407" y="606"/>
                    <a:pt x="2336" y="285"/>
                  </a:cubicBezTo>
                  <a:cubicBezTo>
                    <a:pt x="2299" y="119"/>
                    <a:pt x="2210" y="1"/>
                    <a:pt x="2090" y="1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5"/>
            <p:cNvSpPr/>
            <p:nvPr/>
          </p:nvSpPr>
          <p:spPr>
            <a:xfrm>
              <a:off x="-2090445" y="3347636"/>
              <a:ext cx="151439" cy="116814"/>
            </a:xfrm>
            <a:custGeom>
              <a:avLst/>
              <a:gdLst/>
              <a:ahLst/>
              <a:cxnLst/>
              <a:rect l="l" t="t" r="r" b="b"/>
              <a:pathLst>
                <a:path w="866" h="668" extrusionOk="0">
                  <a:moveTo>
                    <a:pt x="260" y="0"/>
                  </a:moveTo>
                  <a:cubicBezTo>
                    <a:pt x="191" y="0"/>
                    <a:pt x="128" y="12"/>
                    <a:pt x="83" y="44"/>
                  </a:cubicBezTo>
                  <a:cubicBezTo>
                    <a:pt x="1" y="90"/>
                    <a:pt x="95" y="161"/>
                    <a:pt x="106" y="161"/>
                  </a:cubicBezTo>
                  <a:cubicBezTo>
                    <a:pt x="35" y="258"/>
                    <a:pt x="117" y="315"/>
                    <a:pt x="154" y="315"/>
                  </a:cubicBezTo>
                  <a:cubicBezTo>
                    <a:pt x="106" y="386"/>
                    <a:pt x="166" y="457"/>
                    <a:pt x="237" y="471"/>
                  </a:cubicBezTo>
                  <a:cubicBezTo>
                    <a:pt x="203" y="554"/>
                    <a:pt x="260" y="576"/>
                    <a:pt x="308" y="588"/>
                  </a:cubicBezTo>
                  <a:cubicBezTo>
                    <a:pt x="317" y="634"/>
                    <a:pt x="355" y="667"/>
                    <a:pt x="411" y="667"/>
                  </a:cubicBezTo>
                  <a:cubicBezTo>
                    <a:pt x="426" y="667"/>
                    <a:pt x="444" y="665"/>
                    <a:pt x="462" y="659"/>
                  </a:cubicBezTo>
                  <a:cubicBezTo>
                    <a:pt x="450" y="565"/>
                    <a:pt x="544" y="599"/>
                    <a:pt x="641" y="565"/>
                  </a:cubicBezTo>
                  <a:cubicBezTo>
                    <a:pt x="735" y="528"/>
                    <a:pt x="866" y="363"/>
                    <a:pt x="866" y="363"/>
                  </a:cubicBezTo>
                  <a:lnTo>
                    <a:pt x="701" y="56"/>
                  </a:lnTo>
                  <a:cubicBezTo>
                    <a:pt x="701" y="56"/>
                    <a:pt x="570" y="56"/>
                    <a:pt x="439" y="19"/>
                  </a:cubicBezTo>
                  <a:cubicBezTo>
                    <a:pt x="379" y="8"/>
                    <a:pt x="317" y="0"/>
                    <a:pt x="260" y="0"/>
                  </a:cubicBezTo>
                  <a:close/>
                </a:path>
              </a:pathLst>
            </a:custGeom>
            <a:solidFill>
              <a:srgbClr val="F7B8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5"/>
            <p:cNvSpPr/>
            <p:nvPr/>
          </p:nvSpPr>
          <p:spPr>
            <a:xfrm>
              <a:off x="-1978525" y="2796429"/>
              <a:ext cx="516222" cy="643704"/>
            </a:xfrm>
            <a:custGeom>
              <a:avLst/>
              <a:gdLst/>
              <a:ahLst/>
              <a:cxnLst/>
              <a:rect l="l" t="t" r="r" b="b"/>
              <a:pathLst>
                <a:path w="2952" h="3681" extrusionOk="0">
                  <a:moveTo>
                    <a:pt x="2123" y="0"/>
                  </a:moveTo>
                  <a:cubicBezTo>
                    <a:pt x="2077" y="0"/>
                    <a:pt x="2053" y="53"/>
                    <a:pt x="2004" y="209"/>
                  </a:cubicBezTo>
                  <a:cubicBezTo>
                    <a:pt x="1955" y="386"/>
                    <a:pt x="1910" y="719"/>
                    <a:pt x="1910" y="741"/>
                  </a:cubicBezTo>
                  <a:cubicBezTo>
                    <a:pt x="1884" y="835"/>
                    <a:pt x="1861" y="1037"/>
                    <a:pt x="1896" y="1262"/>
                  </a:cubicBezTo>
                  <a:cubicBezTo>
                    <a:pt x="1933" y="1475"/>
                    <a:pt x="2038" y="2130"/>
                    <a:pt x="1884" y="2414"/>
                  </a:cubicBezTo>
                  <a:cubicBezTo>
                    <a:pt x="1731" y="2699"/>
                    <a:pt x="1" y="3125"/>
                    <a:pt x="1" y="3125"/>
                  </a:cubicBezTo>
                  <a:lnTo>
                    <a:pt x="143" y="3680"/>
                  </a:lnTo>
                  <a:cubicBezTo>
                    <a:pt x="143" y="3680"/>
                    <a:pt x="2786" y="3623"/>
                    <a:pt x="2869" y="2354"/>
                  </a:cubicBezTo>
                  <a:cubicBezTo>
                    <a:pt x="2951" y="1086"/>
                    <a:pt x="2228" y="30"/>
                    <a:pt x="2157" y="7"/>
                  </a:cubicBezTo>
                  <a:cubicBezTo>
                    <a:pt x="2144" y="3"/>
                    <a:pt x="2133" y="0"/>
                    <a:pt x="2123" y="0"/>
                  </a:cubicBezTo>
                  <a:close/>
                </a:path>
              </a:pathLst>
            </a:custGeom>
            <a:solidFill>
              <a:srgbClr val="FF71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5"/>
            <p:cNvSpPr/>
            <p:nvPr/>
          </p:nvSpPr>
          <p:spPr>
            <a:xfrm>
              <a:off x="-1978525" y="3012750"/>
              <a:ext cx="219289" cy="251116"/>
            </a:xfrm>
            <a:custGeom>
              <a:avLst/>
              <a:gdLst/>
              <a:ahLst/>
              <a:cxnLst/>
              <a:rect l="l" t="t" r="r" b="b"/>
              <a:pathLst>
                <a:path w="1254" h="1436" extrusionOk="0">
                  <a:moveTo>
                    <a:pt x="919" y="1"/>
                  </a:moveTo>
                  <a:cubicBezTo>
                    <a:pt x="913" y="1"/>
                    <a:pt x="907" y="1"/>
                    <a:pt x="900" y="2"/>
                  </a:cubicBezTo>
                  <a:cubicBezTo>
                    <a:pt x="686" y="62"/>
                    <a:pt x="356" y="418"/>
                    <a:pt x="356" y="418"/>
                  </a:cubicBezTo>
                  <a:cubicBezTo>
                    <a:pt x="356" y="418"/>
                    <a:pt x="331" y="369"/>
                    <a:pt x="379" y="287"/>
                  </a:cubicBezTo>
                  <a:cubicBezTo>
                    <a:pt x="416" y="193"/>
                    <a:pt x="462" y="144"/>
                    <a:pt x="428" y="110"/>
                  </a:cubicBezTo>
                  <a:cubicBezTo>
                    <a:pt x="419" y="99"/>
                    <a:pt x="411" y="94"/>
                    <a:pt x="402" y="94"/>
                  </a:cubicBezTo>
                  <a:cubicBezTo>
                    <a:pt x="373" y="94"/>
                    <a:pt x="340" y="147"/>
                    <a:pt x="285" y="193"/>
                  </a:cubicBezTo>
                  <a:cubicBezTo>
                    <a:pt x="214" y="253"/>
                    <a:pt x="189" y="335"/>
                    <a:pt x="177" y="466"/>
                  </a:cubicBezTo>
                  <a:cubicBezTo>
                    <a:pt x="154" y="594"/>
                    <a:pt x="143" y="725"/>
                    <a:pt x="61" y="796"/>
                  </a:cubicBezTo>
                  <a:cubicBezTo>
                    <a:pt x="46" y="822"/>
                    <a:pt x="24" y="833"/>
                    <a:pt x="1" y="856"/>
                  </a:cubicBezTo>
                  <a:lnTo>
                    <a:pt x="1" y="1436"/>
                  </a:lnTo>
                  <a:cubicBezTo>
                    <a:pt x="72" y="1365"/>
                    <a:pt x="143" y="1305"/>
                    <a:pt x="214" y="1234"/>
                  </a:cubicBezTo>
                  <a:cubicBezTo>
                    <a:pt x="308" y="1092"/>
                    <a:pt x="581" y="938"/>
                    <a:pt x="746" y="833"/>
                  </a:cubicBezTo>
                  <a:cubicBezTo>
                    <a:pt x="900" y="736"/>
                    <a:pt x="1031" y="608"/>
                    <a:pt x="1139" y="560"/>
                  </a:cubicBezTo>
                  <a:cubicBezTo>
                    <a:pt x="1236" y="515"/>
                    <a:pt x="1253" y="450"/>
                    <a:pt x="1219" y="450"/>
                  </a:cubicBezTo>
                  <a:cubicBezTo>
                    <a:pt x="1216" y="450"/>
                    <a:pt x="1213" y="451"/>
                    <a:pt x="1210" y="452"/>
                  </a:cubicBezTo>
                  <a:cubicBezTo>
                    <a:pt x="1150" y="466"/>
                    <a:pt x="829" y="594"/>
                    <a:pt x="829" y="594"/>
                  </a:cubicBezTo>
                  <a:cubicBezTo>
                    <a:pt x="829" y="594"/>
                    <a:pt x="1068" y="358"/>
                    <a:pt x="1150" y="309"/>
                  </a:cubicBezTo>
                  <a:cubicBezTo>
                    <a:pt x="1215" y="268"/>
                    <a:pt x="1240" y="214"/>
                    <a:pt x="1180" y="214"/>
                  </a:cubicBezTo>
                  <a:cubicBezTo>
                    <a:pt x="1175" y="214"/>
                    <a:pt x="1169" y="215"/>
                    <a:pt x="1162" y="216"/>
                  </a:cubicBezTo>
                  <a:cubicBezTo>
                    <a:pt x="1079" y="227"/>
                    <a:pt x="712" y="489"/>
                    <a:pt x="712" y="489"/>
                  </a:cubicBezTo>
                  <a:cubicBezTo>
                    <a:pt x="712" y="489"/>
                    <a:pt x="1056" y="216"/>
                    <a:pt x="1113" y="156"/>
                  </a:cubicBezTo>
                  <a:cubicBezTo>
                    <a:pt x="1178" y="101"/>
                    <a:pt x="1196" y="49"/>
                    <a:pt x="1133" y="49"/>
                  </a:cubicBezTo>
                  <a:cubicBezTo>
                    <a:pt x="1127" y="49"/>
                    <a:pt x="1121" y="50"/>
                    <a:pt x="1113" y="51"/>
                  </a:cubicBezTo>
                  <a:cubicBezTo>
                    <a:pt x="1042" y="62"/>
                    <a:pt x="795" y="227"/>
                    <a:pt x="593" y="358"/>
                  </a:cubicBezTo>
                  <a:cubicBezTo>
                    <a:pt x="593" y="358"/>
                    <a:pt x="843" y="156"/>
                    <a:pt x="900" y="96"/>
                  </a:cubicBezTo>
                  <a:cubicBezTo>
                    <a:pt x="955" y="54"/>
                    <a:pt x="981" y="1"/>
                    <a:pt x="919" y="1"/>
                  </a:cubicBezTo>
                  <a:close/>
                </a:path>
              </a:pathLst>
            </a:custGeom>
            <a:solidFill>
              <a:srgbClr val="F7B8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5"/>
            <p:cNvSpPr/>
            <p:nvPr/>
          </p:nvSpPr>
          <p:spPr>
            <a:xfrm>
              <a:off x="-2268992" y="3147928"/>
              <a:ext cx="348345" cy="265980"/>
            </a:xfrm>
            <a:custGeom>
              <a:avLst/>
              <a:gdLst/>
              <a:ahLst/>
              <a:cxnLst/>
              <a:rect l="l" t="t" r="r" b="b"/>
              <a:pathLst>
                <a:path w="1992" h="1521" extrusionOk="0">
                  <a:moveTo>
                    <a:pt x="1722" y="0"/>
                  </a:moveTo>
                  <a:cubicBezTo>
                    <a:pt x="1067" y="509"/>
                    <a:pt x="251" y="700"/>
                    <a:pt x="251" y="700"/>
                  </a:cubicBezTo>
                  <a:cubicBezTo>
                    <a:pt x="97" y="782"/>
                    <a:pt x="0" y="984"/>
                    <a:pt x="0" y="1115"/>
                  </a:cubicBezTo>
                  <a:cubicBezTo>
                    <a:pt x="0" y="1218"/>
                    <a:pt x="62" y="1521"/>
                    <a:pt x="421" y="1521"/>
                  </a:cubicBezTo>
                  <a:cubicBezTo>
                    <a:pt x="511" y="1521"/>
                    <a:pt x="619" y="1502"/>
                    <a:pt x="749" y="1457"/>
                  </a:cubicBezTo>
                  <a:cubicBezTo>
                    <a:pt x="1389" y="1232"/>
                    <a:pt x="1992" y="379"/>
                    <a:pt x="1992" y="379"/>
                  </a:cubicBezTo>
                  <a:cubicBezTo>
                    <a:pt x="1992" y="379"/>
                    <a:pt x="1898" y="225"/>
                    <a:pt x="1722" y="0"/>
                  </a:cubicBezTo>
                  <a:close/>
                </a:path>
              </a:pathLst>
            </a:custGeom>
            <a:solidFill>
              <a:srgbClr val="FF71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5"/>
            <p:cNvSpPr/>
            <p:nvPr/>
          </p:nvSpPr>
          <p:spPr>
            <a:xfrm>
              <a:off x="-1971005" y="2548806"/>
              <a:ext cx="52986" cy="64528"/>
            </a:xfrm>
            <a:custGeom>
              <a:avLst/>
              <a:gdLst/>
              <a:ahLst/>
              <a:cxnLst/>
              <a:rect l="l" t="t" r="r" b="b"/>
              <a:pathLst>
                <a:path w="303" h="369" extrusionOk="0">
                  <a:moveTo>
                    <a:pt x="146" y="1"/>
                  </a:moveTo>
                  <a:cubicBezTo>
                    <a:pt x="146" y="1"/>
                    <a:pt x="111" y="203"/>
                    <a:pt x="40" y="285"/>
                  </a:cubicBezTo>
                  <a:cubicBezTo>
                    <a:pt x="1" y="340"/>
                    <a:pt x="90" y="368"/>
                    <a:pt x="180" y="368"/>
                  </a:cubicBezTo>
                  <a:cubicBezTo>
                    <a:pt x="226" y="368"/>
                    <a:pt x="273" y="361"/>
                    <a:pt x="302" y="345"/>
                  </a:cubicBezTo>
                  <a:cubicBezTo>
                    <a:pt x="205" y="331"/>
                    <a:pt x="160" y="308"/>
                    <a:pt x="146" y="260"/>
                  </a:cubicBezTo>
                  <a:lnTo>
                    <a:pt x="146" y="1"/>
                  </a:lnTo>
                  <a:close/>
                </a:path>
              </a:pathLst>
            </a:custGeom>
            <a:solidFill>
              <a:srgbClr val="EA94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5"/>
            <p:cNvSpPr/>
            <p:nvPr/>
          </p:nvSpPr>
          <p:spPr>
            <a:xfrm>
              <a:off x="-1943200" y="2633970"/>
              <a:ext cx="59981" cy="20460"/>
            </a:xfrm>
            <a:custGeom>
              <a:avLst/>
              <a:gdLst/>
              <a:ahLst/>
              <a:cxnLst/>
              <a:rect l="l" t="t" r="r" b="b"/>
              <a:pathLst>
                <a:path w="343" h="117" extrusionOk="0">
                  <a:moveTo>
                    <a:pt x="166" y="0"/>
                  </a:moveTo>
                  <a:cubicBezTo>
                    <a:pt x="58" y="12"/>
                    <a:pt x="1" y="117"/>
                    <a:pt x="1" y="117"/>
                  </a:cubicBezTo>
                  <a:cubicBezTo>
                    <a:pt x="1" y="117"/>
                    <a:pt x="72" y="83"/>
                    <a:pt x="154" y="57"/>
                  </a:cubicBezTo>
                  <a:cubicBezTo>
                    <a:pt x="166" y="55"/>
                    <a:pt x="177" y="53"/>
                    <a:pt x="188" y="53"/>
                  </a:cubicBezTo>
                  <a:cubicBezTo>
                    <a:pt x="270" y="53"/>
                    <a:pt x="342" y="117"/>
                    <a:pt x="342" y="117"/>
                  </a:cubicBezTo>
                  <a:cubicBezTo>
                    <a:pt x="342" y="117"/>
                    <a:pt x="285" y="0"/>
                    <a:pt x="166" y="0"/>
                  </a:cubicBezTo>
                  <a:close/>
                </a:path>
              </a:pathLst>
            </a:custGeom>
            <a:solidFill>
              <a:srgbClr val="EA94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5"/>
            <p:cNvSpPr/>
            <p:nvPr/>
          </p:nvSpPr>
          <p:spPr>
            <a:xfrm>
              <a:off x="-1910324" y="2482178"/>
              <a:ext cx="66801" cy="31477"/>
            </a:xfrm>
            <a:custGeom>
              <a:avLst/>
              <a:gdLst/>
              <a:ahLst/>
              <a:cxnLst/>
              <a:rect l="l" t="t" r="r" b="b"/>
              <a:pathLst>
                <a:path w="382" h="180" extrusionOk="0">
                  <a:moveTo>
                    <a:pt x="56" y="1"/>
                  </a:moveTo>
                  <a:cubicBezTo>
                    <a:pt x="52" y="1"/>
                    <a:pt x="49" y="1"/>
                    <a:pt x="49" y="1"/>
                  </a:cubicBezTo>
                  <a:cubicBezTo>
                    <a:pt x="1" y="1"/>
                    <a:pt x="1" y="72"/>
                    <a:pt x="49" y="86"/>
                  </a:cubicBezTo>
                  <a:cubicBezTo>
                    <a:pt x="83" y="109"/>
                    <a:pt x="251" y="97"/>
                    <a:pt x="382" y="180"/>
                  </a:cubicBezTo>
                  <a:cubicBezTo>
                    <a:pt x="285" y="10"/>
                    <a:pt x="96" y="1"/>
                    <a:pt x="56" y="1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5"/>
            <p:cNvSpPr/>
            <p:nvPr/>
          </p:nvSpPr>
          <p:spPr>
            <a:xfrm>
              <a:off x="-2009828" y="2484627"/>
              <a:ext cx="56484" cy="29029"/>
            </a:xfrm>
            <a:custGeom>
              <a:avLst/>
              <a:gdLst/>
              <a:ahLst/>
              <a:cxnLst/>
              <a:rect l="l" t="t" r="r" b="b"/>
              <a:pathLst>
                <a:path w="323" h="166" extrusionOk="0">
                  <a:moveTo>
                    <a:pt x="274" y="1"/>
                  </a:moveTo>
                  <a:cubicBezTo>
                    <a:pt x="274" y="1"/>
                    <a:pt x="83" y="1"/>
                    <a:pt x="1" y="166"/>
                  </a:cubicBezTo>
                  <a:cubicBezTo>
                    <a:pt x="97" y="95"/>
                    <a:pt x="240" y="95"/>
                    <a:pt x="274" y="83"/>
                  </a:cubicBezTo>
                  <a:cubicBezTo>
                    <a:pt x="322" y="72"/>
                    <a:pt x="322" y="1"/>
                    <a:pt x="274" y="1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5"/>
            <p:cNvSpPr/>
            <p:nvPr/>
          </p:nvSpPr>
          <p:spPr>
            <a:xfrm>
              <a:off x="-1897908" y="2522050"/>
              <a:ext cx="19061" cy="25007"/>
            </a:xfrm>
            <a:custGeom>
              <a:avLst/>
              <a:gdLst/>
              <a:ahLst/>
              <a:cxnLst/>
              <a:rect l="l" t="t" r="r" b="b"/>
              <a:pathLst>
                <a:path w="109" h="143" extrusionOk="0">
                  <a:moveTo>
                    <a:pt x="60" y="0"/>
                  </a:moveTo>
                  <a:cubicBezTo>
                    <a:pt x="26" y="0"/>
                    <a:pt x="1" y="23"/>
                    <a:pt x="1" y="71"/>
                  </a:cubicBezTo>
                  <a:cubicBezTo>
                    <a:pt x="1" y="106"/>
                    <a:pt x="26" y="143"/>
                    <a:pt x="60" y="143"/>
                  </a:cubicBezTo>
                  <a:cubicBezTo>
                    <a:pt x="83" y="143"/>
                    <a:pt x="109" y="106"/>
                    <a:pt x="109" y="71"/>
                  </a:cubicBezTo>
                  <a:cubicBezTo>
                    <a:pt x="109" y="23"/>
                    <a:pt x="83" y="0"/>
                    <a:pt x="60" y="0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35"/>
            <p:cNvSpPr/>
            <p:nvPr/>
          </p:nvSpPr>
          <p:spPr>
            <a:xfrm>
              <a:off x="-1893361" y="2527996"/>
              <a:ext cx="6121" cy="8569"/>
            </a:xfrm>
            <a:custGeom>
              <a:avLst/>
              <a:gdLst/>
              <a:ahLst/>
              <a:cxnLst/>
              <a:rect l="l" t="t" r="r" b="b"/>
              <a:pathLst>
                <a:path w="35" h="49" extrusionOk="0">
                  <a:moveTo>
                    <a:pt x="12" y="0"/>
                  </a:moveTo>
                  <a:cubicBezTo>
                    <a:pt x="12" y="0"/>
                    <a:pt x="0" y="12"/>
                    <a:pt x="0" y="23"/>
                  </a:cubicBezTo>
                  <a:cubicBezTo>
                    <a:pt x="0" y="37"/>
                    <a:pt x="12" y="49"/>
                    <a:pt x="12" y="49"/>
                  </a:cubicBezTo>
                  <a:cubicBezTo>
                    <a:pt x="23" y="49"/>
                    <a:pt x="34" y="37"/>
                    <a:pt x="34" y="23"/>
                  </a:cubicBezTo>
                  <a:cubicBezTo>
                    <a:pt x="34" y="12"/>
                    <a:pt x="23" y="0"/>
                    <a:pt x="1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35"/>
            <p:cNvSpPr/>
            <p:nvPr/>
          </p:nvSpPr>
          <p:spPr>
            <a:xfrm>
              <a:off x="-1988843" y="2527996"/>
              <a:ext cx="18536" cy="25007"/>
            </a:xfrm>
            <a:custGeom>
              <a:avLst/>
              <a:gdLst/>
              <a:ahLst/>
              <a:cxnLst/>
              <a:rect l="l" t="t" r="r" b="b"/>
              <a:pathLst>
                <a:path w="106" h="143" extrusionOk="0">
                  <a:moveTo>
                    <a:pt x="60" y="0"/>
                  </a:moveTo>
                  <a:cubicBezTo>
                    <a:pt x="23" y="0"/>
                    <a:pt x="0" y="23"/>
                    <a:pt x="0" y="72"/>
                  </a:cubicBezTo>
                  <a:cubicBezTo>
                    <a:pt x="0" y="109"/>
                    <a:pt x="23" y="143"/>
                    <a:pt x="60" y="143"/>
                  </a:cubicBezTo>
                  <a:cubicBezTo>
                    <a:pt x="83" y="143"/>
                    <a:pt x="105" y="109"/>
                    <a:pt x="105" y="72"/>
                  </a:cubicBezTo>
                  <a:cubicBezTo>
                    <a:pt x="105" y="23"/>
                    <a:pt x="83" y="0"/>
                    <a:pt x="60" y="0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35"/>
            <p:cNvSpPr/>
            <p:nvPr/>
          </p:nvSpPr>
          <p:spPr>
            <a:xfrm>
              <a:off x="-1984995" y="2534466"/>
              <a:ext cx="6645" cy="8044"/>
            </a:xfrm>
            <a:custGeom>
              <a:avLst/>
              <a:gdLst/>
              <a:ahLst/>
              <a:cxnLst/>
              <a:rect l="l" t="t" r="r" b="b"/>
              <a:pathLst>
                <a:path w="38" h="46" extrusionOk="0">
                  <a:moveTo>
                    <a:pt x="12" y="0"/>
                  </a:moveTo>
                  <a:cubicBezTo>
                    <a:pt x="1" y="0"/>
                    <a:pt x="1" y="12"/>
                    <a:pt x="1" y="23"/>
                  </a:cubicBezTo>
                  <a:cubicBezTo>
                    <a:pt x="1" y="35"/>
                    <a:pt x="1" y="46"/>
                    <a:pt x="12" y="46"/>
                  </a:cubicBezTo>
                  <a:cubicBezTo>
                    <a:pt x="26" y="46"/>
                    <a:pt x="38" y="35"/>
                    <a:pt x="38" y="23"/>
                  </a:cubicBezTo>
                  <a:cubicBezTo>
                    <a:pt x="38" y="12"/>
                    <a:pt x="26" y="0"/>
                    <a:pt x="1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5"/>
            <p:cNvSpPr/>
            <p:nvPr/>
          </p:nvSpPr>
          <p:spPr>
            <a:xfrm>
              <a:off x="-2030113" y="2340180"/>
              <a:ext cx="277697" cy="235902"/>
            </a:xfrm>
            <a:custGeom>
              <a:avLst/>
              <a:gdLst/>
              <a:ahLst/>
              <a:cxnLst/>
              <a:rect l="l" t="t" r="r" b="b"/>
              <a:pathLst>
                <a:path w="1588" h="1349" extrusionOk="0">
                  <a:moveTo>
                    <a:pt x="685" y="0"/>
                  </a:moveTo>
                  <a:cubicBezTo>
                    <a:pt x="646" y="0"/>
                    <a:pt x="607" y="3"/>
                    <a:pt x="569" y="8"/>
                  </a:cubicBezTo>
                  <a:cubicBezTo>
                    <a:pt x="213" y="67"/>
                    <a:pt x="0" y="434"/>
                    <a:pt x="11" y="577"/>
                  </a:cubicBezTo>
                  <a:lnTo>
                    <a:pt x="23" y="707"/>
                  </a:lnTo>
                  <a:lnTo>
                    <a:pt x="176" y="554"/>
                  </a:lnTo>
                  <a:cubicBezTo>
                    <a:pt x="176" y="554"/>
                    <a:pt x="293" y="577"/>
                    <a:pt x="429" y="577"/>
                  </a:cubicBezTo>
                  <a:cubicBezTo>
                    <a:pt x="510" y="577"/>
                    <a:pt x="599" y="569"/>
                    <a:pt x="674" y="542"/>
                  </a:cubicBezTo>
                  <a:cubicBezTo>
                    <a:pt x="765" y="512"/>
                    <a:pt x="860" y="501"/>
                    <a:pt x="942" y="501"/>
                  </a:cubicBezTo>
                  <a:cubicBezTo>
                    <a:pt x="1053" y="501"/>
                    <a:pt x="1140" y="521"/>
                    <a:pt x="1161" y="542"/>
                  </a:cubicBezTo>
                  <a:cubicBezTo>
                    <a:pt x="1183" y="577"/>
                    <a:pt x="1161" y="742"/>
                    <a:pt x="1161" y="827"/>
                  </a:cubicBezTo>
                  <a:cubicBezTo>
                    <a:pt x="1149" y="921"/>
                    <a:pt x="1314" y="992"/>
                    <a:pt x="1280" y="1348"/>
                  </a:cubicBezTo>
                  <a:cubicBezTo>
                    <a:pt x="1282" y="1348"/>
                    <a:pt x="1284" y="1348"/>
                    <a:pt x="1286" y="1348"/>
                  </a:cubicBezTo>
                  <a:cubicBezTo>
                    <a:pt x="1319" y="1348"/>
                    <a:pt x="1363" y="1254"/>
                    <a:pt x="1363" y="1254"/>
                  </a:cubicBezTo>
                  <a:cubicBezTo>
                    <a:pt x="1363" y="1254"/>
                    <a:pt x="1374" y="898"/>
                    <a:pt x="1479" y="861"/>
                  </a:cubicBezTo>
                  <a:cubicBezTo>
                    <a:pt x="1587" y="827"/>
                    <a:pt x="1565" y="412"/>
                    <a:pt x="1479" y="292"/>
                  </a:cubicBezTo>
                  <a:cubicBezTo>
                    <a:pt x="1405" y="175"/>
                    <a:pt x="1027" y="0"/>
                    <a:pt x="685" y="0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7" name="Google Shape;1017;p35"/>
          <p:cNvGrpSpPr/>
          <p:nvPr/>
        </p:nvGrpSpPr>
        <p:grpSpPr>
          <a:xfrm rot="5400000">
            <a:off x="2127362" y="1008873"/>
            <a:ext cx="373340" cy="1406218"/>
            <a:chOff x="10945362" y="2723798"/>
            <a:chExt cx="373340" cy="1406218"/>
          </a:xfrm>
        </p:grpSpPr>
        <p:sp>
          <p:nvSpPr>
            <p:cNvPr id="1018" name="Google Shape;1018;p35"/>
            <p:cNvSpPr/>
            <p:nvPr/>
          </p:nvSpPr>
          <p:spPr>
            <a:xfrm>
              <a:off x="11084325" y="3702102"/>
              <a:ext cx="37878" cy="37878"/>
            </a:xfrm>
            <a:custGeom>
              <a:avLst/>
              <a:gdLst/>
              <a:ahLst/>
              <a:cxnLst/>
              <a:rect l="l" t="t" r="r" b="b"/>
              <a:pathLst>
                <a:path w="192" h="192" extrusionOk="0">
                  <a:moveTo>
                    <a:pt x="98" y="1"/>
                  </a:moveTo>
                  <a:cubicBezTo>
                    <a:pt x="38" y="1"/>
                    <a:pt x="1" y="35"/>
                    <a:pt x="1" y="95"/>
                  </a:cubicBezTo>
                  <a:cubicBezTo>
                    <a:pt x="1" y="143"/>
                    <a:pt x="38" y="192"/>
                    <a:pt x="98" y="192"/>
                  </a:cubicBezTo>
                  <a:cubicBezTo>
                    <a:pt x="143" y="192"/>
                    <a:pt x="191" y="143"/>
                    <a:pt x="191" y="95"/>
                  </a:cubicBezTo>
                  <a:cubicBezTo>
                    <a:pt x="191" y="35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5"/>
            <p:cNvSpPr/>
            <p:nvPr/>
          </p:nvSpPr>
          <p:spPr>
            <a:xfrm>
              <a:off x="10945362" y="3007911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17"/>
                    <a:pt x="35" y="143"/>
                    <a:pt x="72" y="143"/>
                  </a:cubicBezTo>
                  <a:cubicBezTo>
                    <a:pt x="106" y="143"/>
                    <a:pt x="143" y="117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5"/>
            <p:cNvSpPr/>
            <p:nvPr/>
          </p:nvSpPr>
          <p:spPr>
            <a:xfrm>
              <a:off x="11089455" y="3126813"/>
              <a:ext cx="28211" cy="28409"/>
            </a:xfrm>
            <a:custGeom>
              <a:avLst/>
              <a:gdLst/>
              <a:ahLst/>
              <a:cxnLst/>
              <a:rect l="l" t="t" r="r" b="b"/>
              <a:pathLst>
                <a:path w="143" h="144" extrusionOk="0">
                  <a:moveTo>
                    <a:pt x="72" y="1"/>
                  </a:moveTo>
                  <a:cubicBezTo>
                    <a:pt x="23" y="1"/>
                    <a:pt x="0" y="24"/>
                    <a:pt x="0" y="72"/>
                  </a:cubicBezTo>
                  <a:cubicBezTo>
                    <a:pt x="0" y="106"/>
                    <a:pt x="23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24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5"/>
            <p:cNvSpPr/>
            <p:nvPr/>
          </p:nvSpPr>
          <p:spPr>
            <a:xfrm>
              <a:off x="10952517" y="2809586"/>
              <a:ext cx="37878" cy="37878"/>
            </a:xfrm>
            <a:custGeom>
              <a:avLst/>
              <a:gdLst/>
              <a:ahLst/>
              <a:cxnLst/>
              <a:rect l="l" t="t" r="r" b="b"/>
              <a:pathLst>
                <a:path w="192" h="192" extrusionOk="0">
                  <a:moveTo>
                    <a:pt x="94" y="1"/>
                  </a:moveTo>
                  <a:cubicBezTo>
                    <a:pt x="49" y="1"/>
                    <a:pt x="1" y="35"/>
                    <a:pt x="1" y="95"/>
                  </a:cubicBezTo>
                  <a:cubicBezTo>
                    <a:pt x="1" y="143"/>
                    <a:pt x="49" y="191"/>
                    <a:pt x="94" y="191"/>
                  </a:cubicBezTo>
                  <a:cubicBezTo>
                    <a:pt x="154" y="191"/>
                    <a:pt x="191" y="143"/>
                    <a:pt x="191" y="95"/>
                  </a:cubicBezTo>
                  <a:cubicBezTo>
                    <a:pt x="191" y="35"/>
                    <a:pt x="154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5"/>
            <p:cNvSpPr/>
            <p:nvPr/>
          </p:nvSpPr>
          <p:spPr>
            <a:xfrm>
              <a:off x="11274116" y="3762866"/>
              <a:ext cx="40048" cy="40048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4" y="0"/>
                  </a:moveTo>
                  <a:cubicBezTo>
                    <a:pt x="46" y="0"/>
                    <a:pt x="0" y="37"/>
                    <a:pt x="0" y="97"/>
                  </a:cubicBezTo>
                  <a:cubicBezTo>
                    <a:pt x="0" y="154"/>
                    <a:pt x="46" y="202"/>
                    <a:pt x="94" y="202"/>
                  </a:cubicBezTo>
                  <a:cubicBezTo>
                    <a:pt x="154" y="202"/>
                    <a:pt x="202" y="154"/>
                    <a:pt x="202" y="97"/>
                  </a:cubicBezTo>
                  <a:cubicBezTo>
                    <a:pt x="202" y="37"/>
                    <a:pt x="154" y="0"/>
                    <a:pt x="94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5"/>
            <p:cNvSpPr/>
            <p:nvPr/>
          </p:nvSpPr>
          <p:spPr>
            <a:xfrm>
              <a:off x="11016458" y="4090559"/>
              <a:ext cx="40048" cy="39457"/>
            </a:xfrm>
            <a:custGeom>
              <a:avLst/>
              <a:gdLst/>
              <a:ahLst/>
              <a:cxnLst/>
              <a:rect l="l" t="t" r="r" b="b"/>
              <a:pathLst>
                <a:path w="203" h="200" extrusionOk="0">
                  <a:moveTo>
                    <a:pt x="109" y="1"/>
                  </a:moveTo>
                  <a:cubicBezTo>
                    <a:pt x="49" y="1"/>
                    <a:pt x="1" y="46"/>
                    <a:pt x="1" y="95"/>
                  </a:cubicBezTo>
                  <a:cubicBezTo>
                    <a:pt x="1" y="154"/>
                    <a:pt x="49" y="200"/>
                    <a:pt x="109" y="200"/>
                  </a:cubicBezTo>
                  <a:cubicBezTo>
                    <a:pt x="169" y="200"/>
                    <a:pt x="203" y="154"/>
                    <a:pt x="203" y="95"/>
                  </a:cubicBezTo>
                  <a:cubicBezTo>
                    <a:pt x="203" y="46"/>
                    <a:pt x="169" y="1"/>
                    <a:pt x="109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5"/>
            <p:cNvSpPr/>
            <p:nvPr/>
          </p:nvSpPr>
          <p:spPr>
            <a:xfrm>
              <a:off x="10990402" y="3324798"/>
              <a:ext cx="26041" cy="23279"/>
            </a:xfrm>
            <a:custGeom>
              <a:avLst/>
              <a:gdLst/>
              <a:ahLst/>
              <a:cxnLst/>
              <a:rect l="l" t="t" r="r" b="b"/>
              <a:pathLst>
                <a:path w="132" h="118" extrusionOk="0">
                  <a:moveTo>
                    <a:pt x="72" y="1"/>
                  </a:moveTo>
                  <a:cubicBezTo>
                    <a:pt x="38" y="1"/>
                    <a:pt x="1" y="24"/>
                    <a:pt x="1" y="58"/>
                  </a:cubicBezTo>
                  <a:cubicBezTo>
                    <a:pt x="1" y="95"/>
                    <a:pt x="38" y="118"/>
                    <a:pt x="72" y="118"/>
                  </a:cubicBezTo>
                  <a:cubicBezTo>
                    <a:pt x="109" y="118"/>
                    <a:pt x="132" y="95"/>
                    <a:pt x="132" y="58"/>
                  </a:cubicBezTo>
                  <a:cubicBezTo>
                    <a:pt x="132" y="24"/>
                    <a:pt x="109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5"/>
            <p:cNvSpPr/>
            <p:nvPr/>
          </p:nvSpPr>
          <p:spPr>
            <a:xfrm>
              <a:off x="11292661" y="3557293"/>
              <a:ext cx="26041" cy="25647"/>
            </a:xfrm>
            <a:custGeom>
              <a:avLst/>
              <a:gdLst/>
              <a:ahLst/>
              <a:cxnLst/>
              <a:rect l="l" t="t" r="r" b="b"/>
              <a:pathLst>
                <a:path w="132" h="130" extrusionOk="0">
                  <a:moveTo>
                    <a:pt x="60" y="1"/>
                  </a:moveTo>
                  <a:cubicBezTo>
                    <a:pt x="23" y="1"/>
                    <a:pt x="0" y="35"/>
                    <a:pt x="0" y="72"/>
                  </a:cubicBezTo>
                  <a:cubicBezTo>
                    <a:pt x="0" y="95"/>
                    <a:pt x="23" y="129"/>
                    <a:pt x="60" y="129"/>
                  </a:cubicBezTo>
                  <a:cubicBezTo>
                    <a:pt x="94" y="129"/>
                    <a:pt x="131" y="95"/>
                    <a:pt x="131" y="72"/>
                  </a:cubicBezTo>
                  <a:cubicBezTo>
                    <a:pt x="131" y="35"/>
                    <a:pt x="94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5"/>
            <p:cNvSpPr/>
            <p:nvPr/>
          </p:nvSpPr>
          <p:spPr>
            <a:xfrm>
              <a:off x="11168567" y="3905307"/>
              <a:ext cx="23871" cy="26041"/>
            </a:xfrm>
            <a:custGeom>
              <a:avLst/>
              <a:gdLst/>
              <a:ahLst/>
              <a:cxnLst/>
              <a:rect l="l" t="t" r="r" b="b"/>
              <a:pathLst>
                <a:path w="121" h="132" extrusionOk="0">
                  <a:moveTo>
                    <a:pt x="60" y="1"/>
                  </a:moveTo>
                  <a:cubicBezTo>
                    <a:pt x="26" y="1"/>
                    <a:pt x="1" y="38"/>
                    <a:pt x="1" y="72"/>
                  </a:cubicBezTo>
                  <a:cubicBezTo>
                    <a:pt x="1" y="98"/>
                    <a:pt x="26" y="132"/>
                    <a:pt x="60" y="132"/>
                  </a:cubicBezTo>
                  <a:cubicBezTo>
                    <a:pt x="97" y="132"/>
                    <a:pt x="120" y="98"/>
                    <a:pt x="120" y="72"/>
                  </a:cubicBezTo>
                  <a:cubicBezTo>
                    <a:pt x="120" y="38"/>
                    <a:pt x="97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5"/>
            <p:cNvSpPr/>
            <p:nvPr/>
          </p:nvSpPr>
          <p:spPr>
            <a:xfrm>
              <a:off x="11124177" y="3491794"/>
              <a:ext cx="26041" cy="25844"/>
            </a:xfrm>
            <a:custGeom>
              <a:avLst/>
              <a:gdLst/>
              <a:ahLst/>
              <a:cxnLst/>
              <a:rect l="l" t="t" r="r" b="b"/>
              <a:pathLst>
                <a:path w="132" h="131" extrusionOk="0">
                  <a:moveTo>
                    <a:pt x="72" y="0"/>
                  </a:moveTo>
                  <a:cubicBezTo>
                    <a:pt x="38" y="0"/>
                    <a:pt x="1" y="23"/>
                    <a:pt x="1" y="71"/>
                  </a:cubicBezTo>
                  <a:cubicBezTo>
                    <a:pt x="1" y="105"/>
                    <a:pt x="38" y="131"/>
                    <a:pt x="72" y="131"/>
                  </a:cubicBezTo>
                  <a:cubicBezTo>
                    <a:pt x="109" y="131"/>
                    <a:pt x="132" y="105"/>
                    <a:pt x="132" y="71"/>
                  </a:cubicBezTo>
                  <a:cubicBezTo>
                    <a:pt x="132" y="23"/>
                    <a:pt x="109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5"/>
            <p:cNvSpPr/>
            <p:nvPr/>
          </p:nvSpPr>
          <p:spPr>
            <a:xfrm>
              <a:off x="11090542" y="2723798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0"/>
                  </a:moveTo>
                  <a:cubicBezTo>
                    <a:pt x="26" y="0"/>
                    <a:pt x="1" y="37"/>
                    <a:pt x="1" y="72"/>
                  </a:cubicBezTo>
                  <a:cubicBezTo>
                    <a:pt x="1" y="109"/>
                    <a:pt x="26" y="131"/>
                    <a:pt x="61" y="131"/>
                  </a:cubicBezTo>
                  <a:cubicBezTo>
                    <a:pt x="98" y="131"/>
                    <a:pt x="132" y="109"/>
                    <a:pt x="132" y="72"/>
                  </a:cubicBezTo>
                  <a:cubicBezTo>
                    <a:pt x="132" y="37"/>
                    <a:pt x="98" y="0"/>
                    <a:pt x="61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5"/>
            <p:cNvSpPr/>
            <p:nvPr/>
          </p:nvSpPr>
          <p:spPr>
            <a:xfrm>
              <a:off x="11182766" y="2945755"/>
              <a:ext cx="23674" cy="26041"/>
            </a:xfrm>
            <a:custGeom>
              <a:avLst/>
              <a:gdLst/>
              <a:ahLst/>
              <a:cxnLst/>
              <a:rect l="l" t="t" r="r" b="b"/>
              <a:pathLst>
                <a:path w="120" h="132" extrusionOk="0">
                  <a:moveTo>
                    <a:pt x="60" y="0"/>
                  </a:moveTo>
                  <a:cubicBezTo>
                    <a:pt x="23" y="0"/>
                    <a:pt x="0" y="23"/>
                    <a:pt x="0" y="60"/>
                  </a:cubicBezTo>
                  <a:cubicBezTo>
                    <a:pt x="0" y="94"/>
                    <a:pt x="23" y="131"/>
                    <a:pt x="60" y="131"/>
                  </a:cubicBezTo>
                  <a:cubicBezTo>
                    <a:pt x="94" y="131"/>
                    <a:pt x="120" y="94"/>
                    <a:pt x="120" y="60"/>
                  </a:cubicBezTo>
                  <a:cubicBezTo>
                    <a:pt x="120" y="23"/>
                    <a:pt x="94" y="0"/>
                    <a:pt x="60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5"/>
            <p:cNvSpPr/>
            <p:nvPr/>
          </p:nvSpPr>
          <p:spPr>
            <a:xfrm>
              <a:off x="11233464" y="3196556"/>
              <a:ext cx="20912" cy="20912"/>
            </a:xfrm>
            <a:custGeom>
              <a:avLst/>
              <a:gdLst/>
              <a:ahLst/>
              <a:cxnLst/>
              <a:rect l="l" t="t" r="r" b="b"/>
              <a:pathLst>
                <a:path w="106" h="106" extrusionOk="0">
                  <a:moveTo>
                    <a:pt x="46" y="0"/>
                  </a:moveTo>
                  <a:cubicBezTo>
                    <a:pt x="23" y="0"/>
                    <a:pt x="0" y="23"/>
                    <a:pt x="0" y="48"/>
                  </a:cubicBezTo>
                  <a:cubicBezTo>
                    <a:pt x="0" y="83"/>
                    <a:pt x="23" y="105"/>
                    <a:pt x="46" y="105"/>
                  </a:cubicBezTo>
                  <a:cubicBezTo>
                    <a:pt x="83" y="105"/>
                    <a:pt x="105" y="83"/>
                    <a:pt x="105" y="48"/>
                  </a:cubicBezTo>
                  <a:cubicBezTo>
                    <a:pt x="105" y="23"/>
                    <a:pt x="83" y="0"/>
                    <a:pt x="46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1" name="Google Shape;1031;p35"/>
          <p:cNvGrpSpPr/>
          <p:nvPr/>
        </p:nvGrpSpPr>
        <p:grpSpPr>
          <a:xfrm>
            <a:off x="843476" y="2223257"/>
            <a:ext cx="767447" cy="627174"/>
            <a:chOff x="3004689" y="3409507"/>
            <a:chExt cx="767447" cy="627174"/>
          </a:xfrm>
        </p:grpSpPr>
        <p:sp>
          <p:nvSpPr>
            <p:cNvPr id="1032" name="Google Shape;1032;p35"/>
            <p:cNvSpPr/>
            <p:nvPr/>
          </p:nvSpPr>
          <p:spPr>
            <a:xfrm>
              <a:off x="3659683" y="3654932"/>
              <a:ext cx="37681" cy="37681"/>
            </a:xfrm>
            <a:custGeom>
              <a:avLst/>
              <a:gdLst/>
              <a:ahLst/>
              <a:cxnLst/>
              <a:rect l="l" t="t" r="r" b="b"/>
              <a:pathLst>
                <a:path w="191" h="191" extrusionOk="0">
                  <a:moveTo>
                    <a:pt x="94" y="0"/>
                  </a:moveTo>
                  <a:cubicBezTo>
                    <a:pt x="49" y="0"/>
                    <a:pt x="0" y="49"/>
                    <a:pt x="0" y="97"/>
                  </a:cubicBezTo>
                  <a:cubicBezTo>
                    <a:pt x="0" y="142"/>
                    <a:pt x="49" y="191"/>
                    <a:pt x="94" y="191"/>
                  </a:cubicBezTo>
                  <a:cubicBezTo>
                    <a:pt x="154" y="191"/>
                    <a:pt x="191" y="142"/>
                    <a:pt x="191" y="97"/>
                  </a:cubicBezTo>
                  <a:cubicBezTo>
                    <a:pt x="191" y="49"/>
                    <a:pt x="154" y="0"/>
                    <a:pt x="94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5"/>
            <p:cNvSpPr/>
            <p:nvPr/>
          </p:nvSpPr>
          <p:spPr>
            <a:xfrm>
              <a:off x="3290361" y="3682947"/>
              <a:ext cx="67471" cy="68062"/>
            </a:xfrm>
            <a:custGeom>
              <a:avLst/>
              <a:gdLst/>
              <a:ahLst/>
              <a:cxnLst/>
              <a:rect l="l" t="t" r="r" b="b"/>
              <a:pathLst>
                <a:path w="342" h="345" extrusionOk="0">
                  <a:moveTo>
                    <a:pt x="165" y="0"/>
                  </a:moveTo>
                  <a:cubicBezTo>
                    <a:pt x="71" y="0"/>
                    <a:pt x="0" y="72"/>
                    <a:pt x="0" y="168"/>
                  </a:cubicBezTo>
                  <a:cubicBezTo>
                    <a:pt x="0" y="262"/>
                    <a:pt x="71" y="345"/>
                    <a:pt x="165" y="345"/>
                  </a:cubicBezTo>
                  <a:cubicBezTo>
                    <a:pt x="259" y="345"/>
                    <a:pt x="342" y="262"/>
                    <a:pt x="342" y="168"/>
                  </a:cubicBezTo>
                  <a:cubicBezTo>
                    <a:pt x="342" y="72"/>
                    <a:pt x="259" y="0"/>
                    <a:pt x="165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35"/>
            <p:cNvSpPr/>
            <p:nvPr/>
          </p:nvSpPr>
          <p:spPr>
            <a:xfrm>
              <a:off x="3743727" y="4008470"/>
              <a:ext cx="28409" cy="28211"/>
            </a:xfrm>
            <a:custGeom>
              <a:avLst/>
              <a:gdLst/>
              <a:ahLst/>
              <a:cxnLst/>
              <a:rect l="l" t="t" r="r" b="b"/>
              <a:pathLst>
                <a:path w="144" h="143" extrusionOk="0">
                  <a:moveTo>
                    <a:pt x="72" y="0"/>
                  </a:moveTo>
                  <a:cubicBezTo>
                    <a:pt x="35" y="0"/>
                    <a:pt x="1" y="23"/>
                    <a:pt x="1" y="72"/>
                  </a:cubicBezTo>
                  <a:cubicBezTo>
                    <a:pt x="1" y="106"/>
                    <a:pt x="35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23"/>
                    <a:pt x="106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35"/>
            <p:cNvSpPr/>
            <p:nvPr/>
          </p:nvSpPr>
          <p:spPr>
            <a:xfrm>
              <a:off x="3545059" y="3872737"/>
              <a:ext cx="42416" cy="42218"/>
            </a:xfrm>
            <a:custGeom>
              <a:avLst/>
              <a:gdLst/>
              <a:ahLst/>
              <a:cxnLst/>
              <a:rect l="l" t="t" r="r" b="b"/>
              <a:pathLst>
                <a:path w="215" h="214" extrusionOk="0">
                  <a:moveTo>
                    <a:pt x="106" y="0"/>
                  </a:moveTo>
                  <a:cubicBezTo>
                    <a:pt x="46" y="0"/>
                    <a:pt x="1" y="48"/>
                    <a:pt x="1" y="105"/>
                  </a:cubicBezTo>
                  <a:cubicBezTo>
                    <a:pt x="1" y="165"/>
                    <a:pt x="46" y="213"/>
                    <a:pt x="106" y="213"/>
                  </a:cubicBezTo>
                  <a:cubicBezTo>
                    <a:pt x="166" y="213"/>
                    <a:pt x="214" y="165"/>
                    <a:pt x="214" y="105"/>
                  </a:cubicBezTo>
                  <a:cubicBezTo>
                    <a:pt x="214" y="48"/>
                    <a:pt x="166" y="0"/>
                    <a:pt x="106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35"/>
            <p:cNvSpPr/>
            <p:nvPr/>
          </p:nvSpPr>
          <p:spPr>
            <a:xfrm>
              <a:off x="3481730" y="3409507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71" y="1"/>
                  </a:moveTo>
                  <a:cubicBezTo>
                    <a:pt x="37" y="1"/>
                    <a:pt x="0" y="35"/>
                    <a:pt x="0" y="72"/>
                  </a:cubicBezTo>
                  <a:cubicBezTo>
                    <a:pt x="0" y="106"/>
                    <a:pt x="37" y="132"/>
                    <a:pt x="71" y="132"/>
                  </a:cubicBezTo>
                  <a:cubicBezTo>
                    <a:pt x="108" y="132"/>
                    <a:pt x="131" y="106"/>
                    <a:pt x="131" y="72"/>
                  </a:cubicBezTo>
                  <a:cubicBezTo>
                    <a:pt x="131" y="35"/>
                    <a:pt x="108" y="1"/>
                    <a:pt x="7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35"/>
            <p:cNvSpPr/>
            <p:nvPr/>
          </p:nvSpPr>
          <p:spPr>
            <a:xfrm>
              <a:off x="3215194" y="3442060"/>
              <a:ext cx="30382" cy="30579"/>
            </a:xfrm>
            <a:custGeom>
              <a:avLst/>
              <a:gdLst/>
              <a:ahLst/>
              <a:cxnLst/>
              <a:rect l="l" t="t" r="r" b="b"/>
              <a:pathLst>
                <a:path w="154" h="155" extrusionOk="0">
                  <a:moveTo>
                    <a:pt x="71" y="1"/>
                  </a:moveTo>
                  <a:cubicBezTo>
                    <a:pt x="37" y="1"/>
                    <a:pt x="0" y="38"/>
                    <a:pt x="0" y="72"/>
                  </a:cubicBezTo>
                  <a:cubicBezTo>
                    <a:pt x="0" y="120"/>
                    <a:pt x="37" y="155"/>
                    <a:pt x="71" y="155"/>
                  </a:cubicBezTo>
                  <a:cubicBezTo>
                    <a:pt x="120" y="155"/>
                    <a:pt x="154" y="120"/>
                    <a:pt x="154" y="72"/>
                  </a:cubicBezTo>
                  <a:cubicBezTo>
                    <a:pt x="154" y="38"/>
                    <a:pt x="120" y="1"/>
                    <a:pt x="7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35"/>
            <p:cNvSpPr/>
            <p:nvPr/>
          </p:nvSpPr>
          <p:spPr>
            <a:xfrm>
              <a:off x="3481730" y="3589827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71" y="0"/>
                  </a:moveTo>
                  <a:cubicBezTo>
                    <a:pt x="37" y="0"/>
                    <a:pt x="0" y="34"/>
                    <a:pt x="0" y="71"/>
                  </a:cubicBezTo>
                  <a:cubicBezTo>
                    <a:pt x="0" y="105"/>
                    <a:pt x="37" y="131"/>
                    <a:pt x="71" y="131"/>
                  </a:cubicBezTo>
                  <a:cubicBezTo>
                    <a:pt x="108" y="131"/>
                    <a:pt x="131" y="105"/>
                    <a:pt x="131" y="71"/>
                  </a:cubicBezTo>
                  <a:cubicBezTo>
                    <a:pt x="131" y="34"/>
                    <a:pt x="108" y="0"/>
                    <a:pt x="71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35"/>
            <p:cNvSpPr/>
            <p:nvPr/>
          </p:nvSpPr>
          <p:spPr>
            <a:xfrm>
              <a:off x="3004689" y="3654932"/>
              <a:ext cx="58593" cy="61355"/>
            </a:xfrm>
            <a:custGeom>
              <a:avLst/>
              <a:gdLst/>
              <a:ahLst/>
              <a:cxnLst/>
              <a:rect l="l" t="t" r="r" b="b"/>
              <a:pathLst>
                <a:path w="297" h="311" extrusionOk="0">
                  <a:moveTo>
                    <a:pt x="142" y="0"/>
                  </a:moveTo>
                  <a:cubicBezTo>
                    <a:pt x="60" y="0"/>
                    <a:pt x="0" y="71"/>
                    <a:pt x="0" y="157"/>
                  </a:cubicBezTo>
                  <a:cubicBezTo>
                    <a:pt x="0" y="239"/>
                    <a:pt x="60" y="310"/>
                    <a:pt x="142" y="310"/>
                  </a:cubicBezTo>
                  <a:cubicBezTo>
                    <a:pt x="225" y="310"/>
                    <a:pt x="296" y="239"/>
                    <a:pt x="296" y="157"/>
                  </a:cubicBezTo>
                  <a:cubicBezTo>
                    <a:pt x="296" y="71"/>
                    <a:pt x="225" y="0"/>
                    <a:pt x="14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5"/>
            <p:cNvSpPr/>
            <p:nvPr/>
          </p:nvSpPr>
          <p:spPr>
            <a:xfrm>
              <a:off x="3004689" y="3456264"/>
              <a:ext cx="35511" cy="35511"/>
            </a:xfrm>
            <a:custGeom>
              <a:avLst/>
              <a:gdLst/>
              <a:ahLst/>
              <a:cxnLst/>
              <a:rect l="l" t="t" r="r" b="b"/>
              <a:pathLst>
                <a:path w="180" h="180" extrusionOk="0">
                  <a:moveTo>
                    <a:pt x="83" y="0"/>
                  </a:moveTo>
                  <a:cubicBezTo>
                    <a:pt x="37" y="0"/>
                    <a:pt x="0" y="48"/>
                    <a:pt x="0" y="97"/>
                  </a:cubicBezTo>
                  <a:cubicBezTo>
                    <a:pt x="0" y="142"/>
                    <a:pt x="37" y="179"/>
                    <a:pt x="83" y="179"/>
                  </a:cubicBezTo>
                  <a:cubicBezTo>
                    <a:pt x="131" y="179"/>
                    <a:pt x="179" y="142"/>
                    <a:pt x="179" y="97"/>
                  </a:cubicBezTo>
                  <a:cubicBezTo>
                    <a:pt x="179" y="48"/>
                    <a:pt x="131" y="0"/>
                    <a:pt x="83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5"/>
            <p:cNvSpPr/>
            <p:nvPr/>
          </p:nvSpPr>
          <p:spPr>
            <a:xfrm>
              <a:off x="3119115" y="3893452"/>
              <a:ext cx="35511" cy="35511"/>
            </a:xfrm>
            <a:custGeom>
              <a:avLst/>
              <a:gdLst/>
              <a:ahLst/>
              <a:cxnLst/>
              <a:rect l="l" t="t" r="r" b="b"/>
              <a:pathLst>
                <a:path w="180" h="180" extrusionOk="0">
                  <a:moveTo>
                    <a:pt x="97" y="0"/>
                  </a:moveTo>
                  <a:cubicBezTo>
                    <a:pt x="49" y="0"/>
                    <a:pt x="1" y="37"/>
                    <a:pt x="1" y="86"/>
                  </a:cubicBezTo>
                  <a:cubicBezTo>
                    <a:pt x="1" y="143"/>
                    <a:pt x="49" y="180"/>
                    <a:pt x="97" y="180"/>
                  </a:cubicBezTo>
                  <a:cubicBezTo>
                    <a:pt x="143" y="180"/>
                    <a:pt x="180" y="143"/>
                    <a:pt x="180" y="86"/>
                  </a:cubicBezTo>
                  <a:cubicBezTo>
                    <a:pt x="180" y="37"/>
                    <a:pt x="143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5"/>
            <p:cNvSpPr/>
            <p:nvPr/>
          </p:nvSpPr>
          <p:spPr>
            <a:xfrm>
              <a:off x="3357636" y="3984795"/>
              <a:ext cx="35511" cy="37878"/>
            </a:xfrm>
            <a:custGeom>
              <a:avLst/>
              <a:gdLst/>
              <a:ahLst/>
              <a:cxnLst/>
              <a:rect l="l" t="t" r="r" b="b"/>
              <a:pathLst>
                <a:path w="180" h="192" extrusionOk="0">
                  <a:moveTo>
                    <a:pt x="86" y="1"/>
                  </a:moveTo>
                  <a:cubicBezTo>
                    <a:pt x="38" y="1"/>
                    <a:pt x="1" y="49"/>
                    <a:pt x="1" y="95"/>
                  </a:cubicBezTo>
                  <a:cubicBezTo>
                    <a:pt x="1" y="143"/>
                    <a:pt x="38" y="192"/>
                    <a:pt x="86" y="192"/>
                  </a:cubicBezTo>
                  <a:cubicBezTo>
                    <a:pt x="131" y="192"/>
                    <a:pt x="180" y="143"/>
                    <a:pt x="180" y="95"/>
                  </a:cubicBezTo>
                  <a:cubicBezTo>
                    <a:pt x="180" y="49"/>
                    <a:pt x="131" y="1"/>
                    <a:pt x="86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3" name="Google Shape;1043;p35"/>
          <p:cNvGrpSpPr/>
          <p:nvPr/>
        </p:nvGrpSpPr>
        <p:grpSpPr>
          <a:xfrm rot="10800000">
            <a:off x="4572002" y="4000712"/>
            <a:ext cx="851689" cy="870231"/>
            <a:chOff x="8666383" y="2375725"/>
            <a:chExt cx="851689" cy="870231"/>
          </a:xfrm>
        </p:grpSpPr>
        <p:sp>
          <p:nvSpPr>
            <p:cNvPr id="1044" name="Google Shape;1044;p35"/>
            <p:cNvSpPr/>
            <p:nvPr/>
          </p:nvSpPr>
          <p:spPr>
            <a:xfrm>
              <a:off x="9482364" y="2621544"/>
              <a:ext cx="35708" cy="37286"/>
            </a:xfrm>
            <a:custGeom>
              <a:avLst/>
              <a:gdLst/>
              <a:ahLst/>
              <a:cxnLst/>
              <a:rect l="l" t="t" r="r" b="b"/>
              <a:pathLst>
                <a:path w="181" h="189" extrusionOk="0">
                  <a:moveTo>
                    <a:pt x="98" y="1"/>
                  </a:moveTo>
                  <a:cubicBezTo>
                    <a:pt x="38" y="1"/>
                    <a:pt x="1" y="46"/>
                    <a:pt x="1" y="95"/>
                  </a:cubicBezTo>
                  <a:cubicBezTo>
                    <a:pt x="1" y="143"/>
                    <a:pt x="38" y="189"/>
                    <a:pt x="98" y="189"/>
                  </a:cubicBezTo>
                  <a:cubicBezTo>
                    <a:pt x="143" y="189"/>
                    <a:pt x="180" y="143"/>
                    <a:pt x="180" y="95"/>
                  </a:cubicBezTo>
                  <a:cubicBezTo>
                    <a:pt x="180" y="46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5"/>
            <p:cNvSpPr/>
            <p:nvPr/>
          </p:nvSpPr>
          <p:spPr>
            <a:xfrm>
              <a:off x="9110872" y="2649559"/>
              <a:ext cx="68062" cy="68260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7" y="1"/>
                  </a:moveTo>
                  <a:cubicBezTo>
                    <a:pt x="83" y="1"/>
                    <a:pt x="1" y="72"/>
                    <a:pt x="1" y="166"/>
                  </a:cubicBezTo>
                  <a:cubicBezTo>
                    <a:pt x="1" y="260"/>
                    <a:pt x="83" y="345"/>
                    <a:pt x="177" y="345"/>
                  </a:cubicBezTo>
                  <a:cubicBezTo>
                    <a:pt x="274" y="345"/>
                    <a:pt x="345" y="260"/>
                    <a:pt x="345" y="166"/>
                  </a:cubicBezTo>
                  <a:cubicBezTo>
                    <a:pt x="345" y="72"/>
                    <a:pt x="274" y="1"/>
                    <a:pt x="177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35"/>
            <p:cNvSpPr/>
            <p:nvPr/>
          </p:nvSpPr>
          <p:spPr>
            <a:xfrm>
              <a:off x="9365767" y="2838757"/>
              <a:ext cx="44389" cy="42416"/>
            </a:xfrm>
            <a:custGeom>
              <a:avLst/>
              <a:gdLst/>
              <a:ahLst/>
              <a:cxnLst/>
              <a:rect l="l" t="t" r="r" b="b"/>
              <a:pathLst>
                <a:path w="225" h="215" extrusionOk="0">
                  <a:moveTo>
                    <a:pt x="120" y="1"/>
                  </a:moveTo>
                  <a:cubicBezTo>
                    <a:pt x="49" y="1"/>
                    <a:pt x="0" y="49"/>
                    <a:pt x="0" y="109"/>
                  </a:cubicBezTo>
                  <a:cubicBezTo>
                    <a:pt x="0" y="169"/>
                    <a:pt x="49" y="214"/>
                    <a:pt x="120" y="214"/>
                  </a:cubicBezTo>
                  <a:cubicBezTo>
                    <a:pt x="179" y="214"/>
                    <a:pt x="225" y="169"/>
                    <a:pt x="225" y="109"/>
                  </a:cubicBezTo>
                  <a:cubicBezTo>
                    <a:pt x="225" y="49"/>
                    <a:pt x="179" y="1"/>
                    <a:pt x="12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35"/>
            <p:cNvSpPr/>
            <p:nvPr/>
          </p:nvSpPr>
          <p:spPr>
            <a:xfrm>
              <a:off x="9305002" y="2375725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35"/>
            <p:cNvSpPr/>
            <p:nvPr/>
          </p:nvSpPr>
          <p:spPr>
            <a:xfrm>
              <a:off x="9052474" y="2495281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06"/>
                    <a:pt x="35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35"/>
            <p:cNvSpPr/>
            <p:nvPr/>
          </p:nvSpPr>
          <p:spPr>
            <a:xfrm>
              <a:off x="9305002" y="2555848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35"/>
            <p:cNvSpPr/>
            <p:nvPr/>
          </p:nvSpPr>
          <p:spPr>
            <a:xfrm>
              <a:off x="8825791" y="2621544"/>
              <a:ext cx="60763" cy="60763"/>
            </a:xfrm>
            <a:custGeom>
              <a:avLst/>
              <a:gdLst/>
              <a:ahLst/>
              <a:cxnLst/>
              <a:rect l="l" t="t" r="r" b="b"/>
              <a:pathLst>
                <a:path w="308" h="308" extrusionOk="0">
                  <a:moveTo>
                    <a:pt x="154" y="1"/>
                  </a:moveTo>
                  <a:cubicBezTo>
                    <a:pt x="72" y="1"/>
                    <a:pt x="0" y="72"/>
                    <a:pt x="0" y="154"/>
                  </a:cubicBezTo>
                  <a:cubicBezTo>
                    <a:pt x="0" y="237"/>
                    <a:pt x="72" y="308"/>
                    <a:pt x="154" y="308"/>
                  </a:cubicBezTo>
                  <a:cubicBezTo>
                    <a:pt x="237" y="308"/>
                    <a:pt x="308" y="237"/>
                    <a:pt x="308" y="154"/>
                  </a:cubicBezTo>
                  <a:cubicBezTo>
                    <a:pt x="308" y="72"/>
                    <a:pt x="237" y="1"/>
                    <a:pt x="15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5"/>
            <p:cNvSpPr/>
            <p:nvPr/>
          </p:nvSpPr>
          <p:spPr>
            <a:xfrm>
              <a:off x="8687690" y="2951013"/>
              <a:ext cx="34919" cy="35511"/>
            </a:xfrm>
            <a:custGeom>
              <a:avLst/>
              <a:gdLst/>
              <a:ahLst/>
              <a:cxnLst/>
              <a:rect l="l" t="t" r="r" b="b"/>
              <a:pathLst>
                <a:path w="177" h="180" extrusionOk="0">
                  <a:moveTo>
                    <a:pt x="94" y="1"/>
                  </a:moveTo>
                  <a:cubicBezTo>
                    <a:pt x="35" y="1"/>
                    <a:pt x="1" y="49"/>
                    <a:pt x="1" y="97"/>
                  </a:cubicBezTo>
                  <a:cubicBezTo>
                    <a:pt x="1" y="143"/>
                    <a:pt x="35" y="180"/>
                    <a:pt x="94" y="180"/>
                  </a:cubicBezTo>
                  <a:cubicBezTo>
                    <a:pt x="143" y="180"/>
                    <a:pt x="177" y="143"/>
                    <a:pt x="177" y="97"/>
                  </a:cubicBezTo>
                  <a:cubicBezTo>
                    <a:pt x="177" y="49"/>
                    <a:pt x="143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35"/>
            <p:cNvSpPr/>
            <p:nvPr/>
          </p:nvSpPr>
          <p:spPr>
            <a:xfrm>
              <a:off x="8942585" y="2860064"/>
              <a:ext cx="34919" cy="35116"/>
            </a:xfrm>
            <a:custGeom>
              <a:avLst/>
              <a:gdLst/>
              <a:ahLst/>
              <a:cxnLst/>
              <a:rect l="l" t="t" r="r" b="b"/>
              <a:pathLst>
                <a:path w="177" h="178" extrusionOk="0">
                  <a:moveTo>
                    <a:pt x="83" y="1"/>
                  </a:moveTo>
                  <a:cubicBezTo>
                    <a:pt x="34" y="1"/>
                    <a:pt x="0" y="35"/>
                    <a:pt x="0" y="83"/>
                  </a:cubicBezTo>
                  <a:cubicBezTo>
                    <a:pt x="0" y="143"/>
                    <a:pt x="34" y="177"/>
                    <a:pt x="83" y="177"/>
                  </a:cubicBezTo>
                  <a:cubicBezTo>
                    <a:pt x="131" y="177"/>
                    <a:pt x="177" y="143"/>
                    <a:pt x="177" y="83"/>
                  </a:cubicBezTo>
                  <a:cubicBezTo>
                    <a:pt x="177" y="35"/>
                    <a:pt x="131" y="1"/>
                    <a:pt x="8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35"/>
            <p:cNvSpPr/>
            <p:nvPr/>
          </p:nvSpPr>
          <p:spPr>
            <a:xfrm>
              <a:off x="8666383" y="3189533"/>
              <a:ext cx="56226" cy="56423"/>
            </a:xfrm>
            <a:custGeom>
              <a:avLst/>
              <a:gdLst/>
              <a:ahLst/>
              <a:cxnLst/>
              <a:rect l="l" t="t" r="r" b="b"/>
              <a:pathLst>
                <a:path w="285" h="28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26"/>
                    <a:pt x="72" y="285"/>
                    <a:pt x="143" y="285"/>
                  </a:cubicBezTo>
                  <a:cubicBezTo>
                    <a:pt x="225" y="285"/>
                    <a:pt x="285" y="226"/>
                    <a:pt x="285" y="143"/>
                  </a:cubicBezTo>
                  <a:cubicBezTo>
                    <a:pt x="285" y="72"/>
                    <a:pt x="225" y="1"/>
                    <a:pt x="14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4" name="Google Shape;1054;p35"/>
          <p:cNvGrpSpPr/>
          <p:nvPr/>
        </p:nvGrpSpPr>
        <p:grpSpPr>
          <a:xfrm rot="412627">
            <a:off x="964509" y="736505"/>
            <a:ext cx="361399" cy="779328"/>
            <a:chOff x="5124000" y="2908109"/>
            <a:chExt cx="102327" cy="220673"/>
          </a:xfrm>
        </p:grpSpPr>
        <p:sp>
          <p:nvSpPr>
            <p:cNvPr id="1055" name="Google Shape;1055;p35"/>
            <p:cNvSpPr/>
            <p:nvPr/>
          </p:nvSpPr>
          <p:spPr>
            <a:xfrm>
              <a:off x="5124922" y="3118847"/>
              <a:ext cx="101404" cy="9935"/>
            </a:xfrm>
            <a:custGeom>
              <a:avLst/>
              <a:gdLst/>
              <a:ahLst/>
              <a:cxnLst/>
              <a:rect l="l" t="t" r="r" b="b"/>
              <a:pathLst>
                <a:path w="2419" h="237" extrusionOk="0">
                  <a:moveTo>
                    <a:pt x="1210" y="1"/>
                  </a:moveTo>
                  <a:cubicBezTo>
                    <a:pt x="547" y="1"/>
                    <a:pt x="1" y="46"/>
                    <a:pt x="1" y="117"/>
                  </a:cubicBezTo>
                  <a:cubicBezTo>
                    <a:pt x="1" y="177"/>
                    <a:pt x="547" y="237"/>
                    <a:pt x="1210" y="237"/>
                  </a:cubicBezTo>
                  <a:cubicBezTo>
                    <a:pt x="1873" y="237"/>
                    <a:pt x="2419" y="177"/>
                    <a:pt x="2419" y="117"/>
                  </a:cubicBezTo>
                  <a:cubicBezTo>
                    <a:pt x="2419" y="46"/>
                    <a:pt x="1873" y="1"/>
                    <a:pt x="1210" y="1"/>
                  </a:cubicBezTo>
                  <a:close/>
                </a:path>
              </a:pathLst>
            </a:custGeom>
            <a:solidFill>
              <a:srgbClr val="393F6B">
                <a:alpha val="300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35"/>
            <p:cNvSpPr/>
            <p:nvPr/>
          </p:nvSpPr>
          <p:spPr>
            <a:xfrm>
              <a:off x="5132929" y="2908109"/>
              <a:ext cx="81492" cy="9935"/>
            </a:xfrm>
            <a:custGeom>
              <a:avLst/>
              <a:gdLst/>
              <a:ahLst/>
              <a:cxnLst/>
              <a:rect l="l" t="t" r="r" b="b"/>
              <a:pathLst>
                <a:path w="1944" h="237" extrusionOk="0">
                  <a:moveTo>
                    <a:pt x="72" y="1"/>
                  </a:moveTo>
                  <a:lnTo>
                    <a:pt x="0" y="237"/>
                  </a:lnTo>
                  <a:lnTo>
                    <a:pt x="1943" y="237"/>
                  </a:lnTo>
                  <a:lnTo>
                    <a:pt x="1861" y="1"/>
                  </a:ln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35"/>
            <p:cNvSpPr/>
            <p:nvPr/>
          </p:nvSpPr>
          <p:spPr>
            <a:xfrm>
              <a:off x="5131378" y="2921020"/>
              <a:ext cx="86020" cy="191449"/>
            </a:xfrm>
            <a:custGeom>
              <a:avLst/>
              <a:gdLst/>
              <a:ahLst/>
              <a:cxnLst/>
              <a:rect l="l" t="t" r="r" b="b"/>
              <a:pathLst>
                <a:path w="2052" h="4567" extrusionOk="0">
                  <a:moveTo>
                    <a:pt x="0" y="0"/>
                  </a:moveTo>
                  <a:lnTo>
                    <a:pt x="439" y="1875"/>
                  </a:lnTo>
                  <a:cubicBezTo>
                    <a:pt x="464" y="1969"/>
                    <a:pt x="547" y="2051"/>
                    <a:pt x="652" y="2051"/>
                  </a:cubicBezTo>
                  <a:cubicBezTo>
                    <a:pt x="783" y="2051"/>
                    <a:pt x="877" y="2148"/>
                    <a:pt x="877" y="2276"/>
                  </a:cubicBezTo>
                  <a:lnTo>
                    <a:pt x="877" y="2290"/>
                  </a:lnTo>
                  <a:cubicBezTo>
                    <a:pt x="877" y="2407"/>
                    <a:pt x="783" y="2515"/>
                    <a:pt x="652" y="2515"/>
                  </a:cubicBezTo>
                  <a:cubicBezTo>
                    <a:pt x="547" y="2515"/>
                    <a:pt x="464" y="2586"/>
                    <a:pt x="439" y="2691"/>
                  </a:cubicBezTo>
                  <a:lnTo>
                    <a:pt x="0" y="4566"/>
                  </a:lnTo>
                  <a:lnTo>
                    <a:pt x="2052" y="4566"/>
                  </a:lnTo>
                  <a:lnTo>
                    <a:pt x="1613" y="2691"/>
                  </a:lnTo>
                  <a:cubicBezTo>
                    <a:pt x="1588" y="2586"/>
                    <a:pt x="1505" y="2515"/>
                    <a:pt x="1400" y="2515"/>
                  </a:cubicBezTo>
                  <a:cubicBezTo>
                    <a:pt x="1269" y="2515"/>
                    <a:pt x="1175" y="2407"/>
                    <a:pt x="1175" y="2290"/>
                  </a:cubicBezTo>
                  <a:lnTo>
                    <a:pt x="1175" y="2276"/>
                  </a:lnTo>
                  <a:cubicBezTo>
                    <a:pt x="1175" y="2148"/>
                    <a:pt x="1269" y="2051"/>
                    <a:pt x="1400" y="2051"/>
                  </a:cubicBezTo>
                  <a:cubicBezTo>
                    <a:pt x="1505" y="2051"/>
                    <a:pt x="1588" y="1969"/>
                    <a:pt x="1613" y="1875"/>
                  </a:cubicBezTo>
                  <a:lnTo>
                    <a:pt x="2052" y="0"/>
                  </a:ln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35"/>
            <p:cNvSpPr/>
            <p:nvPr/>
          </p:nvSpPr>
          <p:spPr>
            <a:xfrm>
              <a:off x="5141271" y="2928986"/>
              <a:ext cx="66234" cy="79606"/>
            </a:xfrm>
            <a:custGeom>
              <a:avLst/>
              <a:gdLst/>
              <a:ahLst/>
              <a:cxnLst/>
              <a:rect l="l" t="t" r="r" b="b"/>
              <a:pathLst>
                <a:path w="1580" h="1899" extrusionOk="0">
                  <a:moveTo>
                    <a:pt x="1" y="1"/>
                  </a:moveTo>
                  <a:lnTo>
                    <a:pt x="382" y="1637"/>
                  </a:lnTo>
                  <a:cubicBezTo>
                    <a:pt x="382" y="1659"/>
                    <a:pt x="405" y="1674"/>
                    <a:pt x="416" y="1674"/>
                  </a:cubicBezTo>
                  <a:cubicBezTo>
                    <a:pt x="584" y="1674"/>
                    <a:pt x="726" y="1756"/>
                    <a:pt x="783" y="1898"/>
                  </a:cubicBezTo>
                  <a:cubicBezTo>
                    <a:pt x="854" y="1756"/>
                    <a:pt x="996" y="1674"/>
                    <a:pt x="1164" y="1674"/>
                  </a:cubicBezTo>
                  <a:cubicBezTo>
                    <a:pt x="1176" y="1674"/>
                    <a:pt x="1187" y="1659"/>
                    <a:pt x="1198" y="1637"/>
                  </a:cubicBezTo>
                  <a:lnTo>
                    <a:pt x="1579" y="1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5"/>
            <p:cNvSpPr/>
            <p:nvPr/>
          </p:nvSpPr>
          <p:spPr>
            <a:xfrm>
              <a:off x="5153806" y="2981722"/>
              <a:ext cx="41165" cy="26871"/>
            </a:xfrm>
            <a:custGeom>
              <a:avLst/>
              <a:gdLst/>
              <a:ahLst/>
              <a:cxnLst/>
              <a:rect l="l" t="t" r="r" b="b"/>
              <a:pathLst>
                <a:path w="982" h="641" extrusionOk="0">
                  <a:moveTo>
                    <a:pt x="0" y="0"/>
                  </a:moveTo>
                  <a:lnTo>
                    <a:pt x="83" y="379"/>
                  </a:lnTo>
                  <a:cubicBezTo>
                    <a:pt x="83" y="401"/>
                    <a:pt x="106" y="416"/>
                    <a:pt x="117" y="416"/>
                  </a:cubicBezTo>
                  <a:cubicBezTo>
                    <a:pt x="285" y="416"/>
                    <a:pt x="427" y="498"/>
                    <a:pt x="484" y="640"/>
                  </a:cubicBezTo>
                  <a:cubicBezTo>
                    <a:pt x="555" y="498"/>
                    <a:pt x="697" y="416"/>
                    <a:pt x="865" y="416"/>
                  </a:cubicBezTo>
                  <a:cubicBezTo>
                    <a:pt x="877" y="416"/>
                    <a:pt x="888" y="401"/>
                    <a:pt x="899" y="379"/>
                  </a:cubicBezTo>
                  <a:lnTo>
                    <a:pt x="982" y="0"/>
                  </a:lnTo>
                  <a:close/>
                </a:path>
              </a:pathLst>
            </a:custGeom>
            <a:solidFill>
              <a:srgbClr val="FF71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5"/>
            <p:cNvSpPr/>
            <p:nvPr/>
          </p:nvSpPr>
          <p:spPr>
            <a:xfrm>
              <a:off x="5141271" y="3024859"/>
              <a:ext cx="66234" cy="79606"/>
            </a:xfrm>
            <a:custGeom>
              <a:avLst/>
              <a:gdLst/>
              <a:ahLst/>
              <a:cxnLst/>
              <a:rect l="l" t="t" r="r" b="b"/>
              <a:pathLst>
                <a:path w="1580" h="1899" extrusionOk="0">
                  <a:moveTo>
                    <a:pt x="783" y="1"/>
                  </a:moveTo>
                  <a:cubicBezTo>
                    <a:pt x="726" y="132"/>
                    <a:pt x="584" y="226"/>
                    <a:pt x="416" y="226"/>
                  </a:cubicBezTo>
                  <a:cubicBezTo>
                    <a:pt x="405" y="226"/>
                    <a:pt x="382" y="240"/>
                    <a:pt x="382" y="251"/>
                  </a:cubicBezTo>
                  <a:lnTo>
                    <a:pt x="1" y="1899"/>
                  </a:lnTo>
                  <a:lnTo>
                    <a:pt x="1579" y="1899"/>
                  </a:lnTo>
                  <a:lnTo>
                    <a:pt x="1198" y="251"/>
                  </a:lnTo>
                  <a:cubicBezTo>
                    <a:pt x="1187" y="240"/>
                    <a:pt x="1176" y="226"/>
                    <a:pt x="1164" y="226"/>
                  </a:cubicBezTo>
                  <a:cubicBezTo>
                    <a:pt x="996" y="226"/>
                    <a:pt x="854" y="132"/>
                    <a:pt x="783" y="1"/>
                  </a:cubicBez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5"/>
            <p:cNvSpPr/>
            <p:nvPr/>
          </p:nvSpPr>
          <p:spPr>
            <a:xfrm>
              <a:off x="5141271" y="3071140"/>
              <a:ext cx="66234" cy="33326"/>
            </a:xfrm>
            <a:custGeom>
              <a:avLst/>
              <a:gdLst/>
              <a:ahLst/>
              <a:cxnLst/>
              <a:rect l="l" t="t" r="r" b="b"/>
              <a:pathLst>
                <a:path w="1580" h="795" extrusionOk="0">
                  <a:moveTo>
                    <a:pt x="191" y="1"/>
                  </a:moveTo>
                  <a:lnTo>
                    <a:pt x="1" y="795"/>
                  </a:lnTo>
                  <a:lnTo>
                    <a:pt x="1579" y="795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rgbClr val="FF71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5"/>
            <p:cNvSpPr/>
            <p:nvPr/>
          </p:nvSpPr>
          <p:spPr>
            <a:xfrm>
              <a:off x="5124000" y="2916116"/>
              <a:ext cx="98889" cy="14462"/>
            </a:xfrm>
            <a:custGeom>
              <a:avLst/>
              <a:gdLst/>
              <a:ahLst/>
              <a:cxnLst/>
              <a:rect l="l" t="t" r="r" b="b"/>
              <a:pathLst>
                <a:path w="2359" h="345" extrusionOk="0">
                  <a:moveTo>
                    <a:pt x="176" y="0"/>
                  </a:moveTo>
                  <a:cubicBezTo>
                    <a:pt x="83" y="0"/>
                    <a:pt x="0" y="83"/>
                    <a:pt x="0" y="177"/>
                  </a:cubicBezTo>
                  <a:cubicBezTo>
                    <a:pt x="0" y="274"/>
                    <a:pt x="83" y="345"/>
                    <a:pt x="176" y="345"/>
                  </a:cubicBezTo>
                  <a:lnTo>
                    <a:pt x="2191" y="345"/>
                  </a:lnTo>
                  <a:cubicBezTo>
                    <a:pt x="2287" y="345"/>
                    <a:pt x="2358" y="274"/>
                    <a:pt x="2358" y="177"/>
                  </a:cubicBezTo>
                  <a:cubicBezTo>
                    <a:pt x="2358" y="83"/>
                    <a:pt x="2287" y="0"/>
                    <a:pt x="2191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5"/>
            <p:cNvSpPr/>
            <p:nvPr/>
          </p:nvSpPr>
          <p:spPr>
            <a:xfrm>
              <a:off x="5132929" y="3113355"/>
              <a:ext cx="81492" cy="10438"/>
            </a:xfrm>
            <a:custGeom>
              <a:avLst/>
              <a:gdLst/>
              <a:ahLst/>
              <a:cxnLst/>
              <a:rect l="l" t="t" r="r" b="b"/>
              <a:pathLst>
                <a:path w="1944" h="249" extrusionOk="0">
                  <a:moveTo>
                    <a:pt x="0" y="1"/>
                  </a:moveTo>
                  <a:lnTo>
                    <a:pt x="72" y="248"/>
                  </a:lnTo>
                  <a:lnTo>
                    <a:pt x="1861" y="248"/>
                  </a:lnTo>
                  <a:lnTo>
                    <a:pt x="1943" y="1"/>
                  </a:ln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5"/>
            <p:cNvSpPr/>
            <p:nvPr/>
          </p:nvSpPr>
          <p:spPr>
            <a:xfrm>
              <a:off x="5124000" y="3100988"/>
              <a:ext cx="98889" cy="14462"/>
            </a:xfrm>
            <a:custGeom>
              <a:avLst/>
              <a:gdLst/>
              <a:ahLst/>
              <a:cxnLst/>
              <a:rect l="l" t="t" r="r" b="b"/>
              <a:pathLst>
                <a:path w="2359" h="345" extrusionOk="0">
                  <a:moveTo>
                    <a:pt x="176" y="0"/>
                  </a:moveTo>
                  <a:cubicBezTo>
                    <a:pt x="83" y="0"/>
                    <a:pt x="0" y="71"/>
                    <a:pt x="0" y="165"/>
                  </a:cubicBezTo>
                  <a:cubicBezTo>
                    <a:pt x="0" y="259"/>
                    <a:pt x="83" y="344"/>
                    <a:pt x="176" y="344"/>
                  </a:cubicBezTo>
                  <a:lnTo>
                    <a:pt x="2191" y="344"/>
                  </a:lnTo>
                  <a:cubicBezTo>
                    <a:pt x="2287" y="344"/>
                    <a:pt x="2358" y="259"/>
                    <a:pt x="2358" y="165"/>
                  </a:cubicBezTo>
                  <a:cubicBezTo>
                    <a:pt x="2358" y="71"/>
                    <a:pt x="2287" y="0"/>
                    <a:pt x="2191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35"/>
            <p:cNvSpPr/>
            <p:nvPr/>
          </p:nvSpPr>
          <p:spPr>
            <a:xfrm>
              <a:off x="5124461" y="2921020"/>
              <a:ext cx="13876" cy="188933"/>
            </a:xfrm>
            <a:custGeom>
              <a:avLst/>
              <a:gdLst/>
              <a:ahLst/>
              <a:cxnLst/>
              <a:rect l="l" t="t" r="r" b="b"/>
              <a:pathLst>
                <a:path w="331" h="4507" extrusionOk="0">
                  <a:moveTo>
                    <a:pt x="94" y="0"/>
                  </a:moveTo>
                  <a:lnTo>
                    <a:pt x="94" y="1127"/>
                  </a:lnTo>
                  <a:lnTo>
                    <a:pt x="94" y="1411"/>
                  </a:lnTo>
                  <a:lnTo>
                    <a:pt x="94" y="1542"/>
                  </a:lnTo>
                  <a:cubicBezTo>
                    <a:pt x="94" y="1590"/>
                    <a:pt x="94" y="1636"/>
                    <a:pt x="106" y="1684"/>
                  </a:cubicBezTo>
                  <a:cubicBezTo>
                    <a:pt x="117" y="1778"/>
                    <a:pt x="143" y="1875"/>
                    <a:pt x="83" y="1969"/>
                  </a:cubicBezTo>
                  <a:cubicBezTo>
                    <a:pt x="46" y="2017"/>
                    <a:pt x="12" y="2063"/>
                    <a:pt x="12" y="2111"/>
                  </a:cubicBezTo>
                  <a:cubicBezTo>
                    <a:pt x="0" y="2159"/>
                    <a:pt x="12" y="2205"/>
                    <a:pt x="35" y="2253"/>
                  </a:cubicBezTo>
                  <a:cubicBezTo>
                    <a:pt x="60" y="2302"/>
                    <a:pt x="94" y="2347"/>
                    <a:pt x="106" y="2395"/>
                  </a:cubicBezTo>
                  <a:cubicBezTo>
                    <a:pt x="131" y="2444"/>
                    <a:pt x="131" y="2489"/>
                    <a:pt x="131" y="2538"/>
                  </a:cubicBezTo>
                  <a:cubicBezTo>
                    <a:pt x="117" y="2575"/>
                    <a:pt x="106" y="2620"/>
                    <a:pt x="94" y="2669"/>
                  </a:cubicBezTo>
                  <a:lnTo>
                    <a:pt x="94" y="2811"/>
                  </a:lnTo>
                  <a:lnTo>
                    <a:pt x="83" y="3380"/>
                  </a:lnTo>
                  <a:cubicBezTo>
                    <a:pt x="83" y="3747"/>
                    <a:pt x="83" y="4125"/>
                    <a:pt x="94" y="4506"/>
                  </a:cubicBezTo>
                  <a:lnTo>
                    <a:pt x="237" y="4506"/>
                  </a:lnTo>
                  <a:cubicBezTo>
                    <a:pt x="248" y="4125"/>
                    <a:pt x="248" y="3747"/>
                    <a:pt x="237" y="3380"/>
                  </a:cubicBezTo>
                  <a:lnTo>
                    <a:pt x="237" y="2811"/>
                  </a:lnTo>
                  <a:lnTo>
                    <a:pt x="237" y="2669"/>
                  </a:lnTo>
                  <a:cubicBezTo>
                    <a:pt x="225" y="2620"/>
                    <a:pt x="214" y="2575"/>
                    <a:pt x="202" y="2538"/>
                  </a:cubicBezTo>
                  <a:cubicBezTo>
                    <a:pt x="202" y="2489"/>
                    <a:pt x="202" y="2444"/>
                    <a:pt x="214" y="2395"/>
                  </a:cubicBezTo>
                  <a:cubicBezTo>
                    <a:pt x="237" y="2347"/>
                    <a:pt x="274" y="2302"/>
                    <a:pt x="296" y="2253"/>
                  </a:cubicBezTo>
                  <a:cubicBezTo>
                    <a:pt x="319" y="2205"/>
                    <a:pt x="330" y="2159"/>
                    <a:pt x="319" y="2111"/>
                  </a:cubicBezTo>
                  <a:cubicBezTo>
                    <a:pt x="319" y="2063"/>
                    <a:pt x="285" y="2017"/>
                    <a:pt x="248" y="1969"/>
                  </a:cubicBezTo>
                  <a:cubicBezTo>
                    <a:pt x="188" y="1875"/>
                    <a:pt x="214" y="1778"/>
                    <a:pt x="225" y="1684"/>
                  </a:cubicBezTo>
                  <a:cubicBezTo>
                    <a:pt x="237" y="1636"/>
                    <a:pt x="237" y="1590"/>
                    <a:pt x="237" y="1542"/>
                  </a:cubicBezTo>
                  <a:lnTo>
                    <a:pt x="237" y="1411"/>
                  </a:lnTo>
                  <a:lnTo>
                    <a:pt x="237" y="1127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35"/>
            <p:cNvSpPr/>
            <p:nvPr/>
          </p:nvSpPr>
          <p:spPr>
            <a:xfrm>
              <a:off x="5207464" y="2921020"/>
              <a:ext cx="13414" cy="188933"/>
            </a:xfrm>
            <a:custGeom>
              <a:avLst/>
              <a:gdLst/>
              <a:ahLst/>
              <a:cxnLst/>
              <a:rect l="l" t="t" r="r" b="b"/>
              <a:pathLst>
                <a:path w="320" h="4507" extrusionOk="0">
                  <a:moveTo>
                    <a:pt x="83" y="0"/>
                  </a:moveTo>
                  <a:lnTo>
                    <a:pt x="83" y="1127"/>
                  </a:lnTo>
                  <a:lnTo>
                    <a:pt x="83" y="1411"/>
                  </a:lnTo>
                  <a:lnTo>
                    <a:pt x="83" y="1542"/>
                  </a:lnTo>
                  <a:cubicBezTo>
                    <a:pt x="83" y="1590"/>
                    <a:pt x="83" y="1636"/>
                    <a:pt x="94" y="1684"/>
                  </a:cubicBezTo>
                  <a:cubicBezTo>
                    <a:pt x="106" y="1778"/>
                    <a:pt x="128" y="1875"/>
                    <a:pt x="72" y="1969"/>
                  </a:cubicBezTo>
                  <a:cubicBezTo>
                    <a:pt x="46" y="2017"/>
                    <a:pt x="12" y="2063"/>
                    <a:pt x="0" y="2111"/>
                  </a:cubicBezTo>
                  <a:cubicBezTo>
                    <a:pt x="0" y="2159"/>
                    <a:pt x="12" y="2205"/>
                    <a:pt x="35" y="2253"/>
                  </a:cubicBezTo>
                  <a:cubicBezTo>
                    <a:pt x="57" y="2302"/>
                    <a:pt x="94" y="2347"/>
                    <a:pt x="106" y="2395"/>
                  </a:cubicBezTo>
                  <a:cubicBezTo>
                    <a:pt x="117" y="2444"/>
                    <a:pt x="128" y="2489"/>
                    <a:pt x="117" y="2538"/>
                  </a:cubicBezTo>
                  <a:cubicBezTo>
                    <a:pt x="106" y="2575"/>
                    <a:pt x="94" y="2620"/>
                    <a:pt x="94" y="2669"/>
                  </a:cubicBezTo>
                  <a:cubicBezTo>
                    <a:pt x="83" y="2717"/>
                    <a:pt x="83" y="2762"/>
                    <a:pt x="83" y="2811"/>
                  </a:cubicBezTo>
                  <a:lnTo>
                    <a:pt x="83" y="3380"/>
                  </a:lnTo>
                  <a:lnTo>
                    <a:pt x="83" y="4506"/>
                  </a:lnTo>
                  <a:lnTo>
                    <a:pt x="225" y="4506"/>
                  </a:lnTo>
                  <a:cubicBezTo>
                    <a:pt x="237" y="4125"/>
                    <a:pt x="237" y="3747"/>
                    <a:pt x="237" y="3380"/>
                  </a:cubicBezTo>
                  <a:lnTo>
                    <a:pt x="225" y="2811"/>
                  </a:lnTo>
                  <a:cubicBezTo>
                    <a:pt x="225" y="2762"/>
                    <a:pt x="237" y="2717"/>
                    <a:pt x="225" y="2669"/>
                  </a:cubicBezTo>
                  <a:cubicBezTo>
                    <a:pt x="225" y="2620"/>
                    <a:pt x="200" y="2575"/>
                    <a:pt x="200" y="2538"/>
                  </a:cubicBezTo>
                  <a:cubicBezTo>
                    <a:pt x="188" y="2489"/>
                    <a:pt x="188" y="2444"/>
                    <a:pt x="214" y="2395"/>
                  </a:cubicBezTo>
                  <a:cubicBezTo>
                    <a:pt x="225" y="2347"/>
                    <a:pt x="259" y="2302"/>
                    <a:pt x="285" y="2253"/>
                  </a:cubicBezTo>
                  <a:cubicBezTo>
                    <a:pt x="308" y="2205"/>
                    <a:pt x="319" y="2159"/>
                    <a:pt x="319" y="2111"/>
                  </a:cubicBezTo>
                  <a:cubicBezTo>
                    <a:pt x="308" y="2063"/>
                    <a:pt x="271" y="2017"/>
                    <a:pt x="248" y="1969"/>
                  </a:cubicBezTo>
                  <a:cubicBezTo>
                    <a:pt x="188" y="1875"/>
                    <a:pt x="200" y="1778"/>
                    <a:pt x="225" y="1684"/>
                  </a:cubicBezTo>
                  <a:lnTo>
                    <a:pt x="225" y="1542"/>
                  </a:lnTo>
                  <a:lnTo>
                    <a:pt x="225" y="1411"/>
                  </a:lnTo>
                  <a:lnTo>
                    <a:pt x="237" y="1127"/>
                  </a:lnTo>
                  <a:cubicBezTo>
                    <a:pt x="237" y="748"/>
                    <a:pt x="237" y="370"/>
                    <a:pt x="225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7" name="Google Shape;1067;p35"/>
          <p:cNvGrpSpPr/>
          <p:nvPr/>
        </p:nvGrpSpPr>
        <p:grpSpPr>
          <a:xfrm>
            <a:off x="1786218" y="727049"/>
            <a:ext cx="1488898" cy="798247"/>
            <a:chOff x="7128900" y="211575"/>
            <a:chExt cx="1736325" cy="930901"/>
          </a:xfrm>
        </p:grpSpPr>
        <p:sp>
          <p:nvSpPr>
            <p:cNvPr id="1068" name="Google Shape;1068;p35"/>
            <p:cNvSpPr/>
            <p:nvPr/>
          </p:nvSpPr>
          <p:spPr>
            <a:xfrm rot="-665562">
              <a:off x="7164234" y="578536"/>
              <a:ext cx="414494" cy="407534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lvl="0" algn="ctr"/>
              <a:r>
                <a:rPr b="0" i="0"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noFill/>
                  <a:latin typeface="Fredoka One"/>
                </a:rPr>
                <a:t>z</a:t>
              </a:r>
            </a:p>
          </p:txBody>
        </p:sp>
        <p:sp>
          <p:nvSpPr>
            <p:cNvPr id="1069" name="Google Shape;1069;p35"/>
            <p:cNvSpPr/>
            <p:nvPr/>
          </p:nvSpPr>
          <p:spPr>
            <a:xfrm rot="1035015">
              <a:off x="7718641" y="260278"/>
              <a:ext cx="404653" cy="502242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lvl="0" algn="ctr"/>
              <a:r>
                <a:rPr b="0" i="0"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noFill/>
                  <a:latin typeface="Fredoka One"/>
                </a:rPr>
                <a:t>Z</a:t>
              </a:r>
            </a:p>
          </p:txBody>
        </p:sp>
        <p:sp>
          <p:nvSpPr>
            <p:cNvPr id="1070" name="Google Shape;1070;p35"/>
            <p:cNvSpPr/>
            <p:nvPr/>
          </p:nvSpPr>
          <p:spPr>
            <a:xfrm rot="552470">
              <a:off x="8241636" y="393176"/>
              <a:ext cx="570603" cy="708209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lvl="0" algn="ctr"/>
              <a:r>
                <a:rPr b="0" i="0"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noFill/>
                  <a:latin typeface="Fredoka One"/>
                </a:rPr>
                <a:t>Z</a:t>
              </a:r>
            </a:p>
          </p:txBody>
        </p:sp>
      </p:grpSp>
      <p:grpSp>
        <p:nvGrpSpPr>
          <p:cNvPr id="1071" name="Google Shape;1071;p35"/>
          <p:cNvGrpSpPr/>
          <p:nvPr/>
        </p:nvGrpSpPr>
        <p:grpSpPr>
          <a:xfrm>
            <a:off x="4438741" y="2472167"/>
            <a:ext cx="640409" cy="518201"/>
            <a:chOff x="9579360" y="2507084"/>
            <a:chExt cx="505015" cy="408643"/>
          </a:xfrm>
        </p:grpSpPr>
        <p:sp>
          <p:nvSpPr>
            <p:cNvPr id="1072" name="Google Shape;1072;p35"/>
            <p:cNvSpPr/>
            <p:nvPr/>
          </p:nvSpPr>
          <p:spPr>
            <a:xfrm>
              <a:off x="9739126" y="2655146"/>
              <a:ext cx="16572" cy="16374"/>
            </a:xfrm>
            <a:custGeom>
              <a:avLst/>
              <a:gdLst/>
              <a:ahLst/>
              <a:cxnLst/>
              <a:rect l="l" t="t" r="r" b="b"/>
              <a:pathLst>
                <a:path w="84" h="83" extrusionOk="0">
                  <a:moveTo>
                    <a:pt x="35" y="0"/>
                  </a:moveTo>
                  <a:cubicBezTo>
                    <a:pt x="12" y="0"/>
                    <a:pt x="1" y="12"/>
                    <a:pt x="1" y="34"/>
                  </a:cubicBezTo>
                  <a:cubicBezTo>
                    <a:pt x="1" y="60"/>
                    <a:pt x="12" y="83"/>
                    <a:pt x="35" y="83"/>
                  </a:cubicBezTo>
                  <a:cubicBezTo>
                    <a:pt x="61" y="83"/>
                    <a:pt x="83" y="60"/>
                    <a:pt x="83" y="34"/>
                  </a:cubicBezTo>
                  <a:cubicBezTo>
                    <a:pt x="83" y="12"/>
                    <a:pt x="61" y="0"/>
                    <a:pt x="35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35"/>
            <p:cNvSpPr/>
            <p:nvPr/>
          </p:nvSpPr>
          <p:spPr>
            <a:xfrm>
              <a:off x="9935071" y="2887516"/>
              <a:ext cx="28409" cy="28211"/>
            </a:xfrm>
            <a:custGeom>
              <a:avLst/>
              <a:gdLst/>
              <a:ahLst/>
              <a:cxnLst/>
              <a:rect l="l" t="t" r="r" b="b"/>
              <a:pathLst>
                <a:path w="144" h="143" extrusionOk="0">
                  <a:moveTo>
                    <a:pt x="72" y="0"/>
                  </a:moveTo>
                  <a:cubicBezTo>
                    <a:pt x="38" y="0"/>
                    <a:pt x="1" y="37"/>
                    <a:pt x="1" y="71"/>
                  </a:cubicBezTo>
                  <a:cubicBezTo>
                    <a:pt x="1" y="120"/>
                    <a:pt x="38" y="143"/>
                    <a:pt x="72" y="143"/>
                  </a:cubicBezTo>
                  <a:cubicBezTo>
                    <a:pt x="120" y="143"/>
                    <a:pt x="143" y="120"/>
                    <a:pt x="143" y="71"/>
                  </a:cubicBezTo>
                  <a:cubicBezTo>
                    <a:pt x="143" y="37"/>
                    <a:pt x="120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35"/>
            <p:cNvSpPr/>
            <p:nvPr/>
          </p:nvSpPr>
          <p:spPr>
            <a:xfrm>
              <a:off x="9579360" y="2834836"/>
              <a:ext cx="37681" cy="37286"/>
            </a:xfrm>
            <a:custGeom>
              <a:avLst/>
              <a:gdLst/>
              <a:ahLst/>
              <a:cxnLst/>
              <a:rect l="l" t="t" r="r" b="b"/>
              <a:pathLst>
                <a:path w="191" h="189" extrusionOk="0">
                  <a:moveTo>
                    <a:pt x="97" y="0"/>
                  </a:moveTo>
                  <a:cubicBezTo>
                    <a:pt x="49" y="0"/>
                    <a:pt x="0" y="46"/>
                    <a:pt x="0" y="94"/>
                  </a:cubicBezTo>
                  <a:cubicBezTo>
                    <a:pt x="0" y="143"/>
                    <a:pt x="49" y="188"/>
                    <a:pt x="97" y="188"/>
                  </a:cubicBezTo>
                  <a:cubicBezTo>
                    <a:pt x="157" y="188"/>
                    <a:pt x="191" y="143"/>
                    <a:pt x="191" y="94"/>
                  </a:cubicBezTo>
                  <a:cubicBezTo>
                    <a:pt x="191" y="46"/>
                    <a:pt x="157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35"/>
            <p:cNvSpPr/>
            <p:nvPr/>
          </p:nvSpPr>
          <p:spPr>
            <a:xfrm>
              <a:off x="10060701" y="2507084"/>
              <a:ext cx="23674" cy="23674"/>
            </a:xfrm>
            <a:custGeom>
              <a:avLst/>
              <a:gdLst/>
              <a:ahLst/>
              <a:cxnLst/>
              <a:rect l="l" t="t" r="r" b="b"/>
              <a:pathLst>
                <a:path w="120" h="120" extrusionOk="0">
                  <a:moveTo>
                    <a:pt x="60" y="1"/>
                  </a:moveTo>
                  <a:cubicBezTo>
                    <a:pt x="37" y="1"/>
                    <a:pt x="0" y="26"/>
                    <a:pt x="0" y="60"/>
                  </a:cubicBezTo>
                  <a:cubicBezTo>
                    <a:pt x="0" y="97"/>
                    <a:pt x="37" y="120"/>
                    <a:pt x="60" y="120"/>
                  </a:cubicBezTo>
                  <a:cubicBezTo>
                    <a:pt x="97" y="120"/>
                    <a:pt x="120" y="97"/>
                    <a:pt x="120" y="60"/>
                  </a:cubicBezTo>
                  <a:cubicBezTo>
                    <a:pt x="120" y="26"/>
                    <a:pt x="97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35"/>
            <p:cNvSpPr/>
            <p:nvPr/>
          </p:nvSpPr>
          <p:spPr>
            <a:xfrm>
              <a:off x="9730743" y="2537391"/>
              <a:ext cx="33341" cy="32749"/>
            </a:xfrm>
            <a:custGeom>
              <a:avLst/>
              <a:gdLst/>
              <a:ahLst/>
              <a:cxnLst/>
              <a:rect l="l" t="t" r="r" b="b"/>
              <a:pathLst>
                <a:path w="169" h="166" extrusionOk="0">
                  <a:moveTo>
                    <a:pt x="86" y="0"/>
                  </a:moveTo>
                  <a:cubicBezTo>
                    <a:pt x="37" y="0"/>
                    <a:pt x="0" y="35"/>
                    <a:pt x="0" y="83"/>
                  </a:cubicBezTo>
                  <a:cubicBezTo>
                    <a:pt x="0" y="131"/>
                    <a:pt x="37" y="165"/>
                    <a:pt x="86" y="165"/>
                  </a:cubicBezTo>
                  <a:cubicBezTo>
                    <a:pt x="120" y="165"/>
                    <a:pt x="168" y="131"/>
                    <a:pt x="168" y="83"/>
                  </a:cubicBezTo>
                  <a:cubicBezTo>
                    <a:pt x="168" y="35"/>
                    <a:pt x="120" y="0"/>
                    <a:pt x="86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35"/>
            <p:cNvSpPr/>
            <p:nvPr/>
          </p:nvSpPr>
          <p:spPr>
            <a:xfrm>
              <a:off x="10032006" y="2744517"/>
              <a:ext cx="40048" cy="40048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7" y="0"/>
                  </a:moveTo>
                  <a:cubicBezTo>
                    <a:pt x="49" y="0"/>
                    <a:pt x="0" y="46"/>
                    <a:pt x="0" y="106"/>
                  </a:cubicBezTo>
                  <a:cubicBezTo>
                    <a:pt x="0" y="154"/>
                    <a:pt x="49" y="202"/>
                    <a:pt x="97" y="202"/>
                  </a:cubicBezTo>
                  <a:cubicBezTo>
                    <a:pt x="157" y="202"/>
                    <a:pt x="202" y="154"/>
                    <a:pt x="202" y="106"/>
                  </a:cubicBezTo>
                  <a:cubicBezTo>
                    <a:pt x="202" y="46"/>
                    <a:pt x="157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8" name="Google Shape;1078;p35"/>
          <p:cNvSpPr/>
          <p:nvPr/>
        </p:nvSpPr>
        <p:spPr>
          <a:xfrm rot="1728991">
            <a:off x="1719455" y="2174736"/>
            <a:ext cx="284240" cy="397435"/>
          </a:xfrm>
          <a:custGeom>
            <a:avLst/>
            <a:gdLst/>
            <a:ahLst/>
            <a:cxnLst/>
            <a:rect l="l" t="t" r="r" b="b"/>
            <a:pathLst>
              <a:path w="2333" h="3262" extrusionOk="0">
                <a:moveTo>
                  <a:pt x="711" y="1"/>
                </a:moveTo>
                <a:cubicBezTo>
                  <a:pt x="450" y="1"/>
                  <a:pt x="213" y="61"/>
                  <a:pt x="0" y="166"/>
                </a:cubicBezTo>
                <a:cubicBezTo>
                  <a:pt x="34" y="155"/>
                  <a:pt x="71" y="155"/>
                  <a:pt x="117" y="155"/>
                </a:cubicBezTo>
                <a:cubicBezTo>
                  <a:pt x="925" y="155"/>
                  <a:pt x="1588" y="820"/>
                  <a:pt x="1588" y="1625"/>
                </a:cubicBezTo>
                <a:cubicBezTo>
                  <a:pt x="1588" y="2442"/>
                  <a:pt x="925" y="3096"/>
                  <a:pt x="117" y="3096"/>
                </a:cubicBezTo>
                <a:lnTo>
                  <a:pt x="0" y="3096"/>
                </a:lnTo>
                <a:cubicBezTo>
                  <a:pt x="213" y="3201"/>
                  <a:pt x="450" y="3261"/>
                  <a:pt x="711" y="3261"/>
                </a:cubicBezTo>
                <a:cubicBezTo>
                  <a:pt x="1610" y="3261"/>
                  <a:pt x="2333" y="2527"/>
                  <a:pt x="2333" y="1625"/>
                </a:cubicBezTo>
                <a:cubicBezTo>
                  <a:pt x="2333" y="724"/>
                  <a:pt x="1610" y="1"/>
                  <a:pt x="711" y="1"/>
                </a:cubicBezTo>
                <a:close/>
              </a:path>
            </a:pathLst>
          </a:custGeom>
          <a:solidFill>
            <a:srgbClr val="EAE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5162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35.xml"/><Relationship Id="rId3" Type="http://schemas.openxmlformats.org/officeDocument/2006/relationships/slideLayout" Target="../slideLayouts/slideLayout12.xml"/><Relationship Id="rId21" Type="http://schemas.openxmlformats.org/officeDocument/2006/relationships/slideLayout" Target="../slideLayouts/slideLayout30.xml"/><Relationship Id="rId34" Type="http://schemas.openxmlformats.org/officeDocument/2006/relationships/slideLayout" Target="../slideLayouts/slideLayout43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42.xml"/><Relationship Id="rId2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25.xml"/><Relationship Id="rId20" Type="http://schemas.openxmlformats.org/officeDocument/2006/relationships/slideLayout" Target="../slideLayouts/slideLayout29.xml"/><Relationship Id="rId29" Type="http://schemas.openxmlformats.org/officeDocument/2006/relationships/slideLayout" Target="../slideLayouts/slideLayout38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41.xml"/><Relationship Id="rId5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32.xml"/><Relationship Id="rId28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19.xml"/><Relationship Id="rId19" Type="http://schemas.openxmlformats.org/officeDocument/2006/relationships/slideLayout" Target="../slideLayouts/slideLayout28.xml"/><Relationship Id="rId31" Type="http://schemas.openxmlformats.org/officeDocument/2006/relationships/slideLayout" Target="../slideLayouts/slideLayout40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31.xml"/><Relationship Id="rId27" Type="http://schemas.openxmlformats.org/officeDocument/2006/relationships/slideLayout" Target="../slideLayouts/slideLayout36.xml"/><Relationship Id="rId30" Type="http://schemas.openxmlformats.org/officeDocument/2006/relationships/slideLayout" Target="../slideLayouts/slideLayout39.xml"/><Relationship Id="rId35" Type="http://schemas.openxmlformats.org/officeDocument/2006/relationships/theme" Target="../theme/theme2.xml"/><Relationship Id="rId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5" r:id="rId4"/>
    <p:sldLayoutId id="2147483658" r:id="rId5"/>
    <p:sldLayoutId id="2147483669" r:id="rId6"/>
    <p:sldLayoutId id="2147483679" r:id="rId7"/>
    <p:sldLayoutId id="2147483680" r:id="rId8"/>
    <p:sldLayoutId id="2147483681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2337798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8" r:id="rId23"/>
    <p:sldLayoutId id="2147483709" r:id="rId24"/>
    <p:sldLayoutId id="2147483710" r:id="rId25"/>
    <p:sldLayoutId id="2147483711" r:id="rId26"/>
    <p:sldLayoutId id="2147483712" r:id="rId27"/>
    <p:sldLayoutId id="2147483713" r:id="rId28"/>
    <p:sldLayoutId id="2147483714" r:id="rId29"/>
    <p:sldLayoutId id="2147483715" r:id="rId30"/>
    <p:sldLayoutId id="2147483716" r:id="rId31"/>
    <p:sldLayoutId id="2147483717" r:id="rId32"/>
    <p:sldLayoutId id="2147483718" r:id="rId33"/>
    <p:sldLayoutId id="2147483719" r:id="rId3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9" name="Google Shape;1089;p39"/>
          <p:cNvGrpSpPr/>
          <p:nvPr/>
        </p:nvGrpSpPr>
        <p:grpSpPr>
          <a:xfrm>
            <a:off x="4598859" y="1196527"/>
            <a:ext cx="3825137" cy="3259446"/>
            <a:chOff x="-2009358" y="908425"/>
            <a:chExt cx="3477713" cy="2963402"/>
          </a:xfrm>
        </p:grpSpPr>
        <p:sp>
          <p:nvSpPr>
            <p:cNvPr id="1090" name="Google Shape;1090;p39"/>
            <p:cNvSpPr/>
            <p:nvPr/>
          </p:nvSpPr>
          <p:spPr>
            <a:xfrm>
              <a:off x="-2009358" y="1055829"/>
              <a:ext cx="3477713" cy="2815998"/>
            </a:xfrm>
            <a:custGeom>
              <a:avLst/>
              <a:gdLst/>
              <a:ahLst/>
              <a:cxnLst/>
              <a:rect l="l" t="t" r="r" b="b"/>
              <a:pathLst>
                <a:path w="19677" h="15933" extrusionOk="0">
                  <a:moveTo>
                    <a:pt x="7054" y="1"/>
                  </a:moveTo>
                  <a:cubicBezTo>
                    <a:pt x="6626" y="1"/>
                    <a:pt x="6211" y="121"/>
                    <a:pt x="5819" y="374"/>
                  </a:cubicBezTo>
                  <a:cubicBezTo>
                    <a:pt x="3793" y="1677"/>
                    <a:pt x="5122" y="4474"/>
                    <a:pt x="3449" y="5162"/>
                  </a:cubicBezTo>
                  <a:cubicBezTo>
                    <a:pt x="1779" y="5851"/>
                    <a:pt x="1" y="6678"/>
                    <a:pt x="1730" y="10081"/>
                  </a:cubicBezTo>
                  <a:cubicBezTo>
                    <a:pt x="3115" y="12805"/>
                    <a:pt x="6652" y="15932"/>
                    <a:pt x="10556" y="15932"/>
                  </a:cubicBezTo>
                  <a:cubicBezTo>
                    <a:pt x="11528" y="15932"/>
                    <a:pt x="12524" y="15738"/>
                    <a:pt x="13514" y="15296"/>
                  </a:cubicBezTo>
                  <a:cubicBezTo>
                    <a:pt x="17696" y="13435"/>
                    <a:pt x="19676" y="9796"/>
                    <a:pt x="18894" y="6465"/>
                  </a:cubicBezTo>
                  <a:cubicBezTo>
                    <a:pt x="18446" y="4542"/>
                    <a:pt x="17214" y="3250"/>
                    <a:pt x="15813" y="3250"/>
                  </a:cubicBezTo>
                  <a:cubicBezTo>
                    <a:pt x="15246" y="3250"/>
                    <a:pt x="14650" y="3462"/>
                    <a:pt x="14069" y="3930"/>
                  </a:cubicBezTo>
                  <a:cubicBezTo>
                    <a:pt x="14069" y="3930"/>
                    <a:pt x="13619" y="4323"/>
                    <a:pt x="12961" y="4323"/>
                  </a:cubicBezTo>
                  <a:cubicBezTo>
                    <a:pt x="12388" y="4323"/>
                    <a:pt x="11657" y="4024"/>
                    <a:pt x="10928" y="2909"/>
                  </a:cubicBezTo>
                  <a:cubicBezTo>
                    <a:pt x="9752" y="1100"/>
                    <a:pt x="8349" y="1"/>
                    <a:pt x="7054" y="1"/>
                  </a:cubicBezTo>
                  <a:close/>
                </a:path>
              </a:pathLst>
            </a:custGeom>
            <a:solidFill>
              <a:srgbClr val="EAE3FF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9"/>
            <p:cNvSpPr/>
            <p:nvPr/>
          </p:nvSpPr>
          <p:spPr>
            <a:xfrm>
              <a:off x="-471701" y="908425"/>
              <a:ext cx="1142094" cy="744782"/>
            </a:xfrm>
            <a:custGeom>
              <a:avLst/>
              <a:gdLst/>
              <a:ahLst/>
              <a:cxnLst/>
              <a:rect l="l" t="t" r="r" b="b"/>
              <a:pathLst>
                <a:path w="6462" h="4214" extrusionOk="0">
                  <a:moveTo>
                    <a:pt x="2680" y="0"/>
                  </a:moveTo>
                  <a:cubicBezTo>
                    <a:pt x="1310" y="0"/>
                    <a:pt x="0" y="685"/>
                    <a:pt x="0" y="685"/>
                  </a:cubicBezTo>
                  <a:cubicBezTo>
                    <a:pt x="0" y="685"/>
                    <a:pt x="1494" y="864"/>
                    <a:pt x="2513" y="2631"/>
                  </a:cubicBezTo>
                  <a:cubicBezTo>
                    <a:pt x="2982" y="3445"/>
                    <a:pt x="3638" y="4213"/>
                    <a:pt x="4429" y="4213"/>
                  </a:cubicBezTo>
                  <a:cubicBezTo>
                    <a:pt x="4696" y="4213"/>
                    <a:pt x="4979" y="4126"/>
                    <a:pt x="5275" y="3922"/>
                  </a:cubicBezTo>
                  <a:cubicBezTo>
                    <a:pt x="6461" y="3114"/>
                    <a:pt x="5750" y="1137"/>
                    <a:pt x="4054" y="295"/>
                  </a:cubicBezTo>
                  <a:cubicBezTo>
                    <a:pt x="3623" y="80"/>
                    <a:pt x="3148" y="0"/>
                    <a:pt x="2680" y="0"/>
                  </a:cubicBezTo>
                  <a:close/>
                </a:path>
              </a:pathLst>
            </a:custGeom>
            <a:solidFill>
              <a:srgbClr val="EAE3FF">
                <a:alpha val="1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2" name="Google Shape;1092;p39"/>
          <p:cNvSpPr txBox="1">
            <a:spLocks noGrp="1"/>
          </p:cNvSpPr>
          <p:nvPr>
            <p:ph type="ctrTitle"/>
          </p:nvPr>
        </p:nvSpPr>
        <p:spPr>
          <a:xfrm>
            <a:off x="761950" y="1016550"/>
            <a:ext cx="3981000" cy="281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Noctis</a:t>
            </a:r>
            <a:endParaRPr dirty="0">
              <a:solidFill>
                <a:schemeClr val="accent3"/>
              </a:solidFill>
            </a:endParaRPr>
          </a:p>
        </p:txBody>
      </p:sp>
      <p:grpSp>
        <p:nvGrpSpPr>
          <p:cNvPr id="1094" name="Google Shape;1094;p39"/>
          <p:cNvGrpSpPr/>
          <p:nvPr/>
        </p:nvGrpSpPr>
        <p:grpSpPr>
          <a:xfrm>
            <a:off x="5687275" y="687525"/>
            <a:ext cx="1736325" cy="930901"/>
            <a:chOff x="7128900" y="211575"/>
            <a:chExt cx="1736325" cy="930901"/>
          </a:xfrm>
        </p:grpSpPr>
        <p:sp>
          <p:nvSpPr>
            <p:cNvPr id="1095" name="Google Shape;1095;p39"/>
            <p:cNvSpPr/>
            <p:nvPr/>
          </p:nvSpPr>
          <p:spPr>
            <a:xfrm rot="-665562">
              <a:off x="7164234" y="578536"/>
              <a:ext cx="414494" cy="407534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lvl="0" algn="ctr"/>
              <a:r>
                <a:rPr b="0" i="0"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noFill/>
                  <a:latin typeface="Fredoka One"/>
                </a:rPr>
                <a:t>z</a:t>
              </a:r>
            </a:p>
          </p:txBody>
        </p:sp>
        <p:sp>
          <p:nvSpPr>
            <p:cNvPr id="1096" name="Google Shape;1096;p39"/>
            <p:cNvSpPr/>
            <p:nvPr/>
          </p:nvSpPr>
          <p:spPr>
            <a:xfrm rot="1035015">
              <a:off x="7718641" y="260278"/>
              <a:ext cx="404653" cy="502242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lvl="0" algn="ctr"/>
              <a:r>
                <a:rPr b="0" i="0"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noFill/>
                  <a:latin typeface="Fredoka One"/>
                </a:rPr>
                <a:t>Z</a:t>
              </a:r>
            </a:p>
          </p:txBody>
        </p:sp>
        <p:sp>
          <p:nvSpPr>
            <p:cNvPr id="1097" name="Google Shape;1097;p39"/>
            <p:cNvSpPr/>
            <p:nvPr/>
          </p:nvSpPr>
          <p:spPr>
            <a:xfrm rot="552470">
              <a:off x="8241636" y="393176"/>
              <a:ext cx="570603" cy="708209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lvl="0" algn="ctr"/>
              <a:r>
                <a:rPr b="0" i="0"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noFill/>
                  <a:latin typeface="Fredoka One"/>
                </a:rPr>
                <a:t>Z</a:t>
              </a:r>
            </a:p>
          </p:txBody>
        </p:sp>
      </p:grpSp>
      <p:grpSp>
        <p:nvGrpSpPr>
          <p:cNvPr id="1098" name="Google Shape;1098;p39"/>
          <p:cNvGrpSpPr/>
          <p:nvPr/>
        </p:nvGrpSpPr>
        <p:grpSpPr>
          <a:xfrm>
            <a:off x="5255804" y="1831291"/>
            <a:ext cx="2599277" cy="2411810"/>
            <a:chOff x="-1526146" y="1395243"/>
            <a:chExt cx="2599277" cy="2411810"/>
          </a:xfrm>
        </p:grpSpPr>
        <p:sp>
          <p:nvSpPr>
            <p:cNvPr id="1099" name="Google Shape;1099;p39"/>
            <p:cNvSpPr/>
            <p:nvPr/>
          </p:nvSpPr>
          <p:spPr>
            <a:xfrm>
              <a:off x="-1262420" y="2504012"/>
              <a:ext cx="2083970" cy="876503"/>
            </a:xfrm>
            <a:custGeom>
              <a:avLst/>
              <a:gdLst/>
              <a:ahLst/>
              <a:cxnLst/>
              <a:rect l="l" t="t" r="r" b="b"/>
              <a:pathLst>
                <a:path w="12185" h="5125" extrusionOk="0">
                  <a:moveTo>
                    <a:pt x="0" y="1"/>
                  </a:moveTo>
                  <a:lnTo>
                    <a:pt x="0" y="4598"/>
                  </a:lnTo>
                  <a:cubicBezTo>
                    <a:pt x="11" y="4598"/>
                    <a:pt x="34" y="4598"/>
                    <a:pt x="46" y="4587"/>
                  </a:cubicBezTo>
                  <a:cubicBezTo>
                    <a:pt x="356" y="4541"/>
                    <a:pt x="658" y="4488"/>
                    <a:pt x="964" y="4488"/>
                  </a:cubicBezTo>
                  <a:cubicBezTo>
                    <a:pt x="1057" y="4488"/>
                    <a:pt x="1150" y="4493"/>
                    <a:pt x="1243" y="4504"/>
                  </a:cubicBezTo>
                  <a:cubicBezTo>
                    <a:pt x="1730" y="4552"/>
                    <a:pt x="2168" y="4754"/>
                    <a:pt x="2632" y="4897"/>
                  </a:cubicBezTo>
                  <a:cubicBezTo>
                    <a:pt x="3060" y="5026"/>
                    <a:pt x="3492" y="5124"/>
                    <a:pt x="3940" y="5124"/>
                  </a:cubicBezTo>
                  <a:cubicBezTo>
                    <a:pt x="3985" y="5124"/>
                    <a:pt x="4031" y="5123"/>
                    <a:pt x="4077" y="5121"/>
                  </a:cubicBezTo>
                  <a:cubicBezTo>
                    <a:pt x="4597" y="5110"/>
                    <a:pt x="5121" y="5039"/>
                    <a:pt x="5630" y="4954"/>
                  </a:cubicBezTo>
                  <a:cubicBezTo>
                    <a:pt x="6686" y="4777"/>
                    <a:pt x="7715" y="4515"/>
                    <a:pt x="8759" y="4328"/>
                  </a:cubicBezTo>
                  <a:cubicBezTo>
                    <a:pt x="9257" y="4231"/>
                    <a:pt x="9755" y="4160"/>
                    <a:pt x="10264" y="4148"/>
                  </a:cubicBezTo>
                  <a:cubicBezTo>
                    <a:pt x="10269" y="4148"/>
                    <a:pt x="10273" y="4148"/>
                    <a:pt x="10278" y="4148"/>
                  </a:cubicBezTo>
                  <a:cubicBezTo>
                    <a:pt x="10750" y="4148"/>
                    <a:pt x="12007" y="4718"/>
                    <a:pt x="12185" y="4766"/>
                  </a:cubicBezTo>
                  <a:lnTo>
                    <a:pt x="12185" y="1"/>
                  </a:ln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39"/>
            <p:cNvSpPr/>
            <p:nvPr/>
          </p:nvSpPr>
          <p:spPr>
            <a:xfrm>
              <a:off x="-1526146" y="1447406"/>
              <a:ext cx="2523853" cy="1333311"/>
            </a:xfrm>
            <a:custGeom>
              <a:avLst/>
              <a:gdLst/>
              <a:ahLst/>
              <a:cxnLst/>
              <a:rect l="l" t="t" r="r" b="b"/>
              <a:pathLst>
                <a:path w="14757" h="7796" extrusionOk="0">
                  <a:moveTo>
                    <a:pt x="7881" y="1"/>
                  </a:moveTo>
                  <a:cubicBezTo>
                    <a:pt x="5656" y="1"/>
                    <a:pt x="3343" y="135"/>
                    <a:pt x="959" y="381"/>
                  </a:cubicBezTo>
                  <a:cubicBezTo>
                    <a:pt x="652" y="406"/>
                    <a:pt x="390" y="642"/>
                    <a:pt x="333" y="950"/>
                  </a:cubicBezTo>
                  <a:cubicBezTo>
                    <a:pt x="0" y="2907"/>
                    <a:pt x="34" y="4969"/>
                    <a:pt x="367" y="7103"/>
                  </a:cubicBezTo>
                  <a:cubicBezTo>
                    <a:pt x="415" y="7376"/>
                    <a:pt x="617" y="7601"/>
                    <a:pt x="888" y="7672"/>
                  </a:cubicBezTo>
                  <a:cubicBezTo>
                    <a:pt x="1224" y="7759"/>
                    <a:pt x="1572" y="7796"/>
                    <a:pt x="1928" y="7796"/>
                  </a:cubicBezTo>
                  <a:cubicBezTo>
                    <a:pt x="4103" y="7796"/>
                    <a:pt x="6586" y="6411"/>
                    <a:pt x="8441" y="6392"/>
                  </a:cubicBezTo>
                  <a:cubicBezTo>
                    <a:pt x="8475" y="6391"/>
                    <a:pt x="8509" y="6391"/>
                    <a:pt x="8542" y="6391"/>
                  </a:cubicBezTo>
                  <a:cubicBezTo>
                    <a:pt x="11083" y="6391"/>
                    <a:pt x="10712" y="7698"/>
                    <a:pt x="13234" y="7698"/>
                  </a:cubicBezTo>
                  <a:cubicBezTo>
                    <a:pt x="13384" y="7698"/>
                    <a:pt x="13544" y="7693"/>
                    <a:pt x="13715" y="7684"/>
                  </a:cubicBezTo>
                  <a:cubicBezTo>
                    <a:pt x="14045" y="7661"/>
                    <a:pt x="14318" y="7410"/>
                    <a:pt x="14378" y="7092"/>
                  </a:cubicBezTo>
                  <a:cubicBezTo>
                    <a:pt x="14722" y="4932"/>
                    <a:pt x="14757" y="2870"/>
                    <a:pt x="14390" y="927"/>
                  </a:cubicBezTo>
                  <a:cubicBezTo>
                    <a:pt x="14330" y="631"/>
                    <a:pt x="14094" y="406"/>
                    <a:pt x="13786" y="358"/>
                  </a:cubicBezTo>
                  <a:cubicBezTo>
                    <a:pt x="11900" y="114"/>
                    <a:pt x="9928" y="1"/>
                    <a:pt x="7881" y="1"/>
                  </a:cubicBez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39"/>
            <p:cNvSpPr/>
            <p:nvPr/>
          </p:nvSpPr>
          <p:spPr>
            <a:xfrm>
              <a:off x="-67784" y="2037450"/>
              <a:ext cx="696766" cy="1043252"/>
            </a:xfrm>
            <a:custGeom>
              <a:avLst/>
              <a:gdLst/>
              <a:ahLst/>
              <a:cxnLst/>
              <a:rect l="l" t="t" r="r" b="b"/>
              <a:pathLst>
                <a:path w="4074" h="6100" extrusionOk="0">
                  <a:moveTo>
                    <a:pt x="3456" y="0"/>
                  </a:moveTo>
                  <a:cubicBezTo>
                    <a:pt x="3456" y="0"/>
                    <a:pt x="1288" y="2575"/>
                    <a:pt x="233" y="3938"/>
                  </a:cubicBezTo>
                  <a:cubicBezTo>
                    <a:pt x="1" y="4243"/>
                    <a:pt x="97" y="6100"/>
                    <a:pt x="739" y="6100"/>
                  </a:cubicBezTo>
                  <a:cubicBezTo>
                    <a:pt x="822" y="6100"/>
                    <a:pt x="914" y="6069"/>
                    <a:pt x="1015" y="6000"/>
                  </a:cubicBezTo>
                  <a:cubicBezTo>
                    <a:pt x="1621" y="5585"/>
                    <a:pt x="4073" y="322"/>
                    <a:pt x="4073" y="322"/>
                  </a:cubicBezTo>
                  <a:cubicBezTo>
                    <a:pt x="3837" y="285"/>
                    <a:pt x="3635" y="168"/>
                    <a:pt x="3456" y="0"/>
                  </a:cubicBezTo>
                  <a:close/>
                </a:path>
              </a:pathLst>
            </a:custGeom>
            <a:solidFill>
              <a:srgbClr val="FF92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39"/>
            <p:cNvSpPr/>
            <p:nvPr/>
          </p:nvSpPr>
          <p:spPr>
            <a:xfrm>
              <a:off x="-1526146" y="1395414"/>
              <a:ext cx="2523853" cy="1337244"/>
            </a:xfrm>
            <a:custGeom>
              <a:avLst/>
              <a:gdLst/>
              <a:ahLst/>
              <a:cxnLst/>
              <a:rect l="l" t="t" r="r" b="b"/>
              <a:pathLst>
                <a:path w="14757" h="7819" extrusionOk="0">
                  <a:moveTo>
                    <a:pt x="7880" y="1"/>
                  </a:moveTo>
                  <a:cubicBezTo>
                    <a:pt x="5655" y="1"/>
                    <a:pt x="3343" y="136"/>
                    <a:pt x="959" y="377"/>
                  </a:cubicBezTo>
                  <a:cubicBezTo>
                    <a:pt x="652" y="412"/>
                    <a:pt x="390" y="651"/>
                    <a:pt x="333" y="958"/>
                  </a:cubicBezTo>
                  <a:cubicBezTo>
                    <a:pt x="0" y="2915"/>
                    <a:pt x="34" y="4963"/>
                    <a:pt x="367" y="7097"/>
                  </a:cubicBezTo>
                  <a:cubicBezTo>
                    <a:pt x="415" y="7382"/>
                    <a:pt x="617" y="7609"/>
                    <a:pt x="888" y="7680"/>
                  </a:cubicBezTo>
                  <a:cubicBezTo>
                    <a:pt x="1272" y="7778"/>
                    <a:pt x="1668" y="7818"/>
                    <a:pt x="2071" y="7818"/>
                  </a:cubicBezTo>
                  <a:cubicBezTo>
                    <a:pt x="4161" y="7818"/>
                    <a:pt x="6428" y="6715"/>
                    <a:pt x="8239" y="6696"/>
                  </a:cubicBezTo>
                  <a:cubicBezTo>
                    <a:pt x="8281" y="6695"/>
                    <a:pt x="8323" y="6695"/>
                    <a:pt x="8364" y="6695"/>
                  </a:cubicBezTo>
                  <a:cubicBezTo>
                    <a:pt x="10850" y="6695"/>
                    <a:pt x="10703" y="7709"/>
                    <a:pt x="13130" y="7709"/>
                  </a:cubicBezTo>
                  <a:cubicBezTo>
                    <a:pt x="13310" y="7709"/>
                    <a:pt x="13505" y="7704"/>
                    <a:pt x="13715" y="7692"/>
                  </a:cubicBezTo>
                  <a:cubicBezTo>
                    <a:pt x="14045" y="7666"/>
                    <a:pt x="14318" y="7419"/>
                    <a:pt x="14378" y="7086"/>
                  </a:cubicBezTo>
                  <a:cubicBezTo>
                    <a:pt x="14722" y="4941"/>
                    <a:pt x="14757" y="2878"/>
                    <a:pt x="14390" y="935"/>
                  </a:cubicBezTo>
                  <a:cubicBezTo>
                    <a:pt x="14330" y="639"/>
                    <a:pt x="14094" y="400"/>
                    <a:pt x="13786" y="366"/>
                  </a:cubicBezTo>
                  <a:cubicBezTo>
                    <a:pt x="11900" y="115"/>
                    <a:pt x="9927" y="1"/>
                    <a:pt x="7880" y="1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39"/>
            <p:cNvSpPr/>
            <p:nvPr/>
          </p:nvSpPr>
          <p:spPr>
            <a:xfrm>
              <a:off x="821395" y="1550877"/>
              <a:ext cx="73200" cy="1060868"/>
            </a:xfrm>
            <a:custGeom>
              <a:avLst/>
              <a:gdLst/>
              <a:ahLst/>
              <a:cxnLst/>
              <a:rect l="l" t="t" r="r" b="b"/>
              <a:pathLst>
                <a:path w="428" h="6203" extrusionOk="0">
                  <a:moveTo>
                    <a:pt x="106" y="0"/>
                  </a:moveTo>
                  <a:cubicBezTo>
                    <a:pt x="49" y="0"/>
                    <a:pt x="1" y="1389"/>
                    <a:pt x="1" y="3096"/>
                  </a:cubicBezTo>
                  <a:cubicBezTo>
                    <a:pt x="1" y="4814"/>
                    <a:pt x="49" y="6202"/>
                    <a:pt x="106" y="6202"/>
                  </a:cubicBezTo>
                  <a:cubicBezTo>
                    <a:pt x="166" y="6202"/>
                    <a:pt x="427" y="4825"/>
                    <a:pt x="427" y="3118"/>
                  </a:cubicBezTo>
                  <a:cubicBezTo>
                    <a:pt x="427" y="1411"/>
                    <a:pt x="166" y="0"/>
                    <a:pt x="106" y="0"/>
                  </a:cubicBez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39"/>
            <p:cNvSpPr/>
            <p:nvPr/>
          </p:nvSpPr>
          <p:spPr>
            <a:xfrm>
              <a:off x="-1390520" y="1488110"/>
              <a:ext cx="1737639" cy="1163996"/>
            </a:xfrm>
            <a:custGeom>
              <a:avLst/>
              <a:gdLst/>
              <a:ahLst/>
              <a:cxnLst/>
              <a:rect l="l" t="t" r="r" b="b"/>
              <a:pathLst>
                <a:path w="10160" h="6806" extrusionOk="0">
                  <a:moveTo>
                    <a:pt x="4564" y="0"/>
                  </a:moveTo>
                  <a:cubicBezTo>
                    <a:pt x="3711" y="0"/>
                    <a:pt x="2965" y="453"/>
                    <a:pt x="2550" y="1127"/>
                  </a:cubicBezTo>
                  <a:cubicBezTo>
                    <a:pt x="2371" y="1400"/>
                    <a:pt x="2086" y="1576"/>
                    <a:pt x="1767" y="1613"/>
                  </a:cubicBezTo>
                  <a:cubicBezTo>
                    <a:pt x="925" y="1685"/>
                    <a:pt x="237" y="2396"/>
                    <a:pt x="237" y="3298"/>
                  </a:cubicBezTo>
                  <a:cubicBezTo>
                    <a:pt x="237" y="3414"/>
                    <a:pt x="251" y="3545"/>
                    <a:pt x="274" y="3665"/>
                  </a:cubicBezTo>
                  <a:cubicBezTo>
                    <a:pt x="334" y="3924"/>
                    <a:pt x="297" y="4197"/>
                    <a:pt x="143" y="4410"/>
                  </a:cubicBezTo>
                  <a:cubicBezTo>
                    <a:pt x="61" y="4552"/>
                    <a:pt x="1" y="4706"/>
                    <a:pt x="1" y="4885"/>
                  </a:cubicBezTo>
                  <a:cubicBezTo>
                    <a:pt x="1" y="5275"/>
                    <a:pt x="263" y="5608"/>
                    <a:pt x="618" y="5716"/>
                  </a:cubicBezTo>
                  <a:cubicBezTo>
                    <a:pt x="877" y="5787"/>
                    <a:pt x="1105" y="5941"/>
                    <a:pt x="1247" y="6154"/>
                  </a:cubicBezTo>
                  <a:cubicBezTo>
                    <a:pt x="1483" y="6544"/>
                    <a:pt x="1910" y="6805"/>
                    <a:pt x="2408" y="6805"/>
                  </a:cubicBezTo>
                  <a:cubicBezTo>
                    <a:pt x="2715" y="6805"/>
                    <a:pt x="3011" y="6697"/>
                    <a:pt x="3238" y="6521"/>
                  </a:cubicBezTo>
                  <a:cubicBezTo>
                    <a:pt x="3416" y="6386"/>
                    <a:pt x="3627" y="6320"/>
                    <a:pt x="3847" y="6320"/>
                  </a:cubicBezTo>
                  <a:cubicBezTo>
                    <a:pt x="3920" y="6320"/>
                    <a:pt x="3993" y="6328"/>
                    <a:pt x="4066" y="6342"/>
                  </a:cubicBezTo>
                  <a:cubicBezTo>
                    <a:pt x="4208" y="6379"/>
                    <a:pt x="4362" y="6390"/>
                    <a:pt x="4519" y="6390"/>
                  </a:cubicBezTo>
                  <a:cubicBezTo>
                    <a:pt x="5039" y="6390"/>
                    <a:pt x="5500" y="6225"/>
                    <a:pt x="5881" y="5952"/>
                  </a:cubicBezTo>
                  <a:lnTo>
                    <a:pt x="5881" y="5952"/>
                  </a:lnTo>
                  <a:cubicBezTo>
                    <a:pt x="5844" y="6071"/>
                    <a:pt x="5784" y="6188"/>
                    <a:pt x="5728" y="6296"/>
                  </a:cubicBezTo>
                  <a:cubicBezTo>
                    <a:pt x="5941" y="6259"/>
                    <a:pt x="6154" y="6248"/>
                    <a:pt x="6368" y="6248"/>
                  </a:cubicBezTo>
                  <a:cubicBezTo>
                    <a:pt x="6421" y="6247"/>
                    <a:pt x="6473" y="6247"/>
                    <a:pt x="6525" y="6247"/>
                  </a:cubicBezTo>
                  <a:cubicBezTo>
                    <a:pt x="7203" y="6247"/>
                    <a:pt x="7716" y="6315"/>
                    <a:pt x="8169" y="6413"/>
                  </a:cubicBezTo>
                  <a:cubicBezTo>
                    <a:pt x="8655" y="6225"/>
                    <a:pt x="9235" y="5739"/>
                    <a:pt x="9366" y="4754"/>
                  </a:cubicBezTo>
                  <a:cubicBezTo>
                    <a:pt x="9366" y="4754"/>
                    <a:pt x="9460" y="4552"/>
                    <a:pt x="9520" y="4268"/>
                  </a:cubicBezTo>
                  <a:cubicBezTo>
                    <a:pt x="9568" y="4174"/>
                    <a:pt x="9602" y="4066"/>
                    <a:pt x="9625" y="3961"/>
                  </a:cubicBezTo>
                  <a:cubicBezTo>
                    <a:pt x="9693" y="3992"/>
                    <a:pt x="9762" y="4010"/>
                    <a:pt x="9823" y="4010"/>
                  </a:cubicBezTo>
                  <a:cubicBezTo>
                    <a:pt x="9879" y="4010"/>
                    <a:pt x="9930" y="3995"/>
                    <a:pt x="9969" y="3961"/>
                  </a:cubicBezTo>
                  <a:cubicBezTo>
                    <a:pt x="9969" y="3961"/>
                    <a:pt x="9887" y="3818"/>
                    <a:pt x="9816" y="3639"/>
                  </a:cubicBezTo>
                  <a:cubicBezTo>
                    <a:pt x="9898" y="3594"/>
                    <a:pt x="9981" y="3485"/>
                    <a:pt x="10040" y="3320"/>
                  </a:cubicBezTo>
                  <a:cubicBezTo>
                    <a:pt x="10160" y="2976"/>
                    <a:pt x="9722" y="2857"/>
                    <a:pt x="9838" y="2490"/>
                  </a:cubicBezTo>
                  <a:cubicBezTo>
                    <a:pt x="9958" y="2123"/>
                    <a:pt x="9875" y="1719"/>
                    <a:pt x="9355" y="1531"/>
                  </a:cubicBezTo>
                  <a:cubicBezTo>
                    <a:pt x="8820" y="1340"/>
                    <a:pt x="9056" y="1164"/>
                    <a:pt x="8715" y="1067"/>
                  </a:cubicBezTo>
                  <a:cubicBezTo>
                    <a:pt x="8674" y="1055"/>
                    <a:pt x="8635" y="1049"/>
                    <a:pt x="8597" y="1049"/>
                  </a:cubicBezTo>
                  <a:cubicBezTo>
                    <a:pt x="8456" y="1049"/>
                    <a:pt x="8334" y="1127"/>
                    <a:pt x="8240" y="1209"/>
                  </a:cubicBezTo>
                  <a:cubicBezTo>
                    <a:pt x="8060" y="1164"/>
                    <a:pt x="7861" y="1127"/>
                    <a:pt x="7671" y="1104"/>
                  </a:cubicBezTo>
                  <a:cubicBezTo>
                    <a:pt x="7566" y="1090"/>
                    <a:pt x="7462" y="1084"/>
                    <a:pt x="7359" y="1084"/>
                  </a:cubicBezTo>
                  <a:cubicBezTo>
                    <a:pt x="7102" y="1084"/>
                    <a:pt x="6853" y="1126"/>
                    <a:pt x="6615" y="1209"/>
                  </a:cubicBezTo>
                  <a:cubicBezTo>
                    <a:pt x="6225" y="498"/>
                    <a:pt x="5466" y="0"/>
                    <a:pt x="4564" y="0"/>
                  </a:cubicBezTo>
                  <a:close/>
                </a:path>
              </a:pathLst>
            </a:custGeom>
            <a:solidFill>
              <a:srgbClr val="0303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39"/>
            <p:cNvSpPr/>
            <p:nvPr/>
          </p:nvSpPr>
          <p:spPr>
            <a:xfrm>
              <a:off x="-920020" y="2511537"/>
              <a:ext cx="1196166" cy="906946"/>
            </a:xfrm>
            <a:custGeom>
              <a:avLst/>
              <a:gdLst/>
              <a:ahLst/>
              <a:cxnLst/>
              <a:rect l="l" t="t" r="r" b="b"/>
              <a:pathLst>
                <a:path w="6994" h="5303" extrusionOk="0">
                  <a:moveTo>
                    <a:pt x="2554" y="1"/>
                  </a:moveTo>
                  <a:cubicBezTo>
                    <a:pt x="1677" y="1"/>
                    <a:pt x="978" y="292"/>
                    <a:pt x="487" y="1023"/>
                  </a:cubicBezTo>
                  <a:cubicBezTo>
                    <a:pt x="260" y="1379"/>
                    <a:pt x="1" y="2255"/>
                    <a:pt x="450" y="4924"/>
                  </a:cubicBezTo>
                  <a:cubicBezTo>
                    <a:pt x="826" y="5199"/>
                    <a:pt x="1252" y="5302"/>
                    <a:pt x="1693" y="5302"/>
                  </a:cubicBezTo>
                  <a:cubicBezTo>
                    <a:pt x="1780" y="5302"/>
                    <a:pt x="1867" y="5298"/>
                    <a:pt x="1955" y="5291"/>
                  </a:cubicBezTo>
                  <a:cubicBezTo>
                    <a:pt x="2240" y="5265"/>
                    <a:pt x="2513" y="5220"/>
                    <a:pt x="2797" y="5183"/>
                  </a:cubicBezTo>
                  <a:cubicBezTo>
                    <a:pt x="3176" y="5123"/>
                    <a:pt x="3557" y="5052"/>
                    <a:pt x="3935" y="4969"/>
                  </a:cubicBezTo>
                  <a:cubicBezTo>
                    <a:pt x="4729" y="4781"/>
                    <a:pt x="5511" y="4531"/>
                    <a:pt x="6319" y="4378"/>
                  </a:cubicBezTo>
                  <a:cubicBezTo>
                    <a:pt x="6544" y="4341"/>
                    <a:pt x="6769" y="4306"/>
                    <a:pt x="6994" y="4269"/>
                  </a:cubicBezTo>
                  <a:cubicBezTo>
                    <a:pt x="6874" y="3797"/>
                    <a:pt x="6732" y="3288"/>
                    <a:pt x="6615" y="2776"/>
                  </a:cubicBezTo>
                  <a:cubicBezTo>
                    <a:pt x="6331" y="1544"/>
                    <a:pt x="6248" y="324"/>
                    <a:pt x="5949" y="301"/>
                  </a:cubicBezTo>
                  <a:cubicBezTo>
                    <a:pt x="5762" y="287"/>
                    <a:pt x="5560" y="275"/>
                    <a:pt x="5358" y="264"/>
                  </a:cubicBezTo>
                  <a:cubicBezTo>
                    <a:pt x="5331" y="262"/>
                    <a:pt x="5294" y="261"/>
                    <a:pt x="5251" y="261"/>
                  </a:cubicBezTo>
                  <a:cubicBezTo>
                    <a:pt x="4990" y="261"/>
                    <a:pt x="4487" y="287"/>
                    <a:pt x="4314" y="287"/>
                  </a:cubicBezTo>
                  <a:cubicBezTo>
                    <a:pt x="3674" y="275"/>
                    <a:pt x="3153" y="28"/>
                    <a:pt x="2655" y="2"/>
                  </a:cubicBezTo>
                  <a:cubicBezTo>
                    <a:pt x="2621" y="1"/>
                    <a:pt x="2588" y="1"/>
                    <a:pt x="2554" y="1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39"/>
            <p:cNvSpPr/>
            <p:nvPr/>
          </p:nvSpPr>
          <p:spPr>
            <a:xfrm>
              <a:off x="-912153" y="2666829"/>
              <a:ext cx="647339" cy="769612"/>
            </a:xfrm>
            <a:custGeom>
              <a:avLst/>
              <a:gdLst/>
              <a:ahLst/>
              <a:cxnLst/>
              <a:rect l="l" t="t" r="r" b="b"/>
              <a:pathLst>
                <a:path w="3785" h="4500" extrusionOk="0">
                  <a:moveTo>
                    <a:pt x="1547" y="0"/>
                  </a:moveTo>
                  <a:cubicBezTo>
                    <a:pt x="1275" y="0"/>
                    <a:pt x="1019" y="125"/>
                    <a:pt x="868" y="221"/>
                  </a:cubicBezTo>
                  <a:cubicBezTo>
                    <a:pt x="0" y="778"/>
                    <a:pt x="595" y="2758"/>
                    <a:pt x="1520" y="4499"/>
                  </a:cubicBezTo>
                  <a:lnTo>
                    <a:pt x="3784" y="4499"/>
                  </a:lnTo>
                  <a:cubicBezTo>
                    <a:pt x="2942" y="3256"/>
                    <a:pt x="2845" y="1430"/>
                    <a:pt x="2302" y="482"/>
                  </a:cubicBezTo>
                  <a:cubicBezTo>
                    <a:pt x="2087" y="116"/>
                    <a:pt x="1809" y="0"/>
                    <a:pt x="1547" y="0"/>
                  </a:cubicBezTo>
                  <a:close/>
                </a:path>
              </a:pathLst>
            </a:custGeom>
            <a:solidFill>
              <a:srgbClr val="0303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39"/>
            <p:cNvSpPr/>
            <p:nvPr/>
          </p:nvSpPr>
          <p:spPr>
            <a:xfrm>
              <a:off x="-577450" y="2203859"/>
              <a:ext cx="620488" cy="710438"/>
            </a:xfrm>
            <a:custGeom>
              <a:avLst/>
              <a:gdLst/>
              <a:ahLst/>
              <a:cxnLst/>
              <a:rect l="l" t="t" r="r" b="b"/>
              <a:pathLst>
                <a:path w="3628" h="4154" extrusionOk="0">
                  <a:moveTo>
                    <a:pt x="2183" y="0"/>
                  </a:moveTo>
                  <a:lnTo>
                    <a:pt x="1056" y="23"/>
                  </a:lnTo>
                  <a:lnTo>
                    <a:pt x="865" y="251"/>
                  </a:lnTo>
                  <a:cubicBezTo>
                    <a:pt x="865" y="251"/>
                    <a:pt x="888" y="322"/>
                    <a:pt x="914" y="416"/>
                  </a:cubicBezTo>
                  <a:cubicBezTo>
                    <a:pt x="1090" y="1104"/>
                    <a:pt x="746" y="1744"/>
                    <a:pt x="95" y="2003"/>
                  </a:cubicBezTo>
                  <a:cubicBezTo>
                    <a:pt x="12" y="2029"/>
                    <a:pt x="1" y="2145"/>
                    <a:pt x="72" y="2194"/>
                  </a:cubicBezTo>
                  <a:cubicBezTo>
                    <a:pt x="237" y="2313"/>
                    <a:pt x="521" y="2441"/>
                    <a:pt x="675" y="2561"/>
                  </a:cubicBezTo>
                  <a:cubicBezTo>
                    <a:pt x="1221" y="2965"/>
                    <a:pt x="1659" y="3497"/>
                    <a:pt x="2157" y="3960"/>
                  </a:cubicBezTo>
                  <a:cubicBezTo>
                    <a:pt x="2298" y="4092"/>
                    <a:pt x="2475" y="4154"/>
                    <a:pt x="2649" y="4154"/>
                  </a:cubicBezTo>
                  <a:cubicBezTo>
                    <a:pt x="2913" y="4154"/>
                    <a:pt x="3169" y="4011"/>
                    <a:pt x="3284" y="3747"/>
                  </a:cubicBezTo>
                  <a:cubicBezTo>
                    <a:pt x="3616" y="3010"/>
                    <a:pt x="3628" y="2074"/>
                    <a:pt x="3628" y="2074"/>
                  </a:cubicBezTo>
                  <a:cubicBezTo>
                    <a:pt x="2834" y="2040"/>
                    <a:pt x="2442" y="1542"/>
                    <a:pt x="2442" y="1542"/>
                  </a:cubicBezTo>
                  <a:lnTo>
                    <a:pt x="2183" y="0"/>
                  </a:lnTo>
                  <a:close/>
                </a:path>
              </a:pathLst>
            </a:custGeom>
            <a:solidFill>
              <a:srgbClr val="FF92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39"/>
            <p:cNvSpPr/>
            <p:nvPr/>
          </p:nvSpPr>
          <p:spPr>
            <a:xfrm>
              <a:off x="-405224" y="2651266"/>
              <a:ext cx="210706" cy="65503"/>
            </a:xfrm>
            <a:custGeom>
              <a:avLst/>
              <a:gdLst/>
              <a:ahLst/>
              <a:cxnLst/>
              <a:rect l="l" t="t" r="r" b="b"/>
              <a:pathLst>
                <a:path w="1232" h="383" extrusionOk="0">
                  <a:moveTo>
                    <a:pt x="906" y="0"/>
                  </a:moveTo>
                  <a:cubicBezTo>
                    <a:pt x="896" y="0"/>
                    <a:pt x="887" y="2"/>
                    <a:pt x="877" y="4"/>
                  </a:cubicBezTo>
                  <a:cubicBezTo>
                    <a:pt x="723" y="53"/>
                    <a:pt x="1" y="87"/>
                    <a:pt x="1" y="87"/>
                  </a:cubicBezTo>
                  <a:cubicBezTo>
                    <a:pt x="1" y="87"/>
                    <a:pt x="735" y="147"/>
                    <a:pt x="854" y="252"/>
                  </a:cubicBezTo>
                  <a:cubicBezTo>
                    <a:pt x="939" y="321"/>
                    <a:pt x="1108" y="382"/>
                    <a:pt x="1185" y="382"/>
                  </a:cubicBezTo>
                  <a:cubicBezTo>
                    <a:pt x="1216" y="382"/>
                    <a:pt x="1232" y="372"/>
                    <a:pt x="1221" y="349"/>
                  </a:cubicBezTo>
                  <a:cubicBezTo>
                    <a:pt x="1221" y="349"/>
                    <a:pt x="1065" y="0"/>
                    <a:pt x="906" y="0"/>
                  </a:cubicBezTo>
                  <a:close/>
                </a:path>
              </a:pathLst>
            </a:custGeom>
            <a:solidFill>
              <a:srgbClr val="F57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39"/>
            <p:cNvSpPr/>
            <p:nvPr/>
          </p:nvSpPr>
          <p:spPr>
            <a:xfrm>
              <a:off x="-166468" y="2641004"/>
              <a:ext cx="211561" cy="64818"/>
            </a:xfrm>
            <a:custGeom>
              <a:avLst/>
              <a:gdLst/>
              <a:ahLst/>
              <a:cxnLst/>
              <a:rect l="l" t="t" r="r" b="b"/>
              <a:pathLst>
                <a:path w="1237" h="379" extrusionOk="0">
                  <a:moveTo>
                    <a:pt x="319" y="0"/>
                  </a:moveTo>
                  <a:cubicBezTo>
                    <a:pt x="162" y="0"/>
                    <a:pt x="16" y="338"/>
                    <a:pt x="16" y="338"/>
                  </a:cubicBezTo>
                  <a:cubicBezTo>
                    <a:pt x="1" y="366"/>
                    <a:pt x="17" y="378"/>
                    <a:pt x="51" y="378"/>
                  </a:cubicBezTo>
                  <a:cubicBezTo>
                    <a:pt x="127" y="378"/>
                    <a:pt x="292" y="316"/>
                    <a:pt x="383" y="241"/>
                  </a:cubicBezTo>
                  <a:cubicBezTo>
                    <a:pt x="502" y="136"/>
                    <a:pt x="1236" y="76"/>
                    <a:pt x="1236" y="76"/>
                  </a:cubicBezTo>
                  <a:cubicBezTo>
                    <a:pt x="1236" y="76"/>
                    <a:pt x="514" y="42"/>
                    <a:pt x="349" y="5"/>
                  </a:cubicBezTo>
                  <a:cubicBezTo>
                    <a:pt x="339" y="2"/>
                    <a:pt x="329" y="0"/>
                    <a:pt x="319" y="0"/>
                  </a:cubicBezTo>
                  <a:close/>
                </a:path>
              </a:pathLst>
            </a:custGeom>
            <a:solidFill>
              <a:srgbClr val="F57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39"/>
            <p:cNvSpPr/>
            <p:nvPr/>
          </p:nvSpPr>
          <p:spPr>
            <a:xfrm>
              <a:off x="-1404545" y="3210867"/>
              <a:ext cx="2477675" cy="262010"/>
            </a:xfrm>
            <a:custGeom>
              <a:avLst/>
              <a:gdLst/>
              <a:ahLst/>
              <a:cxnLst/>
              <a:rect l="l" t="t" r="r" b="b"/>
              <a:pathLst>
                <a:path w="14487" h="1532" extrusionOk="0">
                  <a:moveTo>
                    <a:pt x="10698" y="0"/>
                  </a:moveTo>
                  <a:cubicBezTo>
                    <a:pt x="8590" y="0"/>
                    <a:pt x="6600" y="1059"/>
                    <a:pt x="4900" y="1059"/>
                  </a:cubicBezTo>
                  <a:cubicBezTo>
                    <a:pt x="4451" y="1059"/>
                    <a:pt x="4022" y="985"/>
                    <a:pt x="3616" y="798"/>
                  </a:cubicBezTo>
                  <a:cubicBezTo>
                    <a:pt x="2870" y="454"/>
                    <a:pt x="2200" y="343"/>
                    <a:pt x="1645" y="343"/>
                  </a:cubicBezTo>
                  <a:cubicBezTo>
                    <a:pt x="630" y="343"/>
                    <a:pt x="0" y="715"/>
                    <a:pt x="0" y="715"/>
                  </a:cubicBezTo>
                  <a:cubicBezTo>
                    <a:pt x="0" y="715"/>
                    <a:pt x="444" y="548"/>
                    <a:pt x="1187" y="548"/>
                  </a:cubicBezTo>
                  <a:cubicBezTo>
                    <a:pt x="1812" y="548"/>
                    <a:pt x="2651" y="667"/>
                    <a:pt x="3616" y="1105"/>
                  </a:cubicBezTo>
                  <a:cubicBezTo>
                    <a:pt x="4026" y="1297"/>
                    <a:pt x="4460" y="1373"/>
                    <a:pt x="4915" y="1373"/>
                  </a:cubicBezTo>
                  <a:cubicBezTo>
                    <a:pt x="6618" y="1373"/>
                    <a:pt x="8611" y="312"/>
                    <a:pt x="10722" y="312"/>
                  </a:cubicBezTo>
                  <a:cubicBezTo>
                    <a:pt x="11045" y="312"/>
                    <a:pt x="11371" y="336"/>
                    <a:pt x="11699" y="394"/>
                  </a:cubicBezTo>
                  <a:cubicBezTo>
                    <a:pt x="14000" y="809"/>
                    <a:pt x="14487" y="1532"/>
                    <a:pt x="14487" y="1532"/>
                  </a:cubicBezTo>
                  <a:cubicBezTo>
                    <a:pt x="14487" y="1532"/>
                    <a:pt x="14000" y="491"/>
                    <a:pt x="11699" y="87"/>
                  </a:cubicBezTo>
                  <a:cubicBezTo>
                    <a:pt x="11363" y="26"/>
                    <a:pt x="11029" y="0"/>
                    <a:pt x="10698" y="0"/>
                  </a:cubicBez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39"/>
            <p:cNvSpPr/>
            <p:nvPr/>
          </p:nvSpPr>
          <p:spPr>
            <a:xfrm>
              <a:off x="-1430883" y="1395243"/>
              <a:ext cx="1269195" cy="1163483"/>
            </a:xfrm>
            <a:custGeom>
              <a:avLst/>
              <a:gdLst/>
              <a:ahLst/>
              <a:cxnLst/>
              <a:rect l="l" t="t" r="r" b="b"/>
              <a:pathLst>
                <a:path w="7421" h="6803" extrusionOk="0">
                  <a:moveTo>
                    <a:pt x="4564" y="0"/>
                  </a:moveTo>
                  <a:cubicBezTo>
                    <a:pt x="3710" y="0"/>
                    <a:pt x="2976" y="450"/>
                    <a:pt x="2550" y="1124"/>
                  </a:cubicBezTo>
                  <a:cubicBezTo>
                    <a:pt x="2382" y="1397"/>
                    <a:pt x="2086" y="1576"/>
                    <a:pt x="1767" y="1610"/>
                  </a:cubicBezTo>
                  <a:cubicBezTo>
                    <a:pt x="925" y="1693"/>
                    <a:pt x="237" y="2393"/>
                    <a:pt x="237" y="3294"/>
                  </a:cubicBezTo>
                  <a:cubicBezTo>
                    <a:pt x="237" y="3414"/>
                    <a:pt x="248" y="3542"/>
                    <a:pt x="285" y="3661"/>
                  </a:cubicBezTo>
                  <a:cubicBezTo>
                    <a:pt x="331" y="3923"/>
                    <a:pt x="297" y="4196"/>
                    <a:pt x="154" y="4410"/>
                  </a:cubicBezTo>
                  <a:cubicBezTo>
                    <a:pt x="60" y="4552"/>
                    <a:pt x="1" y="4705"/>
                    <a:pt x="1" y="4882"/>
                  </a:cubicBezTo>
                  <a:cubicBezTo>
                    <a:pt x="1" y="5274"/>
                    <a:pt x="274" y="5604"/>
                    <a:pt x="615" y="5713"/>
                  </a:cubicBezTo>
                  <a:cubicBezTo>
                    <a:pt x="877" y="5784"/>
                    <a:pt x="1102" y="5937"/>
                    <a:pt x="1244" y="6162"/>
                  </a:cubicBezTo>
                  <a:cubicBezTo>
                    <a:pt x="1483" y="6543"/>
                    <a:pt x="1921" y="6802"/>
                    <a:pt x="2407" y="6802"/>
                  </a:cubicBezTo>
                  <a:cubicBezTo>
                    <a:pt x="2726" y="6802"/>
                    <a:pt x="3011" y="6697"/>
                    <a:pt x="3235" y="6518"/>
                  </a:cubicBezTo>
                  <a:cubicBezTo>
                    <a:pt x="3414" y="6386"/>
                    <a:pt x="3632" y="6319"/>
                    <a:pt x="3849" y="6319"/>
                  </a:cubicBezTo>
                  <a:cubicBezTo>
                    <a:pt x="3922" y="6319"/>
                    <a:pt x="3995" y="6326"/>
                    <a:pt x="4066" y="6341"/>
                  </a:cubicBezTo>
                  <a:cubicBezTo>
                    <a:pt x="4208" y="6375"/>
                    <a:pt x="4362" y="6387"/>
                    <a:pt x="4516" y="6387"/>
                  </a:cubicBezTo>
                  <a:cubicBezTo>
                    <a:pt x="6106" y="6387"/>
                    <a:pt x="7218" y="4836"/>
                    <a:pt x="6732" y="3343"/>
                  </a:cubicBezTo>
                  <a:cubicBezTo>
                    <a:pt x="7420" y="1778"/>
                    <a:pt x="6282" y="0"/>
                    <a:pt x="4564" y="0"/>
                  </a:cubicBezTo>
                  <a:close/>
                </a:path>
              </a:pathLst>
            </a:custGeom>
            <a:solidFill>
              <a:srgbClr val="F25F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39"/>
            <p:cNvSpPr/>
            <p:nvPr/>
          </p:nvSpPr>
          <p:spPr>
            <a:xfrm>
              <a:off x="-644493" y="1597568"/>
              <a:ext cx="448263" cy="890014"/>
            </a:xfrm>
            <a:custGeom>
              <a:avLst/>
              <a:gdLst/>
              <a:ahLst/>
              <a:cxnLst/>
              <a:rect l="l" t="t" r="r" b="b"/>
              <a:pathLst>
                <a:path w="2621" h="5204" extrusionOk="0">
                  <a:moveTo>
                    <a:pt x="2017" y="1"/>
                  </a:moveTo>
                  <a:cubicBezTo>
                    <a:pt x="1815" y="131"/>
                    <a:pt x="1624" y="285"/>
                    <a:pt x="1448" y="464"/>
                  </a:cubicBezTo>
                  <a:cubicBezTo>
                    <a:pt x="1422" y="476"/>
                    <a:pt x="1400" y="487"/>
                    <a:pt x="1377" y="487"/>
                  </a:cubicBezTo>
                  <a:cubicBezTo>
                    <a:pt x="1351" y="510"/>
                    <a:pt x="1317" y="547"/>
                    <a:pt x="1280" y="569"/>
                  </a:cubicBezTo>
                  <a:cubicBezTo>
                    <a:pt x="879" y="925"/>
                    <a:pt x="475" y="1306"/>
                    <a:pt x="310" y="1838"/>
                  </a:cubicBezTo>
                  <a:cubicBezTo>
                    <a:pt x="213" y="2123"/>
                    <a:pt x="191" y="2444"/>
                    <a:pt x="213" y="2752"/>
                  </a:cubicBezTo>
                  <a:cubicBezTo>
                    <a:pt x="262" y="3107"/>
                    <a:pt x="370" y="3463"/>
                    <a:pt x="427" y="3818"/>
                  </a:cubicBezTo>
                  <a:cubicBezTo>
                    <a:pt x="487" y="4151"/>
                    <a:pt x="512" y="4530"/>
                    <a:pt x="356" y="4848"/>
                  </a:cubicBezTo>
                  <a:cubicBezTo>
                    <a:pt x="285" y="5016"/>
                    <a:pt x="142" y="5121"/>
                    <a:pt x="0" y="5204"/>
                  </a:cubicBezTo>
                  <a:cubicBezTo>
                    <a:pt x="1542" y="5158"/>
                    <a:pt x="2620" y="3628"/>
                    <a:pt x="2134" y="2160"/>
                  </a:cubicBezTo>
                  <a:cubicBezTo>
                    <a:pt x="2467" y="1412"/>
                    <a:pt x="2373" y="618"/>
                    <a:pt x="2017" y="1"/>
                  </a:cubicBezTo>
                  <a:close/>
                </a:path>
              </a:pathLst>
            </a:custGeom>
            <a:solidFill>
              <a:srgbClr val="EA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39"/>
            <p:cNvSpPr/>
            <p:nvPr/>
          </p:nvSpPr>
          <p:spPr>
            <a:xfrm>
              <a:off x="-1104389" y="1800406"/>
              <a:ext cx="555326" cy="570026"/>
            </a:xfrm>
            <a:custGeom>
              <a:avLst/>
              <a:gdLst/>
              <a:ahLst/>
              <a:cxnLst/>
              <a:rect l="l" t="t" r="r" b="b"/>
              <a:pathLst>
                <a:path w="3247" h="3333" extrusionOk="0">
                  <a:moveTo>
                    <a:pt x="3235" y="1"/>
                  </a:moveTo>
                  <a:cubicBezTo>
                    <a:pt x="3235" y="1"/>
                    <a:pt x="3033" y="49"/>
                    <a:pt x="2831" y="177"/>
                  </a:cubicBezTo>
                  <a:cubicBezTo>
                    <a:pt x="2726" y="237"/>
                    <a:pt x="2632" y="319"/>
                    <a:pt x="2547" y="428"/>
                  </a:cubicBezTo>
                  <a:cubicBezTo>
                    <a:pt x="2476" y="533"/>
                    <a:pt x="2430" y="664"/>
                    <a:pt x="2430" y="817"/>
                  </a:cubicBezTo>
                  <a:lnTo>
                    <a:pt x="2430" y="866"/>
                  </a:lnTo>
                  <a:cubicBezTo>
                    <a:pt x="2430" y="1031"/>
                    <a:pt x="2453" y="1233"/>
                    <a:pt x="2453" y="1435"/>
                  </a:cubicBezTo>
                  <a:cubicBezTo>
                    <a:pt x="2453" y="1671"/>
                    <a:pt x="2430" y="1921"/>
                    <a:pt x="2333" y="2098"/>
                  </a:cubicBezTo>
                  <a:cubicBezTo>
                    <a:pt x="2299" y="2194"/>
                    <a:pt x="2240" y="2265"/>
                    <a:pt x="2157" y="2311"/>
                  </a:cubicBezTo>
                  <a:cubicBezTo>
                    <a:pt x="2086" y="2371"/>
                    <a:pt x="1978" y="2396"/>
                    <a:pt x="1850" y="2396"/>
                  </a:cubicBezTo>
                  <a:cubicBezTo>
                    <a:pt x="1764" y="2396"/>
                    <a:pt x="1659" y="2382"/>
                    <a:pt x="1540" y="2348"/>
                  </a:cubicBezTo>
                  <a:cubicBezTo>
                    <a:pt x="1338" y="2300"/>
                    <a:pt x="1161" y="2265"/>
                    <a:pt x="996" y="2265"/>
                  </a:cubicBezTo>
                  <a:cubicBezTo>
                    <a:pt x="698" y="2265"/>
                    <a:pt x="450" y="2359"/>
                    <a:pt x="271" y="2490"/>
                  </a:cubicBezTo>
                  <a:cubicBezTo>
                    <a:pt x="94" y="2621"/>
                    <a:pt x="1" y="2809"/>
                    <a:pt x="1" y="2999"/>
                  </a:cubicBezTo>
                  <a:cubicBezTo>
                    <a:pt x="1" y="3107"/>
                    <a:pt x="23" y="3224"/>
                    <a:pt x="83" y="3332"/>
                  </a:cubicBezTo>
                  <a:lnTo>
                    <a:pt x="129" y="3307"/>
                  </a:lnTo>
                  <a:cubicBezTo>
                    <a:pt x="72" y="3201"/>
                    <a:pt x="46" y="3107"/>
                    <a:pt x="46" y="2999"/>
                  </a:cubicBezTo>
                  <a:cubicBezTo>
                    <a:pt x="46" y="2823"/>
                    <a:pt x="143" y="2655"/>
                    <a:pt x="296" y="2524"/>
                  </a:cubicBezTo>
                  <a:cubicBezTo>
                    <a:pt x="461" y="2396"/>
                    <a:pt x="698" y="2311"/>
                    <a:pt x="996" y="2311"/>
                  </a:cubicBezTo>
                  <a:cubicBezTo>
                    <a:pt x="1161" y="2311"/>
                    <a:pt x="1338" y="2336"/>
                    <a:pt x="1528" y="2396"/>
                  </a:cubicBezTo>
                  <a:cubicBezTo>
                    <a:pt x="1648" y="2430"/>
                    <a:pt x="1753" y="2442"/>
                    <a:pt x="1850" y="2442"/>
                  </a:cubicBezTo>
                  <a:cubicBezTo>
                    <a:pt x="1992" y="2442"/>
                    <a:pt x="2097" y="2419"/>
                    <a:pt x="2180" y="2359"/>
                  </a:cubicBezTo>
                  <a:cubicBezTo>
                    <a:pt x="2311" y="2277"/>
                    <a:pt x="2393" y="2135"/>
                    <a:pt x="2442" y="1970"/>
                  </a:cubicBezTo>
                  <a:cubicBezTo>
                    <a:pt x="2490" y="1802"/>
                    <a:pt x="2501" y="1614"/>
                    <a:pt x="2501" y="1435"/>
                  </a:cubicBezTo>
                  <a:cubicBezTo>
                    <a:pt x="2501" y="1221"/>
                    <a:pt x="2476" y="1019"/>
                    <a:pt x="2476" y="854"/>
                  </a:cubicBezTo>
                  <a:lnTo>
                    <a:pt x="2476" y="817"/>
                  </a:lnTo>
                  <a:cubicBezTo>
                    <a:pt x="2476" y="675"/>
                    <a:pt x="2524" y="558"/>
                    <a:pt x="2595" y="450"/>
                  </a:cubicBezTo>
                  <a:cubicBezTo>
                    <a:pt x="2703" y="308"/>
                    <a:pt x="2857" y="203"/>
                    <a:pt x="2999" y="132"/>
                  </a:cubicBezTo>
                  <a:cubicBezTo>
                    <a:pt x="3070" y="106"/>
                    <a:pt x="3130" y="83"/>
                    <a:pt x="3176" y="61"/>
                  </a:cubicBezTo>
                  <a:cubicBezTo>
                    <a:pt x="3201" y="61"/>
                    <a:pt x="3212" y="49"/>
                    <a:pt x="3224" y="49"/>
                  </a:cubicBezTo>
                  <a:lnTo>
                    <a:pt x="3235" y="49"/>
                  </a:lnTo>
                  <a:lnTo>
                    <a:pt x="3247" y="35"/>
                  </a:lnTo>
                  <a:lnTo>
                    <a:pt x="3235" y="1"/>
                  </a:lnTo>
                  <a:close/>
                </a:path>
              </a:pathLst>
            </a:custGeom>
            <a:solidFill>
              <a:srgbClr val="E2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39"/>
            <p:cNvSpPr/>
            <p:nvPr/>
          </p:nvSpPr>
          <p:spPr>
            <a:xfrm>
              <a:off x="-1266867" y="1680687"/>
              <a:ext cx="738326" cy="283901"/>
            </a:xfrm>
            <a:custGeom>
              <a:avLst/>
              <a:gdLst/>
              <a:ahLst/>
              <a:cxnLst/>
              <a:rect l="l" t="t" r="r" b="b"/>
              <a:pathLst>
                <a:path w="4317" h="1660" extrusionOk="0">
                  <a:moveTo>
                    <a:pt x="3497" y="1"/>
                  </a:moveTo>
                  <a:cubicBezTo>
                    <a:pt x="3355" y="1"/>
                    <a:pt x="3201" y="24"/>
                    <a:pt x="3070" y="95"/>
                  </a:cubicBezTo>
                  <a:cubicBezTo>
                    <a:pt x="2928" y="166"/>
                    <a:pt x="2811" y="285"/>
                    <a:pt x="2714" y="465"/>
                  </a:cubicBezTo>
                  <a:cubicBezTo>
                    <a:pt x="2609" y="689"/>
                    <a:pt x="2490" y="974"/>
                    <a:pt x="2347" y="1210"/>
                  </a:cubicBezTo>
                  <a:cubicBezTo>
                    <a:pt x="2276" y="1330"/>
                    <a:pt x="2205" y="1423"/>
                    <a:pt x="2111" y="1495"/>
                  </a:cubicBezTo>
                  <a:cubicBezTo>
                    <a:pt x="2029" y="1577"/>
                    <a:pt x="1932" y="1614"/>
                    <a:pt x="1815" y="1614"/>
                  </a:cubicBezTo>
                  <a:cubicBezTo>
                    <a:pt x="1696" y="1614"/>
                    <a:pt x="1565" y="1566"/>
                    <a:pt x="1400" y="1446"/>
                  </a:cubicBezTo>
                  <a:cubicBezTo>
                    <a:pt x="1138" y="1258"/>
                    <a:pt x="820" y="1056"/>
                    <a:pt x="524" y="1056"/>
                  </a:cubicBezTo>
                  <a:cubicBezTo>
                    <a:pt x="427" y="1056"/>
                    <a:pt x="322" y="1079"/>
                    <a:pt x="239" y="1128"/>
                  </a:cubicBezTo>
                  <a:cubicBezTo>
                    <a:pt x="154" y="1187"/>
                    <a:pt x="72" y="1270"/>
                    <a:pt x="0" y="1375"/>
                  </a:cubicBezTo>
                  <a:lnTo>
                    <a:pt x="37" y="1401"/>
                  </a:lnTo>
                  <a:cubicBezTo>
                    <a:pt x="109" y="1293"/>
                    <a:pt x="180" y="1221"/>
                    <a:pt x="262" y="1176"/>
                  </a:cubicBezTo>
                  <a:cubicBezTo>
                    <a:pt x="345" y="1128"/>
                    <a:pt x="427" y="1105"/>
                    <a:pt x="524" y="1105"/>
                  </a:cubicBezTo>
                  <a:cubicBezTo>
                    <a:pt x="794" y="1105"/>
                    <a:pt x="1116" y="1293"/>
                    <a:pt x="1377" y="1483"/>
                  </a:cubicBezTo>
                  <a:cubicBezTo>
                    <a:pt x="1542" y="1614"/>
                    <a:pt x="1685" y="1660"/>
                    <a:pt x="1815" y="1660"/>
                  </a:cubicBezTo>
                  <a:cubicBezTo>
                    <a:pt x="1946" y="1660"/>
                    <a:pt x="2052" y="1614"/>
                    <a:pt x="2145" y="1543"/>
                  </a:cubicBezTo>
                  <a:cubicBezTo>
                    <a:pt x="2288" y="1423"/>
                    <a:pt x="2396" y="1247"/>
                    <a:pt x="2490" y="1045"/>
                  </a:cubicBezTo>
                  <a:cubicBezTo>
                    <a:pt x="2598" y="854"/>
                    <a:pt x="2680" y="652"/>
                    <a:pt x="2763" y="487"/>
                  </a:cubicBezTo>
                  <a:cubicBezTo>
                    <a:pt x="2845" y="308"/>
                    <a:pt x="2965" y="203"/>
                    <a:pt x="3096" y="143"/>
                  </a:cubicBezTo>
                  <a:cubicBezTo>
                    <a:pt x="3212" y="72"/>
                    <a:pt x="3355" y="49"/>
                    <a:pt x="3497" y="49"/>
                  </a:cubicBezTo>
                  <a:cubicBezTo>
                    <a:pt x="3699" y="49"/>
                    <a:pt x="3901" y="95"/>
                    <a:pt x="4054" y="155"/>
                  </a:cubicBezTo>
                  <a:cubicBezTo>
                    <a:pt x="4126" y="180"/>
                    <a:pt x="4185" y="203"/>
                    <a:pt x="4234" y="226"/>
                  </a:cubicBezTo>
                  <a:cubicBezTo>
                    <a:pt x="4256" y="237"/>
                    <a:pt x="4268" y="251"/>
                    <a:pt x="4279" y="251"/>
                  </a:cubicBezTo>
                  <a:cubicBezTo>
                    <a:pt x="4293" y="251"/>
                    <a:pt x="4293" y="263"/>
                    <a:pt x="4293" y="263"/>
                  </a:cubicBezTo>
                  <a:lnTo>
                    <a:pt x="4316" y="214"/>
                  </a:lnTo>
                  <a:cubicBezTo>
                    <a:pt x="4316" y="214"/>
                    <a:pt x="3924" y="1"/>
                    <a:pt x="3497" y="1"/>
                  </a:cubicBezTo>
                  <a:close/>
                </a:path>
              </a:pathLst>
            </a:custGeom>
            <a:solidFill>
              <a:srgbClr val="E2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39"/>
            <p:cNvSpPr/>
            <p:nvPr/>
          </p:nvSpPr>
          <p:spPr>
            <a:xfrm>
              <a:off x="-826981" y="1472034"/>
              <a:ext cx="336753" cy="190864"/>
            </a:xfrm>
            <a:custGeom>
              <a:avLst/>
              <a:gdLst/>
              <a:ahLst/>
              <a:cxnLst/>
              <a:rect l="l" t="t" r="r" b="b"/>
              <a:pathLst>
                <a:path w="1969" h="1116" extrusionOk="0">
                  <a:moveTo>
                    <a:pt x="737" y="1"/>
                  </a:moveTo>
                  <a:cubicBezTo>
                    <a:pt x="583" y="1"/>
                    <a:pt x="427" y="23"/>
                    <a:pt x="299" y="49"/>
                  </a:cubicBezTo>
                  <a:cubicBezTo>
                    <a:pt x="179" y="83"/>
                    <a:pt x="71" y="120"/>
                    <a:pt x="0" y="166"/>
                  </a:cubicBezTo>
                  <a:lnTo>
                    <a:pt x="26" y="203"/>
                  </a:lnTo>
                  <a:cubicBezTo>
                    <a:pt x="86" y="166"/>
                    <a:pt x="191" y="131"/>
                    <a:pt x="310" y="94"/>
                  </a:cubicBezTo>
                  <a:cubicBezTo>
                    <a:pt x="441" y="72"/>
                    <a:pt x="583" y="49"/>
                    <a:pt x="737" y="49"/>
                  </a:cubicBezTo>
                  <a:cubicBezTo>
                    <a:pt x="1010" y="49"/>
                    <a:pt x="1295" y="106"/>
                    <a:pt x="1519" y="274"/>
                  </a:cubicBezTo>
                  <a:cubicBezTo>
                    <a:pt x="1744" y="427"/>
                    <a:pt x="1898" y="689"/>
                    <a:pt x="1921" y="1116"/>
                  </a:cubicBezTo>
                  <a:lnTo>
                    <a:pt x="1969" y="1116"/>
                  </a:lnTo>
                  <a:cubicBezTo>
                    <a:pt x="1946" y="675"/>
                    <a:pt x="1778" y="405"/>
                    <a:pt x="1542" y="225"/>
                  </a:cubicBezTo>
                  <a:cubicBezTo>
                    <a:pt x="1306" y="60"/>
                    <a:pt x="1010" y="1"/>
                    <a:pt x="737" y="1"/>
                  </a:cubicBezTo>
                  <a:close/>
                </a:path>
              </a:pathLst>
            </a:custGeom>
            <a:solidFill>
              <a:srgbClr val="E2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39"/>
            <p:cNvSpPr/>
            <p:nvPr/>
          </p:nvSpPr>
          <p:spPr>
            <a:xfrm>
              <a:off x="-662622" y="1958606"/>
              <a:ext cx="170514" cy="460399"/>
            </a:xfrm>
            <a:custGeom>
              <a:avLst/>
              <a:gdLst/>
              <a:ahLst/>
              <a:cxnLst/>
              <a:rect l="l" t="t" r="r" b="b"/>
              <a:pathLst>
                <a:path w="997" h="2692" extrusionOk="0">
                  <a:moveTo>
                    <a:pt x="960" y="0"/>
                  </a:moveTo>
                  <a:cubicBezTo>
                    <a:pt x="960" y="0"/>
                    <a:pt x="806" y="202"/>
                    <a:pt x="652" y="498"/>
                  </a:cubicBezTo>
                  <a:cubicBezTo>
                    <a:pt x="499" y="794"/>
                    <a:pt x="345" y="1187"/>
                    <a:pt x="345" y="1542"/>
                  </a:cubicBezTo>
                  <a:cubicBezTo>
                    <a:pt x="345" y="1588"/>
                    <a:pt x="345" y="1636"/>
                    <a:pt x="356" y="1685"/>
                  </a:cubicBezTo>
                  <a:cubicBezTo>
                    <a:pt x="368" y="1801"/>
                    <a:pt x="379" y="1909"/>
                    <a:pt x="379" y="1992"/>
                  </a:cubicBezTo>
                  <a:cubicBezTo>
                    <a:pt x="379" y="2217"/>
                    <a:pt x="334" y="2336"/>
                    <a:pt x="263" y="2419"/>
                  </a:cubicBezTo>
                  <a:cubicBezTo>
                    <a:pt x="203" y="2512"/>
                    <a:pt x="106" y="2572"/>
                    <a:pt x="1" y="2655"/>
                  </a:cubicBezTo>
                  <a:lnTo>
                    <a:pt x="24" y="2692"/>
                  </a:lnTo>
                  <a:cubicBezTo>
                    <a:pt x="132" y="2609"/>
                    <a:pt x="226" y="2549"/>
                    <a:pt x="297" y="2453"/>
                  </a:cubicBezTo>
                  <a:cubicBezTo>
                    <a:pt x="379" y="2359"/>
                    <a:pt x="428" y="2217"/>
                    <a:pt x="428" y="1992"/>
                  </a:cubicBezTo>
                  <a:cubicBezTo>
                    <a:pt x="428" y="1898"/>
                    <a:pt x="416" y="1801"/>
                    <a:pt x="405" y="1685"/>
                  </a:cubicBezTo>
                  <a:cubicBezTo>
                    <a:pt x="391" y="1636"/>
                    <a:pt x="391" y="1588"/>
                    <a:pt x="391" y="1542"/>
                  </a:cubicBezTo>
                  <a:cubicBezTo>
                    <a:pt x="391" y="1198"/>
                    <a:pt x="547" y="817"/>
                    <a:pt x="701" y="521"/>
                  </a:cubicBezTo>
                  <a:cubicBezTo>
                    <a:pt x="772" y="379"/>
                    <a:pt x="854" y="248"/>
                    <a:pt x="903" y="165"/>
                  </a:cubicBezTo>
                  <a:cubicBezTo>
                    <a:pt x="937" y="120"/>
                    <a:pt x="960" y="83"/>
                    <a:pt x="974" y="60"/>
                  </a:cubicBezTo>
                  <a:cubicBezTo>
                    <a:pt x="985" y="49"/>
                    <a:pt x="985" y="49"/>
                    <a:pt x="996" y="35"/>
                  </a:cubicBezTo>
                  <a:lnTo>
                    <a:pt x="996" y="23"/>
                  </a:lnTo>
                  <a:lnTo>
                    <a:pt x="960" y="0"/>
                  </a:lnTo>
                  <a:close/>
                </a:path>
              </a:pathLst>
            </a:custGeom>
            <a:solidFill>
              <a:srgbClr val="E2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39"/>
            <p:cNvSpPr/>
            <p:nvPr/>
          </p:nvSpPr>
          <p:spPr>
            <a:xfrm>
              <a:off x="-595921" y="1612960"/>
              <a:ext cx="308705" cy="298097"/>
            </a:xfrm>
            <a:custGeom>
              <a:avLst/>
              <a:gdLst/>
              <a:ahLst/>
              <a:cxnLst/>
              <a:rect l="l" t="t" r="r" b="b"/>
              <a:pathLst>
                <a:path w="1805" h="1743" extrusionOk="0">
                  <a:moveTo>
                    <a:pt x="1047" y="1"/>
                  </a:moveTo>
                  <a:cubicBezTo>
                    <a:pt x="763" y="1"/>
                    <a:pt x="464" y="171"/>
                    <a:pt x="274" y="468"/>
                  </a:cubicBezTo>
                  <a:cubicBezTo>
                    <a:pt x="1" y="895"/>
                    <a:pt x="60" y="1415"/>
                    <a:pt x="404" y="1643"/>
                  </a:cubicBezTo>
                  <a:cubicBezTo>
                    <a:pt x="508" y="1711"/>
                    <a:pt x="627" y="1743"/>
                    <a:pt x="750" y="1743"/>
                  </a:cubicBezTo>
                  <a:cubicBezTo>
                    <a:pt x="1035" y="1743"/>
                    <a:pt x="1340" y="1571"/>
                    <a:pt x="1531" y="1273"/>
                  </a:cubicBezTo>
                  <a:cubicBezTo>
                    <a:pt x="1804" y="846"/>
                    <a:pt x="1744" y="326"/>
                    <a:pt x="1400" y="101"/>
                  </a:cubicBezTo>
                  <a:cubicBezTo>
                    <a:pt x="1292" y="33"/>
                    <a:pt x="1171" y="1"/>
                    <a:pt x="1047" y="1"/>
                  </a:cubicBezTo>
                  <a:close/>
                </a:path>
              </a:pathLst>
            </a:custGeom>
            <a:solidFill>
              <a:srgbClr val="0303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9"/>
            <p:cNvSpPr/>
            <p:nvPr/>
          </p:nvSpPr>
          <p:spPr>
            <a:xfrm>
              <a:off x="-593526" y="1580123"/>
              <a:ext cx="871556" cy="797490"/>
            </a:xfrm>
            <a:custGeom>
              <a:avLst/>
              <a:gdLst/>
              <a:ahLst/>
              <a:cxnLst/>
              <a:rect l="l" t="t" r="r" b="b"/>
              <a:pathLst>
                <a:path w="5096" h="4663" extrusionOk="0">
                  <a:moveTo>
                    <a:pt x="2474" y="0"/>
                  </a:moveTo>
                  <a:cubicBezTo>
                    <a:pt x="1325" y="0"/>
                    <a:pt x="318" y="855"/>
                    <a:pt x="166" y="2023"/>
                  </a:cubicBezTo>
                  <a:cubicBezTo>
                    <a:pt x="1" y="3303"/>
                    <a:pt x="900" y="4478"/>
                    <a:pt x="2169" y="4643"/>
                  </a:cubicBezTo>
                  <a:cubicBezTo>
                    <a:pt x="2270" y="4656"/>
                    <a:pt x="2371" y="4662"/>
                    <a:pt x="2471" y="4662"/>
                  </a:cubicBezTo>
                  <a:cubicBezTo>
                    <a:pt x="3624" y="4662"/>
                    <a:pt x="4603" y="3807"/>
                    <a:pt x="4789" y="2629"/>
                  </a:cubicBezTo>
                  <a:cubicBezTo>
                    <a:pt x="5096" y="683"/>
                    <a:pt x="4055" y="185"/>
                    <a:pt x="2775" y="20"/>
                  </a:cubicBezTo>
                  <a:cubicBezTo>
                    <a:pt x="2674" y="7"/>
                    <a:pt x="2573" y="0"/>
                    <a:pt x="2474" y="0"/>
                  </a:cubicBezTo>
                  <a:close/>
                </a:path>
              </a:pathLst>
            </a:custGeom>
            <a:solidFill>
              <a:srgbClr val="F25F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39"/>
            <p:cNvSpPr/>
            <p:nvPr/>
          </p:nvSpPr>
          <p:spPr>
            <a:xfrm>
              <a:off x="-593526" y="1641180"/>
              <a:ext cx="784503" cy="732158"/>
            </a:xfrm>
            <a:custGeom>
              <a:avLst/>
              <a:gdLst/>
              <a:ahLst/>
              <a:cxnLst/>
              <a:rect l="l" t="t" r="r" b="b"/>
              <a:pathLst>
                <a:path w="4587" h="4281" extrusionOk="0">
                  <a:moveTo>
                    <a:pt x="2404" y="0"/>
                  </a:moveTo>
                  <a:cubicBezTo>
                    <a:pt x="1231" y="0"/>
                    <a:pt x="320" y="480"/>
                    <a:pt x="166" y="1666"/>
                  </a:cubicBezTo>
                  <a:cubicBezTo>
                    <a:pt x="1" y="2946"/>
                    <a:pt x="817" y="4110"/>
                    <a:pt x="1992" y="4263"/>
                  </a:cubicBezTo>
                  <a:cubicBezTo>
                    <a:pt x="2079" y="4275"/>
                    <a:pt x="2166" y="4280"/>
                    <a:pt x="2253" y="4280"/>
                  </a:cubicBezTo>
                  <a:cubicBezTo>
                    <a:pt x="3335" y="4280"/>
                    <a:pt x="4301" y="3409"/>
                    <a:pt x="4433" y="2223"/>
                  </a:cubicBezTo>
                  <a:cubicBezTo>
                    <a:pt x="4587" y="838"/>
                    <a:pt x="3841" y="78"/>
                    <a:pt x="2655" y="7"/>
                  </a:cubicBezTo>
                  <a:cubicBezTo>
                    <a:pt x="2570" y="3"/>
                    <a:pt x="2486" y="0"/>
                    <a:pt x="2404" y="0"/>
                  </a:cubicBezTo>
                  <a:close/>
                </a:path>
              </a:pathLst>
            </a:custGeom>
            <a:solidFill>
              <a:srgbClr val="F25F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39"/>
            <p:cNvSpPr/>
            <p:nvPr/>
          </p:nvSpPr>
          <p:spPr>
            <a:xfrm>
              <a:off x="-386753" y="2205740"/>
              <a:ext cx="304258" cy="389424"/>
            </a:xfrm>
            <a:custGeom>
              <a:avLst/>
              <a:gdLst/>
              <a:ahLst/>
              <a:cxnLst/>
              <a:rect l="l" t="t" r="r" b="b"/>
              <a:pathLst>
                <a:path w="1779" h="2277" extrusionOk="0">
                  <a:moveTo>
                    <a:pt x="604" y="1"/>
                  </a:moveTo>
                  <a:cubicBezTo>
                    <a:pt x="391" y="12"/>
                    <a:pt x="200" y="143"/>
                    <a:pt x="117" y="345"/>
                  </a:cubicBezTo>
                  <a:lnTo>
                    <a:pt x="1" y="678"/>
                  </a:lnTo>
                  <a:cubicBezTo>
                    <a:pt x="189" y="1269"/>
                    <a:pt x="840" y="2254"/>
                    <a:pt x="1423" y="2277"/>
                  </a:cubicBezTo>
                  <a:cubicBezTo>
                    <a:pt x="1637" y="2277"/>
                    <a:pt x="1694" y="1790"/>
                    <a:pt x="1779" y="1648"/>
                  </a:cubicBezTo>
                  <a:cubicBezTo>
                    <a:pt x="1587" y="1544"/>
                    <a:pt x="1448" y="1527"/>
                    <a:pt x="1378" y="1527"/>
                  </a:cubicBezTo>
                  <a:cubicBezTo>
                    <a:pt x="1344" y="1527"/>
                    <a:pt x="1327" y="1531"/>
                    <a:pt x="1327" y="1531"/>
                  </a:cubicBezTo>
                  <a:lnTo>
                    <a:pt x="1150" y="439"/>
                  </a:lnTo>
                  <a:cubicBezTo>
                    <a:pt x="1102" y="180"/>
                    <a:pt x="877" y="1"/>
                    <a:pt x="604" y="1"/>
                  </a:cubicBezTo>
                  <a:close/>
                </a:path>
              </a:pathLst>
            </a:custGeom>
            <a:solidFill>
              <a:srgbClr val="0303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39"/>
            <p:cNvSpPr/>
            <p:nvPr/>
          </p:nvSpPr>
          <p:spPr>
            <a:xfrm>
              <a:off x="-469873" y="1748414"/>
              <a:ext cx="740207" cy="764653"/>
            </a:xfrm>
            <a:custGeom>
              <a:avLst/>
              <a:gdLst/>
              <a:ahLst/>
              <a:cxnLst/>
              <a:rect l="l" t="t" r="r" b="b"/>
              <a:pathLst>
                <a:path w="4328" h="4471" extrusionOk="0">
                  <a:moveTo>
                    <a:pt x="2146" y="0"/>
                  </a:moveTo>
                  <a:cubicBezTo>
                    <a:pt x="1622" y="0"/>
                    <a:pt x="1058" y="220"/>
                    <a:pt x="592" y="874"/>
                  </a:cubicBezTo>
                  <a:cubicBezTo>
                    <a:pt x="330" y="1252"/>
                    <a:pt x="154" y="2274"/>
                    <a:pt x="154" y="2274"/>
                  </a:cubicBezTo>
                  <a:cubicBezTo>
                    <a:pt x="0" y="3090"/>
                    <a:pt x="1113" y="4310"/>
                    <a:pt x="1921" y="4464"/>
                  </a:cubicBezTo>
                  <a:cubicBezTo>
                    <a:pt x="1947" y="4468"/>
                    <a:pt x="1978" y="4471"/>
                    <a:pt x="2013" y="4471"/>
                  </a:cubicBezTo>
                  <a:cubicBezTo>
                    <a:pt x="2458" y="4471"/>
                    <a:pt x="3571" y="4094"/>
                    <a:pt x="3758" y="2686"/>
                  </a:cubicBezTo>
                  <a:cubicBezTo>
                    <a:pt x="3758" y="2686"/>
                    <a:pt x="4327" y="1383"/>
                    <a:pt x="3650" y="623"/>
                  </a:cubicBezTo>
                  <a:cubicBezTo>
                    <a:pt x="3405" y="353"/>
                    <a:pt x="2809" y="0"/>
                    <a:pt x="2146" y="0"/>
                  </a:cubicBezTo>
                  <a:close/>
                </a:path>
              </a:pathLst>
            </a:custGeom>
            <a:solidFill>
              <a:srgbClr val="FF8F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39"/>
            <p:cNvSpPr/>
            <p:nvPr/>
          </p:nvSpPr>
          <p:spPr>
            <a:xfrm>
              <a:off x="-336128" y="1768082"/>
              <a:ext cx="547630" cy="744985"/>
            </a:xfrm>
            <a:custGeom>
              <a:avLst/>
              <a:gdLst/>
              <a:ahLst/>
              <a:cxnLst/>
              <a:rect l="l" t="t" r="r" b="b"/>
              <a:pathLst>
                <a:path w="3202" h="4356" extrusionOk="0">
                  <a:moveTo>
                    <a:pt x="1342" y="0"/>
                  </a:moveTo>
                  <a:cubicBezTo>
                    <a:pt x="1237" y="0"/>
                    <a:pt x="1145" y="3"/>
                    <a:pt x="1090" y="11"/>
                  </a:cubicBezTo>
                  <a:cubicBezTo>
                    <a:pt x="783" y="48"/>
                    <a:pt x="675" y="995"/>
                    <a:pt x="487" y="1257"/>
                  </a:cubicBezTo>
                  <a:cubicBezTo>
                    <a:pt x="390" y="1376"/>
                    <a:pt x="297" y="1530"/>
                    <a:pt x="248" y="1695"/>
                  </a:cubicBezTo>
                  <a:cubicBezTo>
                    <a:pt x="214" y="1826"/>
                    <a:pt x="1" y="2904"/>
                    <a:pt x="510" y="3757"/>
                  </a:cubicBezTo>
                  <a:cubicBezTo>
                    <a:pt x="664" y="4008"/>
                    <a:pt x="829" y="4207"/>
                    <a:pt x="1079" y="4338"/>
                  </a:cubicBezTo>
                  <a:cubicBezTo>
                    <a:pt x="1102" y="4338"/>
                    <a:pt x="1113" y="4349"/>
                    <a:pt x="1139" y="4349"/>
                  </a:cubicBezTo>
                  <a:cubicBezTo>
                    <a:pt x="1165" y="4353"/>
                    <a:pt x="1196" y="4356"/>
                    <a:pt x="1231" y="4356"/>
                  </a:cubicBezTo>
                  <a:cubicBezTo>
                    <a:pt x="1676" y="4356"/>
                    <a:pt x="2789" y="3979"/>
                    <a:pt x="2976" y="2571"/>
                  </a:cubicBezTo>
                  <a:cubicBezTo>
                    <a:pt x="2976" y="2571"/>
                    <a:pt x="3201" y="2050"/>
                    <a:pt x="3201" y="1481"/>
                  </a:cubicBezTo>
                  <a:cubicBezTo>
                    <a:pt x="3164" y="1433"/>
                    <a:pt x="3130" y="1376"/>
                    <a:pt x="3104" y="1328"/>
                  </a:cubicBezTo>
                  <a:cubicBezTo>
                    <a:pt x="3011" y="1174"/>
                    <a:pt x="2086" y="11"/>
                    <a:pt x="1921" y="11"/>
                  </a:cubicBezTo>
                  <a:cubicBezTo>
                    <a:pt x="1809" y="11"/>
                    <a:pt x="1551" y="0"/>
                    <a:pt x="1342" y="0"/>
                  </a:cubicBezTo>
                  <a:close/>
                </a:path>
              </a:pathLst>
            </a:custGeom>
            <a:solidFill>
              <a:srgbClr val="FFA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39"/>
            <p:cNvSpPr/>
            <p:nvPr/>
          </p:nvSpPr>
          <p:spPr>
            <a:xfrm>
              <a:off x="-537087" y="1972288"/>
              <a:ext cx="156319" cy="223359"/>
            </a:xfrm>
            <a:custGeom>
              <a:avLst/>
              <a:gdLst/>
              <a:ahLst/>
              <a:cxnLst/>
              <a:rect l="l" t="t" r="r" b="b"/>
              <a:pathLst>
                <a:path w="914" h="1306" extrusionOk="0">
                  <a:moveTo>
                    <a:pt x="538" y="1"/>
                  </a:moveTo>
                  <a:cubicBezTo>
                    <a:pt x="293" y="1"/>
                    <a:pt x="105" y="110"/>
                    <a:pt x="49" y="538"/>
                  </a:cubicBezTo>
                  <a:cubicBezTo>
                    <a:pt x="1" y="893"/>
                    <a:pt x="274" y="1235"/>
                    <a:pt x="689" y="1306"/>
                  </a:cubicBezTo>
                  <a:lnTo>
                    <a:pt x="914" y="51"/>
                  </a:lnTo>
                  <a:cubicBezTo>
                    <a:pt x="781" y="25"/>
                    <a:pt x="653" y="1"/>
                    <a:pt x="538" y="1"/>
                  </a:cubicBezTo>
                  <a:close/>
                </a:path>
              </a:pathLst>
            </a:custGeom>
            <a:solidFill>
              <a:srgbClr val="FF92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39"/>
            <p:cNvSpPr/>
            <p:nvPr/>
          </p:nvSpPr>
          <p:spPr>
            <a:xfrm>
              <a:off x="-480134" y="2030780"/>
              <a:ext cx="52676" cy="100221"/>
            </a:xfrm>
            <a:custGeom>
              <a:avLst/>
              <a:gdLst/>
              <a:ahLst/>
              <a:cxnLst/>
              <a:rect l="l" t="t" r="r" b="b"/>
              <a:pathLst>
                <a:path w="308" h="586" extrusionOk="0">
                  <a:moveTo>
                    <a:pt x="135" y="0"/>
                  </a:moveTo>
                  <a:cubicBezTo>
                    <a:pt x="121" y="0"/>
                    <a:pt x="107" y="5"/>
                    <a:pt x="94" y="17"/>
                  </a:cubicBezTo>
                  <a:cubicBezTo>
                    <a:pt x="49" y="76"/>
                    <a:pt x="1" y="159"/>
                    <a:pt x="23" y="278"/>
                  </a:cubicBezTo>
                  <a:cubicBezTo>
                    <a:pt x="56" y="422"/>
                    <a:pt x="131" y="585"/>
                    <a:pt x="197" y="585"/>
                  </a:cubicBezTo>
                  <a:cubicBezTo>
                    <a:pt x="207" y="585"/>
                    <a:pt x="216" y="582"/>
                    <a:pt x="225" y="574"/>
                  </a:cubicBezTo>
                  <a:cubicBezTo>
                    <a:pt x="308" y="514"/>
                    <a:pt x="237" y="526"/>
                    <a:pt x="177" y="301"/>
                  </a:cubicBezTo>
                  <a:cubicBezTo>
                    <a:pt x="154" y="207"/>
                    <a:pt x="166" y="125"/>
                    <a:pt x="177" y="54"/>
                  </a:cubicBezTo>
                  <a:cubicBezTo>
                    <a:pt x="187" y="21"/>
                    <a:pt x="163" y="0"/>
                    <a:pt x="135" y="0"/>
                  </a:cubicBezTo>
                  <a:close/>
                </a:path>
              </a:pathLst>
            </a:custGeom>
            <a:solidFill>
              <a:srgbClr val="F57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39"/>
            <p:cNvSpPr/>
            <p:nvPr/>
          </p:nvSpPr>
          <p:spPr>
            <a:xfrm>
              <a:off x="61001" y="2163497"/>
              <a:ext cx="48743" cy="61056"/>
            </a:xfrm>
            <a:custGeom>
              <a:avLst/>
              <a:gdLst/>
              <a:ahLst/>
              <a:cxnLst/>
              <a:rect l="l" t="t" r="r" b="b"/>
              <a:pathLst>
                <a:path w="285" h="357" extrusionOk="0">
                  <a:moveTo>
                    <a:pt x="108" y="0"/>
                  </a:moveTo>
                  <a:cubicBezTo>
                    <a:pt x="60" y="23"/>
                    <a:pt x="26" y="83"/>
                    <a:pt x="14" y="154"/>
                  </a:cubicBezTo>
                  <a:cubicBezTo>
                    <a:pt x="0" y="259"/>
                    <a:pt x="48" y="344"/>
                    <a:pt x="120" y="356"/>
                  </a:cubicBezTo>
                  <a:cubicBezTo>
                    <a:pt x="125" y="357"/>
                    <a:pt x="131" y="357"/>
                    <a:pt x="137" y="357"/>
                  </a:cubicBezTo>
                  <a:cubicBezTo>
                    <a:pt x="212" y="357"/>
                    <a:pt x="274" y="288"/>
                    <a:pt x="285" y="188"/>
                  </a:cubicBezTo>
                  <a:lnTo>
                    <a:pt x="285" y="154"/>
                  </a:lnTo>
                  <a:cubicBezTo>
                    <a:pt x="273" y="154"/>
                    <a:pt x="273" y="142"/>
                    <a:pt x="262" y="131"/>
                  </a:cubicBezTo>
                  <a:cubicBezTo>
                    <a:pt x="213" y="83"/>
                    <a:pt x="168" y="46"/>
                    <a:pt x="108" y="0"/>
                  </a:cubicBez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39"/>
            <p:cNvSpPr/>
            <p:nvPr/>
          </p:nvSpPr>
          <p:spPr>
            <a:xfrm>
              <a:off x="-165783" y="2137158"/>
              <a:ext cx="48743" cy="56780"/>
            </a:xfrm>
            <a:custGeom>
              <a:avLst/>
              <a:gdLst/>
              <a:ahLst/>
              <a:cxnLst/>
              <a:rect l="l" t="t" r="r" b="b"/>
              <a:pathLst>
                <a:path w="285" h="332" extrusionOk="0">
                  <a:moveTo>
                    <a:pt x="237" y="1"/>
                  </a:moveTo>
                  <a:cubicBezTo>
                    <a:pt x="165" y="35"/>
                    <a:pt x="83" y="72"/>
                    <a:pt x="12" y="106"/>
                  </a:cubicBezTo>
                  <a:lnTo>
                    <a:pt x="12" y="129"/>
                  </a:lnTo>
                  <a:cubicBezTo>
                    <a:pt x="0" y="237"/>
                    <a:pt x="46" y="331"/>
                    <a:pt x="117" y="331"/>
                  </a:cubicBezTo>
                  <a:cubicBezTo>
                    <a:pt x="122" y="331"/>
                    <a:pt x="127" y="332"/>
                    <a:pt x="132" y="332"/>
                  </a:cubicBezTo>
                  <a:cubicBezTo>
                    <a:pt x="198" y="332"/>
                    <a:pt x="260" y="263"/>
                    <a:pt x="274" y="166"/>
                  </a:cubicBezTo>
                  <a:cubicBezTo>
                    <a:pt x="285" y="106"/>
                    <a:pt x="274" y="46"/>
                    <a:pt x="237" y="1"/>
                  </a:cubicBez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39"/>
            <p:cNvSpPr/>
            <p:nvPr/>
          </p:nvSpPr>
          <p:spPr>
            <a:xfrm>
              <a:off x="-271308" y="2210187"/>
              <a:ext cx="22405" cy="20010"/>
            </a:xfrm>
            <a:custGeom>
              <a:avLst/>
              <a:gdLst/>
              <a:ahLst/>
              <a:cxnLst/>
              <a:rect l="l" t="t" r="r" b="b"/>
              <a:pathLst>
                <a:path w="131" h="117" extrusionOk="0">
                  <a:moveTo>
                    <a:pt x="71" y="0"/>
                  </a:moveTo>
                  <a:cubicBezTo>
                    <a:pt x="37" y="0"/>
                    <a:pt x="11" y="12"/>
                    <a:pt x="0" y="46"/>
                  </a:cubicBezTo>
                  <a:cubicBezTo>
                    <a:pt x="0" y="83"/>
                    <a:pt x="23" y="117"/>
                    <a:pt x="60" y="117"/>
                  </a:cubicBezTo>
                  <a:cubicBezTo>
                    <a:pt x="94" y="117"/>
                    <a:pt x="120" y="94"/>
                    <a:pt x="131" y="71"/>
                  </a:cubicBezTo>
                  <a:cubicBezTo>
                    <a:pt x="131" y="34"/>
                    <a:pt x="108" y="0"/>
                    <a:pt x="71" y="0"/>
                  </a:cubicBezTo>
                  <a:close/>
                </a:path>
              </a:pathLst>
            </a:custGeom>
            <a:solidFill>
              <a:srgbClr val="F57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39"/>
            <p:cNvSpPr/>
            <p:nvPr/>
          </p:nvSpPr>
          <p:spPr>
            <a:xfrm>
              <a:off x="-218802" y="2250549"/>
              <a:ext cx="10433" cy="8380"/>
            </a:xfrm>
            <a:custGeom>
              <a:avLst/>
              <a:gdLst/>
              <a:ahLst/>
              <a:cxnLst/>
              <a:rect l="l" t="t" r="r" b="b"/>
              <a:pathLst>
                <a:path w="61" h="49" extrusionOk="0">
                  <a:moveTo>
                    <a:pt x="37" y="0"/>
                  </a:moveTo>
                  <a:cubicBezTo>
                    <a:pt x="26" y="0"/>
                    <a:pt x="15" y="0"/>
                    <a:pt x="15" y="23"/>
                  </a:cubicBezTo>
                  <a:cubicBezTo>
                    <a:pt x="0" y="35"/>
                    <a:pt x="15" y="49"/>
                    <a:pt x="26" y="49"/>
                  </a:cubicBezTo>
                  <a:cubicBezTo>
                    <a:pt x="49" y="49"/>
                    <a:pt x="60" y="35"/>
                    <a:pt x="60" y="23"/>
                  </a:cubicBezTo>
                  <a:cubicBezTo>
                    <a:pt x="60" y="12"/>
                    <a:pt x="49" y="0"/>
                    <a:pt x="37" y="0"/>
                  </a:cubicBezTo>
                  <a:close/>
                </a:path>
              </a:pathLst>
            </a:custGeom>
            <a:solidFill>
              <a:srgbClr val="F57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39"/>
            <p:cNvSpPr/>
            <p:nvPr/>
          </p:nvSpPr>
          <p:spPr>
            <a:xfrm>
              <a:off x="-285504" y="2264574"/>
              <a:ext cx="18129" cy="18642"/>
            </a:xfrm>
            <a:custGeom>
              <a:avLst/>
              <a:gdLst/>
              <a:ahLst/>
              <a:cxnLst/>
              <a:rect l="l" t="t" r="r" b="b"/>
              <a:pathLst>
                <a:path w="106" h="109" extrusionOk="0">
                  <a:moveTo>
                    <a:pt x="60" y="1"/>
                  </a:moveTo>
                  <a:cubicBezTo>
                    <a:pt x="35" y="1"/>
                    <a:pt x="1" y="24"/>
                    <a:pt x="1" y="49"/>
                  </a:cubicBezTo>
                  <a:cubicBezTo>
                    <a:pt x="1" y="72"/>
                    <a:pt x="23" y="109"/>
                    <a:pt x="49" y="109"/>
                  </a:cubicBezTo>
                  <a:cubicBezTo>
                    <a:pt x="72" y="109"/>
                    <a:pt x="106" y="95"/>
                    <a:pt x="106" y="61"/>
                  </a:cubicBezTo>
                  <a:cubicBezTo>
                    <a:pt x="106" y="38"/>
                    <a:pt x="94" y="1"/>
                    <a:pt x="60" y="1"/>
                  </a:cubicBezTo>
                  <a:close/>
                </a:path>
              </a:pathLst>
            </a:custGeom>
            <a:solidFill>
              <a:srgbClr val="F57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39"/>
            <p:cNvSpPr/>
            <p:nvPr/>
          </p:nvSpPr>
          <p:spPr>
            <a:xfrm>
              <a:off x="-320051" y="2222330"/>
              <a:ext cx="10433" cy="9919"/>
            </a:xfrm>
            <a:custGeom>
              <a:avLst/>
              <a:gdLst/>
              <a:ahLst/>
              <a:cxnLst/>
              <a:rect l="l" t="t" r="r" b="b"/>
              <a:pathLst>
                <a:path w="61" h="58" extrusionOk="0">
                  <a:moveTo>
                    <a:pt x="38" y="0"/>
                  </a:moveTo>
                  <a:cubicBezTo>
                    <a:pt x="23" y="0"/>
                    <a:pt x="12" y="0"/>
                    <a:pt x="1" y="23"/>
                  </a:cubicBezTo>
                  <a:cubicBezTo>
                    <a:pt x="1" y="34"/>
                    <a:pt x="12" y="46"/>
                    <a:pt x="38" y="57"/>
                  </a:cubicBezTo>
                  <a:cubicBezTo>
                    <a:pt x="49" y="57"/>
                    <a:pt x="60" y="46"/>
                    <a:pt x="60" y="23"/>
                  </a:cubicBezTo>
                  <a:cubicBezTo>
                    <a:pt x="60" y="12"/>
                    <a:pt x="60" y="0"/>
                    <a:pt x="38" y="0"/>
                  </a:cubicBezTo>
                  <a:close/>
                </a:path>
              </a:pathLst>
            </a:custGeom>
            <a:solidFill>
              <a:srgbClr val="F57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39"/>
            <p:cNvSpPr/>
            <p:nvPr/>
          </p:nvSpPr>
          <p:spPr>
            <a:xfrm>
              <a:off x="-232998" y="2298608"/>
              <a:ext cx="16761" cy="14879"/>
            </a:xfrm>
            <a:custGeom>
              <a:avLst/>
              <a:gdLst/>
              <a:ahLst/>
              <a:cxnLst/>
              <a:rect l="l" t="t" r="r" b="b"/>
              <a:pathLst>
                <a:path w="98" h="87" extrusionOk="0">
                  <a:moveTo>
                    <a:pt x="37" y="1"/>
                  </a:moveTo>
                  <a:cubicBezTo>
                    <a:pt x="18" y="1"/>
                    <a:pt x="1" y="19"/>
                    <a:pt x="1" y="38"/>
                  </a:cubicBezTo>
                  <a:cubicBezTo>
                    <a:pt x="1" y="64"/>
                    <a:pt x="12" y="86"/>
                    <a:pt x="38" y="86"/>
                  </a:cubicBezTo>
                  <a:cubicBezTo>
                    <a:pt x="61" y="86"/>
                    <a:pt x="83" y="75"/>
                    <a:pt x="83" y="52"/>
                  </a:cubicBezTo>
                  <a:cubicBezTo>
                    <a:pt x="98" y="27"/>
                    <a:pt x="72" y="4"/>
                    <a:pt x="49" y="4"/>
                  </a:cubicBezTo>
                  <a:cubicBezTo>
                    <a:pt x="45" y="2"/>
                    <a:pt x="41" y="1"/>
                    <a:pt x="37" y="1"/>
                  </a:cubicBezTo>
                  <a:close/>
                </a:path>
              </a:pathLst>
            </a:custGeom>
            <a:solidFill>
              <a:srgbClr val="F57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39"/>
            <p:cNvSpPr/>
            <p:nvPr/>
          </p:nvSpPr>
          <p:spPr>
            <a:xfrm>
              <a:off x="-167665" y="2232079"/>
              <a:ext cx="14195" cy="14708"/>
            </a:xfrm>
            <a:custGeom>
              <a:avLst/>
              <a:gdLst/>
              <a:ahLst/>
              <a:cxnLst/>
              <a:rect l="l" t="t" r="r" b="b"/>
              <a:pathLst>
                <a:path w="83" h="86" extrusionOk="0">
                  <a:moveTo>
                    <a:pt x="46" y="0"/>
                  </a:moveTo>
                  <a:cubicBezTo>
                    <a:pt x="34" y="0"/>
                    <a:pt x="11" y="14"/>
                    <a:pt x="11" y="37"/>
                  </a:cubicBezTo>
                  <a:cubicBezTo>
                    <a:pt x="0" y="60"/>
                    <a:pt x="23" y="86"/>
                    <a:pt x="46" y="86"/>
                  </a:cubicBezTo>
                  <a:cubicBezTo>
                    <a:pt x="57" y="86"/>
                    <a:pt x="83" y="71"/>
                    <a:pt x="83" y="49"/>
                  </a:cubicBezTo>
                  <a:cubicBezTo>
                    <a:pt x="83" y="26"/>
                    <a:pt x="71" y="14"/>
                    <a:pt x="46" y="0"/>
                  </a:cubicBezTo>
                  <a:close/>
                </a:path>
              </a:pathLst>
            </a:custGeom>
            <a:solidFill>
              <a:srgbClr val="F57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39"/>
            <p:cNvSpPr/>
            <p:nvPr/>
          </p:nvSpPr>
          <p:spPr>
            <a:xfrm>
              <a:off x="-173993" y="2274493"/>
              <a:ext cx="26338" cy="23430"/>
            </a:xfrm>
            <a:custGeom>
              <a:avLst/>
              <a:gdLst/>
              <a:ahLst/>
              <a:cxnLst/>
              <a:rect l="l" t="t" r="r" b="b"/>
              <a:pathLst>
                <a:path w="154" h="137" extrusionOk="0">
                  <a:moveTo>
                    <a:pt x="69" y="0"/>
                  </a:moveTo>
                  <a:cubicBezTo>
                    <a:pt x="39" y="0"/>
                    <a:pt x="11" y="30"/>
                    <a:pt x="11" y="62"/>
                  </a:cubicBezTo>
                  <a:cubicBezTo>
                    <a:pt x="0" y="96"/>
                    <a:pt x="37" y="133"/>
                    <a:pt x="71" y="133"/>
                  </a:cubicBezTo>
                  <a:cubicBezTo>
                    <a:pt x="77" y="135"/>
                    <a:pt x="84" y="136"/>
                    <a:pt x="90" y="136"/>
                  </a:cubicBezTo>
                  <a:cubicBezTo>
                    <a:pt x="119" y="136"/>
                    <a:pt x="142" y="114"/>
                    <a:pt x="142" y="74"/>
                  </a:cubicBezTo>
                  <a:cubicBezTo>
                    <a:pt x="154" y="37"/>
                    <a:pt x="120" y="3"/>
                    <a:pt x="83" y="3"/>
                  </a:cubicBezTo>
                  <a:cubicBezTo>
                    <a:pt x="78" y="1"/>
                    <a:pt x="73" y="0"/>
                    <a:pt x="69" y="0"/>
                  </a:cubicBezTo>
                  <a:close/>
                </a:path>
              </a:pathLst>
            </a:custGeom>
            <a:solidFill>
              <a:srgbClr val="F57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39"/>
            <p:cNvSpPr/>
            <p:nvPr/>
          </p:nvSpPr>
          <p:spPr>
            <a:xfrm>
              <a:off x="61001" y="2260811"/>
              <a:ext cx="20523" cy="18129"/>
            </a:xfrm>
            <a:custGeom>
              <a:avLst/>
              <a:gdLst/>
              <a:ahLst/>
              <a:cxnLst/>
              <a:rect l="l" t="t" r="r" b="b"/>
              <a:pathLst>
                <a:path w="120" h="106" extrusionOk="0">
                  <a:moveTo>
                    <a:pt x="71" y="0"/>
                  </a:moveTo>
                  <a:cubicBezTo>
                    <a:pt x="37" y="0"/>
                    <a:pt x="14" y="11"/>
                    <a:pt x="14" y="46"/>
                  </a:cubicBezTo>
                  <a:cubicBezTo>
                    <a:pt x="0" y="71"/>
                    <a:pt x="26" y="94"/>
                    <a:pt x="48" y="105"/>
                  </a:cubicBezTo>
                  <a:cubicBezTo>
                    <a:pt x="85" y="105"/>
                    <a:pt x="108" y="83"/>
                    <a:pt x="108" y="60"/>
                  </a:cubicBezTo>
                  <a:cubicBezTo>
                    <a:pt x="120" y="23"/>
                    <a:pt x="97" y="0"/>
                    <a:pt x="71" y="0"/>
                  </a:cubicBezTo>
                  <a:close/>
                </a:path>
              </a:pathLst>
            </a:custGeom>
            <a:solidFill>
              <a:srgbClr val="F57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39"/>
            <p:cNvSpPr/>
            <p:nvPr/>
          </p:nvSpPr>
          <p:spPr>
            <a:xfrm>
              <a:off x="79472" y="2321526"/>
              <a:ext cx="26338" cy="26509"/>
            </a:xfrm>
            <a:custGeom>
              <a:avLst/>
              <a:gdLst/>
              <a:ahLst/>
              <a:cxnLst/>
              <a:rect l="l" t="t" r="r" b="b"/>
              <a:pathLst>
                <a:path w="154" h="155" extrusionOk="0">
                  <a:moveTo>
                    <a:pt x="83" y="1"/>
                  </a:moveTo>
                  <a:cubicBezTo>
                    <a:pt x="49" y="1"/>
                    <a:pt x="12" y="23"/>
                    <a:pt x="0" y="72"/>
                  </a:cubicBezTo>
                  <a:cubicBezTo>
                    <a:pt x="0" y="106"/>
                    <a:pt x="23" y="143"/>
                    <a:pt x="71" y="154"/>
                  </a:cubicBezTo>
                  <a:cubicBezTo>
                    <a:pt x="105" y="154"/>
                    <a:pt x="142" y="132"/>
                    <a:pt x="142" y="83"/>
                  </a:cubicBezTo>
                  <a:cubicBezTo>
                    <a:pt x="154" y="46"/>
                    <a:pt x="131" y="12"/>
                    <a:pt x="83" y="1"/>
                  </a:cubicBezTo>
                  <a:close/>
                </a:path>
              </a:pathLst>
            </a:custGeom>
            <a:solidFill>
              <a:srgbClr val="F57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39"/>
            <p:cNvSpPr/>
            <p:nvPr/>
          </p:nvSpPr>
          <p:spPr>
            <a:xfrm>
              <a:off x="115901" y="2283045"/>
              <a:ext cx="16248" cy="16247"/>
            </a:xfrm>
            <a:custGeom>
              <a:avLst/>
              <a:gdLst/>
              <a:ahLst/>
              <a:cxnLst/>
              <a:rect l="l" t="t" r="r" b="b"/>
              <a:pathLst>
                <a:path w="95" h="95" extrusionOk="0">
                  <a:moveTo>
                    <a:pt x="49" y="1"/>
                  </a:moveTo>
                  <a:cubicBezTo>
                    <a:pt x="23" y="1"/>
                    <a:pt x="12" y="24"/>
                    <a:pt x="1" y="46"/>
                  </a:cubicBezTo>
                  <a:cubicBezTo>
                    <a:pt x="1" y="72"/>
                    <a:pt x="12" y="83"/>
                    <a:pt x="35" y="95"/>
                  </a:cubicBezTo>
                  <a:cubicBezTo>
                    <a:pt x="60" y="95"/>
                    <a:pt x="83" y="72"/>
                    <a:pt x="83" y="46"/>
                  </a:cubicBezTo>
                  <a:cubicBezTo>
                    <a:pt x="94" y="35"/>
                    <a:pt x="72" y="12"/>
                    <a:pt x="49" y="1"/>
                  </a:cubicBezTo>
                  <a:close/>
                </a:path>
              </a:pathLst>
            </a:custGeom>
            <a:solidFill>
              <a:srgbClr val="F57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39"/>
            <p:cNvSpPr/>
            <p:nvPr/>
          </p:nvSpPr>
          <p:spPr>
            <a:xfrm>
              <a:off x="-437719" y="1803656"/>
              <a:ext cx="160595" cy="288861"/>
            </a:xfrm>
            <a:custGeom>
              <a:avLst/>
              <a:gdLst/>
              <a:ahLst/>
              <a:cxnLst/>
              <a:rect l="l" t="t" r="r" b="b"/>
              <a:pathLst>
                <a:path w="939" h="1689" extrusionOk="0">
                  <a:moveTo>
                    <a:pt x="727" y="1"/>
                  </a:moveTo>
                  <a:cubicBezTo>
                    <a:pt x="508" y="1"/>
                    <a:pt x="174" y="127"/>
                    <a:pt x="0" y="824"/>
                  </a:cubicBezTo>
                  <a:cubicBezTo>
                    <a:pt x="0" y="824"/>
                    <a:pt x="299" y="1251"/>
                    <a:pt x="250" y="1510"/>
                  </a:cubicBezTo>
                  <a:lnTo>
                    <a:pt x="427" y="1689"/>
                  </a:lnTo>
                  <a:cubicBezTo>
                    <a:pt x="427" y="1689"/>
                    <a:pt x="381" y="289"/>
                    <a:pt x="939" y="42"/>
                  </a:cubicBezTo>
                  <a:cubicBezTo>
                    <a:pt x="939" y="42"/>
                    <a:pt x="852" y="1"/>
                    <a:pt x="727" y="1"/>
                  </a:cubicBezTo>
                  <a:close/>
                </a:path>
              </a:pathLst>
            </a:custGeom>
            <a:solidFill>
              <a:srgbClr val="F25F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39"/>
            <p:cNvSpPr/>
            <p:nvPr/>
          </p:nvSpPr>
          <p:spPr>
            <a:xfrm>
              <a:off x="-48458" y="1574992"/>
              <a:ext cx="357276" cy="454755"/>
            </a:xfrm>
            <a:custGeom>
              <a:avLst/>
              <a:gdLst/>
              <a:ahLst/>
              <a:cxnLst/>
              <a:rect l="l" t="t" r="r" b="b"/>
              <a:pathLst>
                <a:path w="2089" h="2659" extrusionOk="0">
                  <a:moveTo>
                    <a:pt x="518" y="1"/>
                  </a:moveTo>
                  <a:cubicBezTo>
                    <a:pt x="226" y="1"/>
                    <a:pt x="0" y="312"/>
                    <a:pt x="0" y="312"/>
                  </a:cubicBezTo>
                  <a:cubicBezTo>
                    <a:pt x="1849" y="738"/>
                    <a:pt x="1602" y="2659"/>
                    <a:pt x="1602" y="2659"/>
                  </a:cubicBezTo>
                  <a:cubicBezTo>
                    <a:pt x="1602" y="2659"/>
                    <a:pt x="1838" y="2610"/>
                    <a:pt x="1957" y="2266"/>
                  </a:cubicBezTo>
                  <a:cubicBezTo>
                    <a:pt x="2088" y="1922"/>
                    <a:pt x="1650" y="1805"/>
                    <a:pt x="1755" y="1438"/>
                  </a:cubicBezTo>
                  <a:cubicBezTo>
                    <a:pt x="1875" y="1068"/>
                    <a:pt x="1792" y="667"/>
                    <a:pt x="1269" y="477"/>
                  </a:cubicBezTo>
                  <a:cubicBezTo>
                    <a:pt x="748" y="286"/>
                    <a:pt x="973" y="110"/>
                    <a:pt x="629" y="16"/>
                  </a:cubicBezTo>
                  <a:cubicBezTo>
                    <a:pt x="591" y="5"/>
                    <a:pt x="554" y="1"/>
                    <a:pt x="518" y="1"/>
                  </a:cubicBezTo>
                  <a:close/>
                </a:path>
              </a:pathLst>
            </a:custGeom>
            <a:solidFill>
              <a:srgbClr val="F25F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39"/>
            <p:cNvSpPr/>
            <p:nvPr/>
          </p:nvSpPr>
          <p:spPr>
            <a:xfrm>
              <a:off x="-410697" y="1692659"/>
              <a:ext cx="684965" cy="388569"/>
            </a:xfrm>
            <a:custGeom>
              <a:avLst/>
              <a:gdLst/>
              <a:ahLst/>
              <a:cxnLst/>
              <a:rect l="l" t="t" r="r" b="b"/>
              <a:pathLst>
                <a:path w="4005" h="2272" extrusionOk="0">
                  <a:moveTo>
                    <a:pt x="2673" y="0"/>
                  </a:moveTo>
                  <a:cubicBezTo>
                    <a:pt x="2613" y="0"/>
                    <a:pt x="2558" y="19"/>
                    <a:pt x="2511" y="62"/>
                  </a:cubicBezTo>
                  <a:cubicBezTo>
                    <a:pt x="2374" y="49"/>
                    <a:pt x="2245" y="43"/>
                    <a:pt x="2123" y="43"/>
                  </a:cubicBezTo>
                  <a:cubicBezTo>
                    <a:pt x="1" y="43"/>
                    <a:pt x="141" y="1888"/>
                    <a:pt x="141" y="1888"/>
                  </a:cubicBezTo>
                  <a:cubicBezTo>
                    <a:pt x="141" y="1888"/>
                    <a:pt x="407" y="2073"/>
                    <a:pt x="663" y="2073"/>
                  </a:cubicBezTo>
                  <a:cubicBezTo>
                    <a:pt x="884" y="2073"/>
                    <a:pt x="1096" y="1936"/>
                    <a:pt x="1122" y="1425"/>
                  </a:cubicBezTo>
                  <a:cubicBezTo>
                    <a:pt x="1135" y="1272"/>
                    <a:pt x="1180" y="1228"/>
                    <a:pt x="1253" y="1228"/>
                  </a:cubicBezTo>
                  <a:cubicBezTo>
                    <a:pt x="1348" y="1228"/>
                    <a:pt x="1491" y="1303"/>
                    <a:pt x="1670" y="1303"/>
                  </a:cubicBezTo>
                  <a:cubicBezTo>
                    <a:pt x="1756" y="1303"/>
                    <a:pt x="1851" y="1285"/>
                    <a:pt x="1953" y="1234"/>
                  </a:cubicBezTo>
                  <a:cubicBezTo>
                    <a:pt x="2309" y="1058"/>
                    <a:pt x="2320" y="736"/>
                    <a:pt x="2391" y="548"/>
                  </a:cubicBezTo>
                  <a:lnTo>
                    <a:pt x="2391" y="548"/>
                  </a:lnTo>
                  <a:cubicBezTo>
                    <a:pt x="2357" y="844"/>
                    <a:pt x="2380" y="1177"/>
                    <a:pt x="2664" y="1234"/>
                  </a:cubicBezTo>
                  <a:cubicBezTo>
                    <a:pt x="3173" y="1353"/>
                    <a:pt x="3375" y="1211"/>
                    <a:pt x="3233" y="1567"/>
                  </a:cubicBezTo>
                  <a:cubicBezTo>
                    <a:pt x="3103" y="1859"/>
                    <a:pt x="3570" y="2271"/>
                    <a:pt x="3867" y="2271"/>
                  </a:cubicBezTo>
                  <a:cubicBezTo>
                    <a:pt x="3919" y="2271"/>
                    <a:pt x="3967" y="2258"/>
                    <a:pt x="4004" y="2230"/>
                  </a:cubicBezTo>
                  <a:cubicBezTo>
                    <a:pt x="4004" y="2230"/>
                    <a:pt x="3683" y="1661"/>
                    <a:pt x="3802" y="1365"/>
                  </a:cubicBezTo>
                  <a:cubicBezTo>
                    <a:pt x="3898" y="1103"/>
                    <a:pt x="3131" y="0"/>
                    <a:pt x="2673" y="0"/>
                  </a:cubicBezTo>
                  <a:close/>
                </a:path>
              </a:pathLst>
            </a:custGeom>
            <a:solidFill>
              <a:srgbClr val="F25F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39"/>
            <p:cNvSpPr/>
            <p:nvPr/>
          </p:nvSpPr>
          <p:spPr>
            <a:xfrm>
              <a:off x="-123539" y="2327854"/>
              <a:ext cx="34719" cy="39507"/>
            </a:xfrm>
            <a:custGeom>
              <a:avLst/>
              <a:gdLst/>
              <a:ahLst/>
              <a:cxnLst/>
              <a:rect l="l" t="t" r="r" b="b"/>
              <a:pathLst>
                <a:path w="203" h="231" extrusionOk="0">
                  <a:moveTo>
                    <a:pt x="137" y="1"/>
                  </a:moveTo>
                  <a:cubicBezTo>
                    <a:pt x="103" y="1"/>
                    <a:pt x="63" y="25"/>
                    <a:pt x="38" y="69"/>
                  </a:cubicBezTo>
                  <a:cubicBezTo>
                    <a:pt x="1" y="129"/>
                    <a:pt x="1" y="200"/>
                    <a:pt x="38" y="223"/>
                  </a:cubicBezTo>
                  <a:cubicBezTo>
                    <a:pt x="45" y="228"/>
                    <a:pt x="54" y="231"/>
                    <a:pt x="64" y="231"/>
                  </a:cubicBezTo>
                  <a:cubicBezTo>
                    <a:pt x="97" y="231"/>
                    <a:pt x="140" y="198"/>
                    <a:pt x="169" y="151"/>
                  </a:cubicBezTo>
                  <a:cubicBezTo>
                    <a:pt x="203" y="95"/>
                    <a:pt x="203" y="23"/>
                    <a:pt x="169" y="9"/>
                  </a:cubicBezTo>
                  <a:cubicBezTo>
                    <a:pt x="159" y="3"/>
                    <a:pt x="148" y="1"/>
                    <a:pt x="137" y="1"/>
                  </a:cubicBez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39"/>
            <p:cNvSpPr/>
            <p:nvPr/>
          </p:nvSpPr>
          <p:spPr>
            <a:xfrm>
              <a:off x="-301580" y="1710446"/>
              <a:ext cx="263382" cy="220109"/>
            </a:xfrm>
            <a:custGeom>
              <a:avLst/>
              <a:gdLst/>
              <a:ahLst/>
              <a:cxnLst/>
              <a:rect l="l" t="t" r="r" b="b"/>
              <a:pathLst>
                <a:path w="1540" h="1287" extrusionOk="0">
                  <a:moveTo>
                    <a:pt x="1507" y="0"/>
                  </a:moveTo>
                  <a:cubicBezTo>
                    <a:pt x="1500" y="0"/>
                    <a:pt x="1494" y="10"/>
                    <a:pt x="1494" y="18"/>
                  </a:cubicBezTo>
                  <a:lnTo>
                    <a:pt x="1480" y="18"/>
                  </a:lnTo>
                  <a:cubicBezTo>
                    <a:pt x="1469" y="40"/>
                    <a:pt x="1423" y="171"/>
                    <a:pt x="1315" y="291"/>
                  </a:cubicBezTo>
                  <a:cubicBezTo>
                    <a:pt x="1210" y="407"/>
                    <a:pt x="1053" y="515"/>
                    <a:pt x="866" y="515"/>
                  </a:cubicBezTo>
                  <a:lnTo>
                    <a:pt x="829" y="515"/>
                  </a:lnTo>
                  <a:cubicBezTo>
                    <a:pt x="746" y="504"/>
                    <a:pt x="664" y="504"/>
                    <a:pt x="592" y="504"/>
                  </a:cubicBezTo>
                  <a:cubicBezTo>
                    <a:pt x="510" y="504"/>
                    <a:pt x="427" y="515"/>
                    <a:pt x="356" y="527"/>
                  </a:cubicBezTo>
                  <a:cubicBezTo>
                    <a:pt x="248" y="561"/>
                    <a:pt x="154" y="621"/>
                    <a:pt x="95" y="729"/>
                  </a:cubicBezTo>
                  <a:cubicBezTo>
                    <a:pt x="35" y="834"/>
                    <a:pt x="1" y="988"/>
                    <a:pt x="1" y="1201"/>
                  </a:cubicBezTo>
                  <a:lnTo>
                    <a:pt x="1" y="1261"/>
                  </a:lnTo>
                  <a:cubicBezTo>
                    <a:pt x="1" y="1272"/>
                    <a:pt x="12" y="1286"/>
                    <a:pt x="23" y="1286"/>
                  </a:cubicBezTo>
                  <a:cubicBezTo>
                    <a:pt x="35" y="1286"/>
                    <a:pt x="46" y="1272"/>
                    <a:pt x="46" y="1261"/>
                  </a:cubicBezTo>
                  <a:lnTo>
                    <a:pt x="46" y="1201"/>
                  </a:lnTo>
                  <a:cubicBezTo>
                    <a:pt x="46" y="1059"/>
                    <a:pt x="58" y="954"/>
                    <a:pt x="95" y="860"/>
                  </a:cubicBezTo>
                  <a:cubicBezTo>
                    <a:pt x="129" y="729"/>
                    <a:pt x="188" y="658"/>
                    <a:pt x="271" y="609"/>
                  </a:cubicBezTo>
                  <a:cubicBezTo>
                    <a:pt x="368" y="561"/>
                    <a:pt x="473" y="550"/>
                    <a:pt x="592" y="550"/>
                  </a:cubicBezTo>
                  <a:cubicBezTo>
                    <a:pt x="664" y="550"/>
                    <a:pt x="746" y="550"/>
                    <a:pt x="817" y="561"/>
                  </a:cubicBezTo>
                  <a:lnTo>
                    <a:pt x="866" y="561"/>
                  </a:lnTo>
                  <a:cubicBezTo>
                    <a:pt x="971" y="561"/>
                    <a:pt x="1079" y="527"/>
                    <a:pt x="1161" y="478"/>
                  </a:cubicBezTo>
                  <a:cubicBezTo>
                    <a:pt x="1409" y="325"/>
                    <a:pt x="1528" y="29"/>
                    <a:pt x="1528" y="29"/>
                  </a:cubicBezTo>
                  <a:cubicBezTo>
                    <a:pt x="1540" y="18"/>
                    <a:pt x="1528" y="6"/>
                    <a:pt x="1517" y="6"/>
                  </a:cubicBezTo>
                  <a:cubicBezTo>
                    <a:pt x="1514" y="2"/>
                    <a:pt x="1510" y="0"/>
                    <a:pt x="1507" y="0"/>
                  </a:cubicBezTo>
                  <a:close/>
                </a:path>
              </a:pathLst>
            </a:custGeom>
            <a:solidFill>
              <a:srgbClr val="E2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39"/>
            <p:cNvSpPr/>
            <p:nvPr/>
          </p:nvSpPr>
          <p:spPr>
            <a:xfrm>
              <a:off x="-450033" y="1672478"/>
              <a:ext cx="397810" cy="197192"/>
            </a:xfrm>
            <a:custGeom>
              <a:avLst/>
              <a:gdLst/>
              <a:ahLst/>
              <a:cxnLst/>
              <a:rect l="l" t="t" r="r" b="b"/>
              <a:pathLst>
                <a:path w="2326" h="1153" extrusionOk="0">
                  <a:moveTo>
                    <a:pt x="1921" y="1"/>
                  </a:moveTo>
                  <a:cubicBezTo>
                    <a:pt x="1637" y="1"/>
                    <a:pt x="1210" y="38"/>
                    <a:pt x="832" y="191"/>
                  </a:cubicBezTo>
                  <a:cubicBezTo>
                    <a:pt x="465" y="345"/>
                    <a:pt x="120" y="629"/>
                    <a:pt x="1" y="1127"/>
                  </a:cubicBezTo>
                  <a:cubicBezTo>
                    <a:pt x="1" y="1139"/>
                    <a:pt x="15" y="1153"/>
                    <a:pt x="27" y="1153"/>
                  </a:cubicBezTo>
                  <a:cubicBezTo>
                    <a:pt x="38" y="1153"/>
                    <a:pt x="49" y="1153"/>
                    <a:pt x="49" y="1139"/>
                  </a:cubicBezTo>
                  <a:cubicBezTo>
                    <a:pt x="169" y="655"/>
                    <a:pt x="487" y="382"/>
                    <a:pt x="854" y="228"/>
                  </a:cubicBezTo>
                  <a:cubicBezTo>
                    <a:pt x="1224" y="86"/>
                    <a:pt x="1637" y="49"/>
                    <a:pt x="1921" y="49"/>
                  </a:cubicBezTo>
                  <a:cubicBezTo>
                    <a:pt x="2041" y="49"/>
                    <a:pt x="2135" y="49"/>
                    <a:pt x="2194" y="60"/>
                  </a:cubicBezTo>
                  <a:lnTo>
                    <a:pt x="2303" y="60"/>
                  </a:lnTo>
                  <a:cubicBezTo>
                    <a:pt x="2314" y="60"/>
                    <a:pt x="2325" y="60"/>
                    <a:pt x="2325" y="49"/>
                  </a:cubicBezTo>
                  <a:cubicBezTo>
                    <a:pt x="2325" y="38"/>
                    <a:pt x="2314" y="26"/>
                    <a:pt x="2303" y="15"/>
                  </a:cubicBezTo>
                  <a:cubicBezTo>
                    <a:pt x="2303" y="15"/>
                    <a:pt x="2149" y="1"/>
                    <a:pt x="1921" y="1"/>
                  </a:cubicBezTo>
                  <a:close/>
                </a:path>
              </a:pathLst>
            </a:custGeom>
            <a:solidFill>
              <a:srgbClr val="E2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39"/>
            <p:cNvSpPr/>
            <p:nvPr/>
          </p:nvSpPr>
          <p:spPr>
            <a:xfrm>
              <a:off x="58948" y="1724128"/>
              <a:ext cx="156319" cy="200099"/>
            </a:xfrm>
            <a:custGeom>
              <a:avLst/>
              <a:gdLst/>
              <a:ahLst/>
              <a:cxnLst/>
              <a:rect l="l" t="t" r="r" b="b"/>
              <a:pathLst>
                <a:path w="914" h="1170" extrusionOk="0">
                  <a:moveTo>
                    <a:pt x="120" y="0"/>
                  </a:moveTo>
                  <a:cubicBezTo>
                    <a:pt x="115" y="0"/>
                    <a:pt x="109" y="3"/>
                    <a:pt x="109" y="9"/>
                  </a:cubicBezTo>
                  <a:cubicBezTo>
                    <a:pt x="109" y="9"/>
                    <a:pt x="72" y="54"/>
                    <a:pt x="49" y="114"/>
                  </a:cubicBezTo>
                  <a:cubicBezTo>
                    <a:pt x="26" y="174"/>
                    <a:pt x="1" y="256"/>
                    <a:pt x="1" y="339"/>
                  </a:cubicBezTo>
                  <a:cubicBezTo>
                    <a:pt x="1" y="387"/>
                    <a:pt x="1" y="447"/>
                    <a:pt x="26" y="481"/>
                  </a:cubicBezTo>
                  <a:cubicBezTo>
                    <a:pt x="49" y="529"/>
                    <a:pt x="97" y="566"/>
                    <a:pt x="143" y="600"/>
                  </a:cubicBezTo>
                  <a:cubicBezTo>
                    <a:pt x="297" y="672"/>
                    <a:pt x="476" y="683"/>
                    <a:pt x="618" y="731"/>
                  </a:cubicBezTo>
                  <a:cubicBezTo>
                    <a:pt x="689" y="754"/>
                    <a:pt x="760" y="791"/>
                    <a:pt x="794" y="837"/>
                  </a:cubicBezTo>
                  <a:cubicBezTo>
                    <a:pt x="843" y="896"/>
                    <a:pt x="866" y="979"/>
                    <a:pt x="866" y="1098"/>
                  </a:cubicBezTo>
                  <a:lnTo>
                    <a:pt x="866" y="1147"/>
                  </a:lnTo>
                  <a:cubicBezTo>
                    <a:pt x="866" y="1158"/>
                    <a:pt x="880" y="1169"/>
                    <a:pt x="891" y="1169"/>
                  </a:cubicBezTo>
                  <a:cubicBezTo>
                    <a:pt x="903" y="1169"/>
                    <a:pt x="914" y="1169"/>
                    <a:pt x="914" y="1158"/>
                  </a:cubicBezTo>
                  <a:lnTo>
                    <a:pt x="914" y="1098"/>
                  </a:lnTo>
                  <a:cubicBezTo>
                    <a:pt x="914" y="967"/>
                    <a:pt x="880" y="874"/>
                    <a:pt x="831" y="814"/>
                  </a:cubicBezTo>
                  <a:cubicBezTo>
                    <a:pt x="794" y="765"/>
                    <a:pt x="749" y="731"/>
                    <a:pt x="689" y="709"/>
                  </a:cubicBezTo>
                  <a:cubicBezTo>
                    <a:pt x="618" y="672"/>
                    <a:pt x="524" y="649"/>
                    <a:pt x="427" y="637"/>
                  </a:cubicBezTo>
                  <a:cubicBezTo>
                    <a:pt x="334" y="612"/>
                    <a:pt x="251" y="589"/>
                    <a:pt x="169" y="552"/>
                  </a:cubicBezTo>
                  <a:cubicBezTo>
                    <a:pt x="120" y="529"/>
                    <a:pt x="83" y="495"/>
                    <a:pt x="72" y="458"/>
                  </a:cubicBezTo>
                  <a:cubicBezTo>
                    <a:pt x="49" y="424"/>
                    <a:pt x="49" y="387"/>
                    <a:pt x="49" y="339"/>
                  </a:cubicBezTo>
                  <a:cubicBezTo>
                    <a:pt x="49" y="268"/>
                    <a:pt x="72" y="196"/>
                    <a:pt x="97" y="140"/>
                  </a:cubicBezTo>
                  <a:cubicBezTo>
                    <a:pt x="109" y="103"/>
                    <a:pt x="120" y="80"/>
                    <a:pt x="132" y="68"/>
                  </a:cubicBezTo>
                  <a:cubicBezTo>
                    <a:pt x="132" y="54"/>
                    <a:pt x="132" y="43"/>
                    <a:pt x="143" y="43"/>
                  </a:cubicBezTo>
                  <a:lnTo>
                    <a:pt x="143" y="31"/>
                  </a:lnTo>
                  <a:cubicBezTo>
                    <a:pt x="154" y="20"/>
                    <a:pt x="143" y="9"/>
                    <a:pt x="132" y="9"/>
                  </a:cubicBezTo>
                  <a:cubicBezTo>
                    <a:pt x="132" y="3"/>
                    <a:pt x="126" y="0"/>
                    <a:pt x="120" y="0"/>
                  </a:cubicBezTo>
                  <a:close/>
                </a:path>
              </a:pathLst>
            </a:custGeom>
            <a:solidFill>
              <a:srgbClr val="E23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39"/>
            <p:cNvSpPr/>
            <p:nvPr/>
          </p:nvSpPr>
          <p:spPr>
            <a:xfrm>
              <a:off x="338751" y="2345463"/>
              <a:ext cx="310586" cy="492039"/>
            </a:xfrm>
            <a:custGeom>
              <a:avLst/>
              <a:gdLst/>
              <a:ahLst/>
              <a:cxnLst/>
              <a:rect l="l" t="t" r="r" b="b"/>
              <a:pathLst>
                <a:path w="1816" h="2877" extrusionOk="0">
                  <a:moveTo>
                    <a:pt x="1434" y="1"/>
                  </a:moveTo>
                  <a:lnTo>
                    <a:pt x="1" y="2740"/>
                  </a:lnTo>
                  <a:lnTo>
                    <a:pt x="203" y="2846"/>
                  </a:lnTo>
                  <a:cubicBezTo>
                    <a:pt x="241" y="2867"/>
                    <a:pt x="282" y="2876"/>
                    <a:pt x="322" y="2876"/>
                  </a:cubicBezTo>
                  <a:cubicBezTo>
                    <a:pt x="417" y="2876"/>
                    <a:pt x="508" y="2822"/>
                    <a:pt x="558" y="2740"/>
                  </a:cubicBezTo>
                  <a:lnTo>
                    <a:pt x="1744" y="464"/>
                  </a:lnTo>
                  <a:cubicBezTo>
                    <a:pt x="1816" y="334"/>
                    <a:pt x="1767" y="180"/>
                    <a:pt x="1636" y="120"/>
                  </a:cubicBezTo>
                  <a:lnTo>
                    <a:pt x="1434" y="1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39"/>
            <p:cNvSpPr/>
            <p:nvPr/>
          </p:nvSpPr>
          <p:spPr>
            <a:xfrm>
              <a:off x="331055" y="2343582"/>
              <a:ext cx="255515" cy="466214"/>
            </a:xfrm>
            <a:custGeom>
              <a:avLst/>
              <a:gdLst/>
              <a:ahLst/>
              <a:cxnLst/>
              <a:rect l="l" t="t" r="r" b="b"/>
              <a:pathLst>
                <a:path w="1494" h="2726" extrusionOk="0">
                  <a:moveTo>
                    <a:pt x="1397" y="0"/>
                  </a:moveTo>
                  <a:lnTo>
                    <a:pt x="0" y="2680"/>
                  </a:lnTo>
                  <a:lnTo>
                    <a:pt x="83" y="2726"/>
                  </a:lnTo>
                  <a:lnTo>
                    <a:pt x="1494" y="37"/>
                  </a:lnTo>
                  <a:lnTo>
                    <a:pt x="1397" y="0"/>
                  </a:ln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39"/>
            <p:cNvSpPr/>
            <p:nvPr/>
          </p:nvSpPr>
          <p:spPr>
            <a:xfrm>
              <a:off x="272050" y="2081226"/>
              <a:ext cx="239096" cy="290742"/>
            </a:xfrm>
            <a:custGeom>
              <a:avLst/>
              <a:gdLst/>
              <a:ahLst/>
              <a:cxnLst/>
              <a:rect l="l" t="t" r="r" b="b"/>
              <a:pathLst>
                <a:path w="1398" h="1700" extrusionOk="0">
                  <a:moveTo>
                    <a:pt x="24" y="0"/>
                  </a:moveTo>
                  <a:cubicBezTo>
                    <a:pt x="20" y="0"/>
                    <a:pt x="16" y="2"/>
                    <a:pt x="12" y="7"/>
                  </a:cubicBezTo>
                  <a:cubicBezTo>
                    <a:pt x="1" y="18"/>
                    <a:pt x="1" y="29"/>
                    <a:pt x="12" y="41"/>
                  </a:cubicBezTo>
                  <a:lnTo>
                    <a:pt x="1352" y="1688"/>
                  </a:lnTo>
                  <a:cubicBezTo>
                    <a:pt x="1364" y="1688"/>
                    <a:pt x="1364" y="1699"/>
                    <a:pt x="1375" y="1699"/>
                  </a:cubicBezTo>
                  <a:lnTo>
                    <a:pt x="1386" y="1688"/>
                  </a:lnTo>
                  <a:cubicBezTo>
                    <a:pt x="1398" y="1677"/>
                    <a:pt x="1398" y="1665"/>
                    <a:pt x="1398" y="1654"/>
                  </a:cubicBezTo>
                  <a:lnTo>
                    <a:pt x="46" y="7"/>
                  </a:lnTo>
                  <a:cubicBezTo>
                    <a:pt x="39" y="7"/>
                    <a:pt x="31" y="0"/>
                    <a:pt x="24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39"/>
            <p:cNvSpPr/>
            <p:nvPr/>
          </p:nvSpPr>
          <p:spPr>
            <a:xfrm>
              <a:off x="190812" y="2226428"/>
              <a:ext cx="271763" cy="212584"/>
            </a:xfrm>
            <a:custGeom>
              <a:avLst/>
              <a:gdLst/>
              <a:ahLst/>
              <a:cxnLst/>
              <a:rect l="l" t="t" r="r" b="b"/>
              <a:pathLst>
                <a:path w="1589" h="1243" extrusionOk="0">
                  <a:moveTo>
                    <a:pt x="31" y="0"/>
                  </a:moveTo>
                  <a:cubicBezTo>
                    <a:pt x="24" y="0"/>
                    <a:pt x="18" y="4"/>
                    <a:pt x="12" y="11"/>
                  </a:cubicBezTo>
                  <a:cubicBezTo>
                    <a:pt x="1" y="22"/>
                    <a:pt x="1" y="34"/>
                    <a:pt x="12" y="45"/>
                  </a:cubicBezTo>
                  <a:lnTo>
                    <a:pt x="1543" y="1243"/>
                  </a:lnTo>
                  <a:lnTo>
                    <a:pt x="1565" y="1243"/>
                  </a:lnTo>
                  <a:cubicBezTo>
                    <a:pt x="1565" y="1243"/>
                    <a:pt x="1577" y="1243"/>
                    <a:pt x="1577" y="1232"/>
                  </a:cubicBezTo>
                  <a:cubicBezTo>
                    <a:pt x="1588" y="1220"/>
                    <a:pt x="1588" y="1206"/>
                    <a:pt x="1577" y="1195"/>
                  </a:cubicBezTo>
                  <a:lnTo>
                    <a:pt x="49" y="11"/>
                  </a:lnTo>
                  <a:cubicBezTo>
                    <a:pt x="43" y="4"/>
                    <a:pt x="37" y="0"/>
                    <a:pt x="31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39"/>
            <p:cNvSpPr/>
            <p:nvPr/>
          </p:nvSpPr>
          <p:spPr>
            <a:xfrm>
              <a:off x="115901" y="2414558"/>
              <a:ext cx="310073" cy="97484"/>
            </a:xfrm>
            <a:custGeom>
              <a:avLst/>
              <a:gdLst/>
              <a:ahLst/>
              <a:cxnLst/>
              <a:rect l="l" t="t" r="r" b="b"/>
              <a:pathLst>
                <a:path w="1813" h="570" extrusionOk="0">
                  <a:moveTo>
                    <a:pt x="35" y="1"/>
                  </a:moveTo>
                  <a:cubicBezTo>
                    <a:pt x="23" y="1"/>
                    <a:pt x="12" y="1"/>
                    <a:pt x="12" y="12"/>
                  </a:cubicBezTo>
                  <a:cubicBezTo>
                    <a:pt x="1" y="23"/>
                    <a:pt x="12" y="35"/>
                    <a:pt x="23" y="49"/>
                  </a:cubicBezTo>
                  <a:lnTo>
                    <a:pt x="1779" y="558"/>
                  </a:lnTo>
                  <a:lnTo>
                    <a:pt x="1790" y="570"/>
                  </a:lnTo>
                  <a:cubicBezTo>
                    <a:pt x="1790" y="570"/>
                    <a:pt x="1801" y="558"/>
                    <a:pt x="1813" y="547"/>
                  </a:cubicBezTo>
                  <a:cubicBezTo>
                    <a:pt x="1813" y="533"/>
                    <a:pt x="1801" y="521"/>
                    <a:pt x="1790" y="521"/>
                  </a:cubicBezTo>
                  <a:lnTo>
                    <a:pt x="35" y="1"/>
                  </a:ln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39"/>
            <p:cNvSpPr/>
            <p:nvPr/>
          </p:nvSpPr>
          <p:spPr>
            <a:xfrm>
              <a:off x="40990" y="2567798"/>
              <a:ext cx="360697" cy="25483"/>
            </a:xfrm>
            <a:custGeom>
              <a:avLst/>
              <a:gdLst/>
              <a:ahLst/>
              <a:cxnLst/>
              <a:rect l="l" t="t" r="r" b="b"/>
              <a:pathLst>
                <a:path w="2109" h="149" extrusionOk="0">
                  <a:moveTo>
                    <a:pt x="2096" y="1"/>
                  </a:moveTo>
                  <a:cubicBezTo>
                    <a:pt x="2093" y="1"/>
                    <a:pt x="2089" y="2"/>
                    <a:pt x="2086" y="7"/>
                  </a:cubicBezTo>
                  <a:lnTo>
                    <a:pt x="23" y="100"/>
                  </a:lnTo>
                  <a:cubicBezTo>
                    <a:pt x="12" y="100"/>
                    <a:pt x="0" y="112"/>
                    <a:pt x="0" y="123"/>
                  </a:cubicBezTo>
                  <a:cubicBezTo>
                    <a:pt x="0" y="135"/>
                    <a:pt x="12" y="149"/>
                    <a:pt x="23" y="149"/>
                  </a:cubicBezTo>
                  <a:lnTo>
                    <a:pt x="2086" y="52"/>
                  </a:lnTo>
                  <a:cubicBezTo>
                    <a:pt x="2097" y="41"/>
                    <a:pt x="2109" y="41"/>
                    <a:pt x="2109" y="18"/>
                  </a:cubicBezTo>
                  <a:cubicBezTo>
                    <a:pt x="2109" y="10"/>
                    <a:pt x="2103" y="1"/>
                    <a:pt x="2096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39"/>
            <p:cNvSpPr/>
            <p:nvPr/>
          </p:nvSpPr>
          <p:spPr>
            <a:xfrm>
              <a:off x="40990" y="2641853"/>
              <a:ext cx="340687" cy="91156"/>
            </a:xfrm>
            <a:custGeom>
              <a:avLst/>
              <a:gdLst/>
              <a:ahLst/>
              <a:cxnLst/>
              <a:rect l="l" t="t" r="r" b="b"/>
              <a:pathLst>
                <a:path w="1992" h="533" extrusionOk="0">
                  <a:moveTo>
                    <a:pt x="1955" y="0"/>
                  </a:moveTo>
                  <a:lnTo>
                    <a:pt x="12" y="484"/>
                  </a:lnTo>
                  <a:cubicBezTo>
                    <a:pt x="0" y="484"/>
                    <a:pt x="0" y="498"/>
                    <a:pt x="0" y="509"/>
                  </a:cubicBezTo>
                  <a:cubicBezTo>
                    <a:pt x="0" y="521"/>
                    <a:pt x="12" y="532"/>
                    <a:pt x="23" y="532"/>
                  </a:cubicBezTo>
                  <a:lnTo>
                    <a:pt x="1966" y="46"/>
                  </a:lnTo>
                  <a:cubicBezTo>
                    <a:pt x="1981" y="46"/>
                    <a:pt x="1992" y="34"/>
                    <a:pt x="1992" y="12"/>
                  </a:cubicBezTo>
                  <a:cubicBezTo>
                    <a:pt x="1981" y="0"/>
                    <a:pt x="1966" y="0"/>
                    <a:pt x="1955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39"/>
            <p:cNvSpPr/>
            <p:nvPr/>
          </p:nvSpPr>
          <p:spPr>
            <a:xfrm>
              <a:off x="-1037688" y="2623560"/>
              <a:ext cx="1117323" cy="1183493"/>
            </a:xfrm>
            <a:custGeom>
              <a:avLst/>
              <a:gdLst/>
              <a:ahLst/>
              <a:cxnLst/>
              <a:rect l="l" t="t" r="r" b="b"/>
              <a:pathLst>
                <a:path w="6533" h="6920" extrusionOk="0">
                  <a:moveTo>
                    <a:pt x="2190" y="1"/>
                  </a:moveTo>
                  <a:cubicBezTo>
                    <a:pt x="1859" y="1"/>
                    <a:pt x="1569" y="213"/>
                    <a:pt x="1411" y="357"/>
                  </a:cubicBezTo>
                  <a:cubicBezTo>
                    <a:pt x="1" y="1649"/>
                    <a:pt x="4461" y="6920"/>
                    <a:pt x="5693" y="6920"/>
                  </a:cubicBezTo>
                  <a:cubicBezTo>
                    <a:pt x="5736" y="6920"/>
                    <a:pt x="5775" y="6913"/>
                    <a:pt x="5810" y="6900"/>
                  </a:cubicBezTo>
                  <a:cubicBezTo>
                    <a:pt x="6248" y="6732"/>
                    <a:pt x="6532" y="5145"/>
                    <a:pt x="5488" y="4434"/>
                  </a:cubicBezTo>
                  <a:cubicBezTo>
                    <a:pt x="4103" y="3461"/>
                    <a:pt x="3676" y="1304"/>
                    <a:pt x="2868" y="357"/>
                  </a:cubicBezTo>
                  <a:cubicBezTo>
                    <a:pt x="2642" y="93"/>
                    <a:pt x="2407" y="1"/>
                    <a:pt x="2190" y="1"/>
                  </a:cubicBezTo>
                  <a:close/>
                </a:path>
              </a:pathLst>
            </a:custGeom>
            <a:solidFill>
              <a:srgbClr val="FF92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39"/>
            <p:cNvSpPr/>
            <p:nvPr/>
          </p:nvSpPr>
          <p:spPr>
            <a:xfrm>
              <a:off x="-167665" y="3329218"/>
              <a:ext cx="111510" cy="184536"/>
            </a:xfrm>
            <a:custGeom>
              <a:avLst/>
              <a:gdLst/>
              <a:ahLst/>
              <a:cxnLst/>
              <a:rect l="l" t="t" r="r" b="b"/>
              <a:pathLst>
                <a:path w="652" h="1079" extrusionOk="0">
                  <a:moveTo>
                    <a:pt x="46" y="0"/>
                  </a:moveTo>
                  <a:cubicBezTo>
                    <a:pt x="0" y="214"/>
                    <a:pt x="0" y="427"/>
                    <a:pt x="23" y="652"/>
                  </a:cubicBezTo>
                  <a:cubicBezTo>
                    <a:pt x="34" y="794"/>
                    <a:pt x="71" y="936"/>
                    <a:pt x="105" y="1079"/>
                  </a:cubicBezTo>
                  <a:cubicBezTo>
                    <a:pt x="296" y="899"/>
                    <a:pt x="484" y="712"/>
                    <a:pt x="652" y="510"/>
                  </a:cubicBezTo>
                  <a:cubicBezTo>
                    <a:pt x="580" y="439"/>
                    <a:pt x="498" y="367"/>
                    <a:pt x="401" y="308"/>
                  </a:cubicBezTo>
                  <a:cubicBezTo>
                    <a:pt x="285" y="214"/>
                    <a:pt x="154" y="106"/>
                    <a:pt x="46" y="0"/>
                  </a:cubicBezTo>
                  <a:close/>
                </a:path>
              </a:pathLst>
            </a:custGeom>
            <a:solidFill>
              <a:srgbClr val="F57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39"/>
            <p:cNvSpPr/>
            <p:nvPr/>
          </p:nvSpPr>
          <p:spPr>
            <a:xfrm>
              <a:off x="-197937" y="2803822"/>
              <a:ext cx="729603" cy="999812"/>
            </a:xfrm>
            <a:custGeom>
              <a:avLst/>
              <a:gdLst/>
              <a:ahLst/>
              <a:cxnLst/>
              <a:rect l="l" t="t" r="r" b="b"/>
              <a:pathLst>
                <a:path w="4266" h="5846" extrusionOk="0">
                  <a:moveTo>
                    <a:pt x="3093" y="0"/>
                  </a:moveTo>
                  <a:cubicBezTo>
                    <a:pt x="2393" y="2028"/>
                    <a:pt x="1278" y="2347"/>
                    <a:pt x="223" y="3724"/>
                  </a:cubicBezTo>
                  <a:cubicBezTo>
                    <a:pt x="0" y="4007"/>
                    <a:pt x="283" y="5845"/>
                    <a:pt x="808" y="5845"/>
                  </a:cubicBezTo>
                  <a:cubicBezTo>
                    <a:pt x="895" y="5845"/>
                    <a:pt x="988" y="5795"/>
                    <a:pt x="1087" y="5678"/>
                  </a:cubicBezTo>
                  <a:cubicBezTo>
                    <a:pt x="2820" y="3676"/>
                    <a:pt x="3506" y="1650"/>
                    <a:pt x="3733" y="808"/>
                  </a:cubicBezTo>
                  <a:cubicBezTo>
                    <a:pt x="3804" y="546"/>
                    <a:pt x="4265" y="356"/>
                    <a:pt x="4265" y="356"/>
                  </a:cubicBezTo>
                  <a:cubicBezTo>
                    <a:pt x="4029" y="321"/>
                    <a:pt x="3329" y="0"/>
                    <a:pt x="3093" y="0"/>
                  </a:cubicBezTo>
                  <a:close/>
                </a:path>
              </a:pathLst>
            </a:custGeom>
            <a:solidFill>
              <a:srgbClr val="FF92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39"/>
            <p:cNvSpPr/>
            <p:nvPr/>
          </p:nvSpPr>
          <p:spPr>
            <a:xfrm>
              <a:off x="308650" y="2521969"/>
              <a:ext cx="344620" cy="367704"/>
            </a:xfrm>
            <a:custGeom>
              <a:avLst/>
              <a:gdLst/>
              <a:ahLst/>
              <a:cxnLst/>
              <a:rect l="l" t="t" r="r" b="b"/>
              <a:pathLst>
                <a:path w="2015" h="2150" extrusionOk="0">
                  <a:moveTo>
                    <a:pt x="1793" y="0"/>
                  </a:moveTo>
                  <a:cubicBezTo>
                    <a:pt x="1792" y="0"/>
                    <a:pt x="1791" y="1"/>
                    <a:pt x="1790" y="1"/>
                  </a:cubicBezTo>
                  <a:cubicBezTo>
                    <a:pt x="1670" y="12"/>
                    <a:pt x="1326" y="701"/>
                    <a:pt x="1184" y="925"/>
                  </a:cubicBezTo>
                  <a:cubicBezTo>
                    <a:pt x="1041" y="1150"/>
                    <a:pt x="854" y="1235"/>
                    <a:pt x="711" y="1235"/>
                  </a:cubicBezTo>
                  <a:cubicBezTo>
                    <a:pt x="498" y="1235"/>
                    <a:pt x="356" y="914"/>
                    <a:pt x="379" y="760"/>
                  </a:cubicBezTo>
                  <a:cubicBezTo>
                    <a:pt x="401" y="612"/>
                    <a:pt x="481" y="130"/>
                    <a:pt x="388" y="130"/>
                  </a:cubicBezTo>
                  <a:cubicBezTo>
                    <a:pt x="385" y="130"/>
                    <a:pt x="382" y="131"/>
                    <a:pt x="379" y="132"/>
                  </a:cubicBezTo>
                  <a:cubicBezTo>
                    <a:pt x="285" y="154"/>
                    <a:pt x="0" y="820"/>
                    <a:pt x="12" y="1292"/>
                  </a:cubicBezTo>
                  <a:cubicBezTo>
                    <a:pt x="22" y="1753"/>
                    <a:pt x="416" y="2150"/>
                    <a:pt x="810" y="2150"/>
                  </a:cubicBezTo>
                  <a:cubicBezTo>
                    <a:pt x="832" y="2150"/>
                    <a:pt x="854" y="2148"/>
                    <a:pt x="876" y="2146"/>
                  </a:cubicBezTo>
                  <a:cubicBezTo>
                    <a:pt x="1292" y="2100"/>
                    <a:pt x="1374" y="1969"/>
                    <a:pt x="1457" y="1898"/>
                  </a:cubicBezTo>
                  <a:cubicBezTo>
                    <a:pt x="1980" y="1449"/>
                    <a:pt x="1992" y="749"/>
                    <a:pt x="1932" y="723"/>
                  </a:cubicBezTo>
                  <a:cubicBezTo>
                    <a:pt x="1929" y="723"/>
                    <a:pt x="1926" y="722"/>
                    <a:pt x="1924" y="722"/>
                  </a:cubicBezTo>
                  <a:cubicBezTo>
                    <a:pt x="1820" y="722"/>
                    <a:pt x="1680" y="1309"/>
                    <a:pt x="1650" y="1309"/>
                  </a:cubicBezTo>
                  <a:cubicBezTo>
                    <a:pt x="1649" y="1309"/>
                    <a:pt x="1648" y="1308"/>
                    <a:pt x="1647" y="1307"/>
                  </a:cubicBezTo>
                  <a:cubicBezTo>
                    <a:pt x="1599" y="1235"/>
                    <a:pt x="2014" y="465"/>
                    <a:pt x="1849" y="297"/>
                  </a:cubicBezTo>
                  <a:cubicBezTo>
                    <a:pt x="1847" y="295"/>
                    <a:pt x="1845" y="294"/>
                    <a:pt x="1843" y="294"/>
                  </a:cubicBezTo>
                  <a:cubicBezTo>
                    <a:pt x="1769" y="294"/>
                    <a:pt x="1470" y="1035"/>
                    <a:pt x="1457" y="1035"/>
                  </a:cubicBezTo>
                  <a:cubicBezTo>
                    <a:pt x="1457" y="1035"/>
                    <a:pt x="1457" y="1034"/>
                    <a:pt x="1457" y="1034"/>
                  </a:cubicBezTo>
                  <a:cubicBezTo>
                    <a:pt x="1457" y="1008"/>
                    <a:pt x="1899" y="0"/>
                    <a:pt x="1793" y="0"/>
                  </a:cubicBezTo>
                  <a:close/>
                </a:path>
              </a:pathLst>
            </a:custGeom>
            <a:solidFill>
              <a:srgbClr val="FF92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39"/>
            <p:cNvSpPr/>
            <p:nvPr/>
          </p:nvSpPr>
          <p:spPr>
            <a:xfrm>
              <a:off x="-80611" y="2171193"/>
              <a:ext cx="74739" cy="118007"/>
            </a:xfrm>
            <a:custGeom>
              <a:avLst/>
              <a:gdLst/>
              <a:ahLst/>
              <a:cxnLst/>
              <a:rect l="l" t="t" r="r" b="b"/>
              <a:pathLst>
                <a:path w="437" h="690" extrusionOk="0">
                  <a:moveTo>
                    <a:pt x="177" y="1"/>
                  </a:moveTo>
                  <a:cubicBezTo>
                    <a:pt x="177" y="1"/>
                    <a:pt x="225" y="487"/>
                    <a:pt x="214" y="570"/>
                  </a:cubicBezTo>
                  <a:cubicBezTo>
                    <a:pt x="208" y="620"/>
                    <a:pt x="201" y="641"/>
                    <a:pt x="169" y="641"/>
                  </a:cubicBezTo>
                  <a:cubicBezTo>
                    <a:pt x="140" y="641"/>
                    <a:pt x="90" y="624"/>
                    <a:pt x="0" y="595"/>
                  </a:cubicBezTo>
                  <a:lnTo>
                    <a:pt x="0" y="595"/>
                  </a:lnTo>
                  <a:cubicBezTo>
                    <a:pt x="70" y="660"/>
                    <a:pt x="168" y="689"/>
                    <a:pt x="249" y="689"/>
                  </a:cubicBezTo>
                  <a:cubicBezTo>
                    <a:pt x="358" y="689"/>
                    <a:pt x="436" y="635"/>
                    <a:pt x="367" y="547"/>
                  </a:cubicBezTo>
                  <a:cubicBezTo>
                    <a:pt x="236" y="393"/>
                    <a:pt x="177" y="1"/>
                    <a:pt x="177" y="1"/>
                  </a:cubicBezTo>
                  <a:close/>
                </a:path>
              </a:pathLst>
            </a:custGeom>
            <a:solidFill>
              <a:srgbClr val="F376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39"/>
            <p:cNvSpPr/>
            <p:nvPr/>
          </p:nvSpPr>
          <p:spPr>
            <a:xfrm>
              <a:off x="51252" y="2084140"/>
              <a:ext cx="129468" cy="71146"/>
            </a:xfrm>
            <a:custGeom>
              <a:avLst/>
              <a:gdLst/>
              <a:ahLst/>
              <a:cxnLst/>
              <a:rect l="l" t="t" r="r" b="b"/>
              <a:pathLst>
                <a:path w="757" h="416" extrusionOk="0">
                  <a:moveTo>
                    <a:pt x="57" y="0"/>
                  </a:moveTo>
                  <a:cubicBezTo>
                    <a:pt x="12" y="0"/>
                    <a:pt x="0" y="109"/>
                    <a:pt x="46" y="120"/>
                  </a:cubicBezTo>
                  <a:cubicBezTo>
                    <a:pt x="57" y="125"/>
                    <a:pt x="79" y="127"/>
                    <a:pt x="106" y="127"/>
                  </a:cubicBezTo>
                  <a:cubicBezTo>
                    <a:pt x="144" y="127"/>
                    <a:pt x="194" y="124"/>
                    <a:pt x="247" y="124"/>
                  </a:cubicBezTo>
                  <a:cubicBezTo>
                    <a:pt x="318" y="124"/>
                    <a:pt x="393" y="129"/>
                    <a:pt x="450" y="154"/>
                  </a:cubicBezTo>
                  <a:cubicBezTo>
                    <a:pt x="555" y="191"/>
                    <a:pt x="663" y="333"/>
                    <a:pt x="757" y="416"/>
                  </a:cubicBezTo>
                  <a:cubicBezTo>
                    <a:pt x="697" y="274"/>
                    <a:pt x="544" y="49"/>
                    <a:pt x="498" y="49"/>
                  </a:cubicBezTo>
                  <a:cubicBezTo>
                    <a:pt x="307" y="12"/>
                    <a:pt x="57" y="0"/>
                    <a:pt x="57" y="0"/>
                  </a:cubicBezTo>
                  <a:close/>
                </a:path>
              </a:pathLst>
            </a:custGeom>
            <a:solidFill>
              <a:srgbClr val="F25F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39"/>
            <p:cNvSpPr/>
            <p:nvPr/>
          </p:nvSpPr>
          <p:spPr>
            <a:xfrm>
              <a:off x="-224617" y="2071997"/>
              <a:ext cx="137848" cy="55070"/>
            </a:xfrm>
            <a:custGeom>
              <a:avLst/>
              <a:gdLst/>
              <a:ahLst/>
              <a:cxnLst/>
              <a:rect l="l" t="t" r="r" b="b"/>
              <a:pathLst>
                <a:path w="806" h="322" extrusionOk="0">
                  <a:moveTo>
                    <a:pt x="319" y="0"/>
                  </a:moveTo>
                  <a:cubicBezTo>
                    <a:pt x="273" y="0"/>
                    <a:pt x="83" y="191"/>
                    <a:pt x="0" y="322"/>
                  </a:cubicBezTo>
                  <a:cubicBezTo>
                    <a:pt x="105" y="262"/>
                    <a:pt x="236" y="131"/>
                    <a:pt x="344" y="120"/>
                  </a:cubicBezTo>
                  <a:cubicBezTo>
                    <a:pt x="370" y="114"/>
                    <a:pt x="396" y="111"/>
                    <a:pt x="423" y="111"/>
                  </a:cubicBezTo>
                  <a:cubicBezTo>
                    <a:pt x="540" y="111"/>
                    <a:pt x="666" y="158"/>
                    <a:pt x="723" y="158"/>
                  </a:cubicBezTo>
                  <a:cubicBezTo>
                    <a:pt x="732" y="158"/>
                    <a:pt x="740" y="157"/>
                    <a:pt x="746" y="154"/>
                  </a:cubicBezTo>
                  <a:cubicBezTo>
                    <a:pt x="794" y="143"/>
                    <a:pt x="805" y="49"/>
                    <a:pt x="760" y="26"/>
                  </a:cubicBezTo>
                  <a:cubicBezTo>
                    <a:pt x="760" y="26"/>
                    <a:pt x="509" y="0"/>
                    <a:pt x="319" y="0"/>
                  </a:cubicBezTo>
                  <a:close/>
                </a:path>
              </a:pathLst>
            </a:custGeom>
            <a:solidFill>
              <a:srgbClr val="F25F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8" name="Google Shape;1158;p39"/>
          <p:cNvSpPr/>
          <p:nvPr/>
        </p:nvSpPr>
        <p:spPr>
          <a:xfrm>
            <a:off x="9639602" y="2546378"/>
            <a:ext cx="18742" cy="19334"/>
          </a:xfrm>
          <a:custGeom>
            <a:avLst/>
            <a:gdLst/>
            <a:ahLst/>
            <a:cxnLst/>
            <a:rect l="l" t="t" r="r" b="b"/>
            <a:pathLst>
              <a:path w="95" h="98" extrusionOk="0">
                <a:moveTo>
                  <a:pt x="46" y="1"/>
                </a:moveTo>
                <a:cubicBezTo>
                  <a:pt x="23" y="1"/>
                  <a:pt x="1" y="26"/>
                  <a:pt x="1" y="49"/>
                </a:cubicBezTo>
                <a:cubicBezTo>
                  <a:pt x="1" y="72"/>
                  <a:pt x="23" y="97"/>
                  <a:pt x="46" y="97"/>
                </a:cubicBezTo>
                <a:cubicBezTo>
                  <a:pt x="72" y="97"/>
                  <a:pt x="94" y="72"/>
                  <a:pt x="94" y="49"/>
                </a:cubicBezTo>
                <a:cubicBezTo>
                  <a:pt x="94" y="26"/>
                  <a:pt x="72" y="1"/>
                  <a:pt x="46" y="1"/>
                </a:cubicBezTo>
                <a:close/>
              </a:path>
            </a:pathLst>
          </a:custGeom>
          <a:solidFill>
            <a:srgbClr val="EAE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9" name="Google Shape;1159;p39"/>
          <p:cNvSpPr/>
          <p:nvPr/>
        </p:nvSpPr>
        <p:spPr>
          <a:xfrm>
            <a:off x="9632302" y="2439251"/>
            <a:ext cx="14204" cy="14204"/>
          </a:xfrm>
          <a:custGeom>
            <a:avLst/>
            <a:gdLst/>
            <a:ahLst/>
            <a:cxnLst/>
            <a:rect l="l" t="t" r="r" b="b"/>
            <a:pathLst>
              <a:path w="72" h="72" extrusionOk="0">
                <a:moveTo>
                  <a:pt x="38" y="0"/>
                </a:moveTo>
                <a:cubicBezTo>
                  <a:pt x="12" y="0"/>
                  <a:pt x="1" y="12"/>
                  <a:pt x="1" y="34"/>
                </a:cubicBezTo>
                <a:cubicBezTo>
                  <a:pt x="1" y="60"/>
                  <a:pt x="12" y="71"/>
                  <a:pt x="38" y="71"/>
                </a:cubicBezTo>
                <a:cubicBezTo>
                  <a:pt x="49" y="71"/>
                  <a:pt x="72" y="60"/>
                  <a:pt x="72" y="34"/>
                </a:cubicBezTo>
                <a:cubicBezTo>
                  <a:pt x="72" y="12"/>
                  <a:pt x="49" y="0"/>
                  <a:pt x="38" y="0"/>
                </a:cubicBezTo>
                <a:close/>
              </a:path>
            </a:pathLst>
          </a:custGeom>
          <a:solidFill>
            <a:srgbClr val="EAE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60" name="Google Shape;1160;p39"/>
          <p:cNvGrpSpPr/>
          <p:nvPr/>
        </p:nvGrpSpPr>
        <p:grpSpPr>
          <a:xfrm>
            <a:off x="7608126" y="1361366"/>
            <a:ext cx="439753" cy="469936"/>
            <a:chOff x="9714176" y="2467266"/>
            <a:chExt cx="439753" cy="469936"/>
          </a:xfrm>
        </p:grpSpPr>
        <p:sp>
          <p:nvSpPr>
            <p:cNvPr id="1161" name="Google Shape;1161;p39"/>
            <p:cNvSpPr/>
            <p:nvPr/>
          </p:nvSpPr>
          <p:spPr>
            <a:xfrm>
              <a:off x="9714176" y="2677771"/>
              <a:ext cx="16572" cy="16374"/>
            </a:xfrm>
            <a:custGeom>
              <a:avLst/>
              <a:gdLst/>
              <a:ahLst/>
              <a:cxnLst/>
              <a:rect l="l" t="t" r="r" b="b"/>
              <a:pathLst>
                <a:path w="84" h="83" extrusionOk="0">
                  <a:moveTo>
                    <a:pt x="35" y="0"/>
                  </a:moveTo>
                  <a:cubicBezTo>
                    <a:pt x="12" y="0"/>
                    <a:pt x="1" y="12"/>
                    <a:pt x="1" y="34"/>
                  </a:cubicBezTo>
                  <a:cubicBezTo>
                    <a:pt x="1" y="60"/>
                    <a:pt x="12" y="83"/>
                    <a:pt x="35" y="83"/>
                  </a:cubicBezTo>
                  <a:cubicBezTo>
                    <a:pt x="61" y="83"/>
                    <a:pt x="83" y="60"/>
                    <a:pt x="83" y="34"/>
                  </a:cubicBezTo>
                  <a:cubicBezTo>
                    <a:pt x="83" y="12"/>
                    <a:pt x="61" y="0"/>
                    <a:pt x="35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39"/>
            <p:cNvSpPr/>
            <p:nvPr/>
          </p:nvSpPr>
          <p:spPr>
            <a:xfrm>
              <a:off x="10043646" y="2908991"/>
              <a:ext cx="28409" cy="28211"/>
            </a:xfrm>
            <a:custGeom>
              <a:avLst/>
              <a:gdLst/>
              <a:ahLst/>
              <a:cxnLst/>
              <a:rect l="l" t="t" r="r" b="b"/>
              <a:pathLst>
                <a:path w="144" h="143" extrusionOk="0">
                  <a:moveTo>
                    <a:pt x="72" y="0"/>
                  </a:moveTo>
                  <a:cubicBezTo>
                    <a:pt x="38" y="0"/>
                    <a:pt x="1" y="37"/>
                    <a:pt x="1" y="71"/>
                  </a:cubicBezTo>
                  <a:cubicBezTo>
                    <a:pt x="1" y="120"/>
                    <a:pt x="38" y="143"/>
                    <a:pt x="72" y="143"/>
                  </a:cubicBezTo>
                  <a:cubicBezTo>
                    <a:pt x="120" y="143"/>
                    <a:pt x="143" y="120"/>
                    <a:pt x="143" y="71"/>
                  </a:cubicBezTo>
                  <a:cubicBezTo>
                    <a:pt x="143" y="37"/>
                    <a:pt x="120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39"/>
            <p:cNvSpPr/>
            <p:nvPr/>
          </p:nvSpPr>
          <p:spPr>
            <a:xfrm>
              <a:off x="9875360" y="2843886"/>
              <a:ext cx="37681" cy="37286"/>
            </a:xfrm>
            <a:custGeom>
              <a:avLst/>
              <a:gdLst/>
              <a:ahLst/>
              <a:cxnLst/>
              <a:rect l="l" t="t" r="r" b="b"/>
              <a:pathLst>
                <a:path w="191" h="189" extrusionOk="0">
                  <a:moveTo>
                    <a:pt x="97" y="0"/>
                  </a:moveTo>
                  <a:cubicBezTo>
                    <a:pt x="49" y="0"/>
                    <a:pt x="0" y="46"/>
                    <a:pt x="0" y="94"/>
                  </a:cubicBezTo>
                  <a:cubicBezTo>
                    <a:pt x="0" y="143"/>
                    <a:pt x="49" y="188"/>
                    <a:pt x="97" y="188"/>
                  </a:cubicBezTo>
                  <a:cubicBezTo>
                    <a:pt x="157" y="188"/>
                    <a:pt x="191" y="143"/>
                    <a:pt x="191" y="94"/>
                  </a:cubicBezTo>
                  <a:cubicBezTo>
                    <a:pt x="191" y="46"/>
                    <a:pt x="157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39"/>
            <p:cNvSpPr/>
            <p:nvPr/>
          </p:nvSpPr>
          <p:spPr>
            <a:xfrm>
              <a:off x="10041476" y="2658634"/>
              <a:ext cx="23674" cy="23674"/>
            </a:xfrm>
            <a:custGeom>
              <a:avLst/>
              <a:gdLst/>
              <a:ahLst/>
              <a:cxnLst/>
              <a:rect l="l" t="t" r="r" b="b"/>
              <a:pathLst>
                <a:path w="120" h="120" extrusionOk="0">
                  <a:moveTo>
                    <a:pt x="60" y="1"/>
                  </a:moveTo>
                  <a:cubicBezTo>
                    <a:pt x="37" y="1"/>
                    <a:pt x="0" y="26"/>
                    <a:pt x="0" y="60"/>
                  </a:cubicBezTo>
                  <a:cubicBezTo>
                    <a:pt x="0" y="97"/>
                    <a:pt x="37" y="120"/>
                    <a:pt x="60" y="120"/>
                  </a:cubicBezTo>
                  <a:cubicBezTo>
                    <a:pt x="97" y="120"/>
                    <a:pt x="120" y="97"/>
                    <a:pt x="120" y="60"/>
                  </a:cubicBezTo>
                  <a:cubicBezTo>
                    <a:pt x="120" y="26"/>
                    <a:pt x="97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39"/>
            <p:cNvSpPr/>
            <p:nvPr/>
          </p:nvSpPr>
          <p:spPr>
            <a:xfrm>
              <a:off x="9889368" y="2467266"/>
              <a:ext cx="33341" cy="32749"/>
            </a:xfrm>
            <a:custGeom>
              <a:avLst/>
              <a:gdLst/>
              <a:ahLst/>
              <a:cxnLst/>
              <a:rect l="l" t="t" r="r" b="b"/>
              <a:pathLst>
                <a:path w="169" h="166" extrusionOk="0">
                  <a:moveTo>
                    <a:pt x="86" y="0"/>
                  </a:moveTo>
                  <a:cubicBezTo>
                    <a:pt x="37" y="0"/>
                    <a:pt x="0" y="35"/>
                    <a:pt x="0" y="83"/>
                  </a:cubicBezTo>
                  <a:cubicBezTo>
                    <a:pt x="0" y="131"/>
                    <a:pt x="37" y="165"/>
                    <a:pt x="86" y="165"/>
                  </a:cubicBezTo>
                  <a:cubicBezTo>
                    <a:pt x="120" y="165"/>
                    <a:pt x="168" y="131"/>
                    <a:pt x="168" y="83"/>
                  </a:cubicBezTo>
                  <a:cubicBezTo>
                    <a:pt x="168" y="35"/>
                    <a:pt x="120" y="0"/>
                    <a:pt x="86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39"/>
            <p:cNvSpPr/>
            <p:nvPr/>
          </p:nvSpPr>
          <p:spPr>
            <a:xfrm>
              <a:off x="10113881" y="2818042"/>
              <a:ext cx="40048" cy="40048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7" y="0"/>
                  </a:moveTo>
                  <a:cubicBezTo>
                    <a:pt x="49" y="0"/>
                    <a:pt x="0" y="46"/>
                    <a:pt x="0" y="106"/>
                  </a:cubicBezTo>
                  <a:cubicBezTo>
                    <a:pt x="0" y="154"/>
                    <a:pt x="49" y="202"/>
                    <a:pt x="97" y="202"/>
                  </a:cubicBezTo>
                  <a:cubicBezTo>
                    <a:pt x="157" y="202"/>
                    <a:pt x="202" y="154"/>
                    <a:pt x="202" y="106"/>
                  </a:cubicBezTo>
                  <a:cubicBezTo>
                    <a:pt x="202" y="46"/>
                    <a:pt x="157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7" name="Google Shape;1167;p39"/>
          <p:cNvGrpSpPr/>
          <p:nvPr/>
        </p:nvGrpSpPr>
        <p:grpSpPr>
          <a:xfrm rot="-1116533">
            <a:off x="4565304" y="1347164"/>
            <a:ext cx="851672" cy="870213"/>
            <a:chOff x="8666383" y="2375725"/>
            <a:chExt cx="851689" cy="870231"/>
          </a:xfrm>
        </p:grpSpPr>
        <p:sp>
          <p:nvSpPr>
            <p:cNvPr id="1168" name="Google Shape;1168;p39"/>
            <p:cNvSpPr/>
            <p:nvPr/>
          </p:nvSpPr>
          <p:spPr>
            <a:xfrm>
              <a:off x="9482364" y="2621544"/>
              <a:ext cx="35708" cy="37286"/>
            </a:xfrm>
            <a:custGeom>
              <a:avLst/>
              <a:gdLst/>
              <a:ahLst/>
              <a:cxnLst/>
              <a:rect l="l" t="t" r="r" b="b"/>
              <a:pathLst>
                <a:path w="181" h="189" extrusionOk="0">
                  <a:moveTo>
                    <a:pt x="98" y="1"/>
                  </a:moveTo>
                  <a:cubicBezTo>
                    <a:pt x="38" y="1"/>
                    <a:pt x="1" y="46"/>
                    <a:pt x="1" y="95"/>
                  </a:cubicBezTo>
                  <a:cubicBezTo>
                    <a:pt x="1" y="143"/>
                    <a:pt x="38" y="189"/>
                    <a:pt x="98" y="189"/>
                  </a:cubicBezTo>
                  <a:cubicBezTo>
                    <a:pt x="143" y="189"/>
                    <a:pt x="180" y="143"/>
                    <a:pt x="180" y="95"/>
                  </a:cubicBezTo>
                  <a:cubicBezTo>
                    <a:pt x="180" y="46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39"/>
            <p:cNvSpPr/>
            <p:nvPr/>
          </p:nvSpPr>
          <p:spPr>
            <a:xfrm>
              <a:off x="9110872" y="2649559"/>
              <a:ext cx="68062" cy="68260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7" y="1"/>
                  </a:moveTo>
                  <a:cubicBezTo>
                    <a:pt x="83" y="1"/>
                    <a:pt x="1" y="72"/>
                    <a:pt x="1" y="166"/>
                  </a:cubicBezTo>
                  <a:cubicBezTo>
                    <a:pt x="1" y="260"/>
                    <a:pt x="83" y="345"/>
                    <a:pt x="177" y="345"/>
                  </a:cubicBezTo>
                  <a:cubicBezTo>
                    <a:pt x="274" y="345"/>
                    <a:pt x="345" y="260"/>
                    <a:pt x="345" y="166"/>
                  </a:cubicBezTo>
                  <a:cubicBezTo>
                    <a:pt x="345" y="72"/>
                    <a:pt x="274" y="1"/>
                    <a:pt x="177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39"/>
            <p:cNvSpPr/>
            <p:nvPr/>
          </p:nvSpPr>
          <p:spPr>
            <a:xfrm>
              <a:off x="9365767" y="2838757"/>
              <a:ext cx="44389" cy="42416"/>
            </a:xfrm>
            <a:custGeom>
              <a:avLst/>
              <a:gdLst/>
              <a:ahLst/>
              <a:cxnLst/>
              <a:rect l="l" t="t" r="r" b="b"/>
              <a:pathLst>
                <a:path w="225" h="215" extrusionOk="0">
                  <a:moveTo>
                    <a:pt x="120" y="1"/>
                  </a:moveTo>
                  <a:cubicBezTo>
                    <a:pt x="49" y="1"/>
                    <a:pt x="0" y="49"/>
                    <a:pt x="0" y="109"/>
                  </a:cubicBezTo>
                  <a:cubicBezTo>
                    <a:pt x="0" y="169"/>
                    <a:pt x="49" y="214"/>
                    <a:pt x="120" y="214"/>
                  </a:cubicBezTo>
                  <a:cubicBezTo>
                    <a:pt x="179" y="214"/>
                    <a:pt x="225" y="169"/>
                    <a:pt x="225" y="109"/>
                  </a:cubicBezTo>
                  <a:cubicBezTo>
                    <a:pt x="225" y="49"/>
                    <a:pt x="179" y="1"/>
                    <a:pt x="12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39"/>
            <p:cNvSpPr/>
            <p:nvPr/>
          </p:nvSpPr>
          <p:spPr>
            <a:xfrm>
              <a:off x="9305002" y="2375725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39"/>
            <p:cNvSpPr/>
            <p:nvPr/>
          </p:nvSpPr>
          <p:spPr>
            <a:xfrm>
              <a:off x="9052474" y="2495281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06"/>
                    <a:pt x="35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39"/>
            <p:cNvSpPr/>
            <p:nvPr/>
          </p:nvSpPr>
          <p:spPr>
            <a:xfrm>
              <a:off x="9305002" y="2555848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39"/>
            <p:cNvSpPr/>
            <p:nvPr/>
          </p:nvSpPr>
          <p:spPr>
            <a:xfrm>
              <a:off x="8825791" y="2621544"/>
              <a:ext cx="60763" cy="60763"/>
            </a:xfrm>
            <a:custGeom>
              <a:avLst/>
              <a:gdLst/>
              <a:ahLst/>
              <a:cxnLst/>
              <a:rect l="l" t="t" r="r" b="b"/>
              <a:pathLst>
                <a:path w="308" h="308" extrusionOk="0">
                  <a:moveTo>
                    <a:pt x="154" y="1"/>
                  </a:moveTo>
                  <a:cubicBezTo>
                    <a:pt x="72" y="1"/>
                    <a:pt x="0" y="72"/>
                    <a:pt x="0" y="154"/>
                  </a:cubicBezTo>
                  <a:cubicBezTo>
                    <a:pt x="0" y="237"/>
                    <a:pt x="72" y="308"/>
                    <a:pt x="154" y="308"/>
                  </a:cubicBezTo>
                  <a:cubicBezTo>
                    <a:pt x="237" y="308"/>
                    <a:pt x="308" y="237"/>
                    <a:pt x="308" y="154"/>
                  </a:cubicBezTo>
                  <a:cubicBezTo>
                    <a:pt x="308" y="72"/>
                    <a:pt x="237" y="1"/>
                    <a:pt x="15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39"/>
            <p:cNvSpPr/>
            <p:nvPr/>
          </p:nvSpPr>
          <p:spPr>
            <a:xfrm>
              <a:off x="8687690" y="2951013"/>
              <a:ext cx="34919" cy="35511"/>
            </a:xfrm>
            <a:custGeom>
              <a:avLst/>
              <a:gdLst/>
              <a:ahLst/>
              <a:cxnLst/>
              <a:rect l="l" t="t" r="r" b="b"/>
              <a:pathLst>
                <a:path w="177" h="180" extrusionOk="0">
                  <a:moveTo>
                    <a:pt x="94" y="1"/>
                  </a:moveTo>
                  <a:cubicBezTo>
                    <a:pt x="35" y="1"/>
                    <a:pt x="1" y="49"/>
                    <a:pt x="1" y="97"/>
                  </a:cubicBezTo>
                  <a:cubicBezTo>
                    <a:pt x="1" y="143"/>
                    <a:pt x="35" y="180"/>
                    <a:pt x="94" y="180"/>
                  </a:cubicBezTo>
                  <a:cubicBezTo>
                    <a:pt x="143" y="180"/>
                    <a:pt x="177" y="143"/>
                    <a:pt x="177" y="97"/>
                  </a:cubicBezTo>
                  <a:cubicBezTo>
                    <a:pt x="177" y="49"/>
                    <a:pt x="143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39"/>
            <p:cNvSpPr/>
            <p:nvPr/>
          </p:nvSpPr>
          <p:spPr>
            <a:xfrm>
              <a:off x="8942585" y="2860064"/>
              <a:ext cx="34919" cy="35116"/>
            </a:xfrm>
            <a:custGeom>
              <a:avLst/>
              <a:gdLst/>
              <a:ahLst/>
              <a:cxnLst/>
              <a:rect l="l" t="t" r="r" b="b"/>
              <a:pathLst>
                <a:path w="177" h="178" extrusionOk="0">
                  <a:moveTo>
                    <a:pt x="83" y="1"/>
                  </a:moveTo>
                  <a:cubicBezTo>
                    <a:pt x="34" y="1"/>
                    <a:pt x="0" y="35"/>
                    <a:pt x="0" y="83"/>
                  </a:cubicBezTo>
                  <a:cubicBezTo>
                    <a:pt x="0" y="143"/>
                    <a:pt x="34" y="177"/>
                    <a:pt x="83" y="177"/>
                  </a:cubicBezTo>
                  <a:cubicBezTo>
                    <a:pt x="131" y="177"/>
                    <a:pt x="177" y="143"/>
                    <a:pt x="177" y="83"/>
                  </a:cubicBezTo>
                  <a:cubicBezTo>
                    <a:pt x="177" y="35"/>
                    <a:pt x="131" y="1"/>
                    <a:pt x="8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39"/>
            <p:cNvSpPr/>
            <p:nvPr/>
          </p:nvSpPr>
          <p:spPr>
            <a:xfrm>
              <a:off x="8666383" y="3189533"/>
              <a:ext cx="56226" cy="56423"/>
            </a:xfrm>
            <a:custGeom>
              <a:avLst/>
              <a:gdLst/>
              <a:ahLst/>
              <a:cxnLst/>
              <a:rect l="l" t="t" r="r" b="b"/>
              <a:pathLst>
                <a:path w="285" h="28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26"/>
                    <a:pt x="72" y="285"/>
                    <a:pt x="143" y="285"/>
                  </a:cubicBezTo>
                  <a:cubicBezTo>
                    <a:pt x="225" y="285"/>
                    <a:pt x="285" y="226"/>
                    <a:pt x="285" y="143"/>
                  </a:cubicBezTo>
                  <a:cubicBezTo>
                    <a:pt x="285" y="72"/>
                    <a:pt x="225" y="1"/>
                    <a:pt x="14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F7B6DD13-2585-2792-2947-275CB7B035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1000" y="3645150"/>
            <a:ext cx="3981000" cy="372600"/>
          </a:xfrm>
        </p:spPr>
        <p:txBody>
          <a:bodyPr/>
          <a:lstStyle/>
          <a:p>
            <a:r>
              <a:rPr lang="bg-BG" dirty="0"/>
              <a:t>Прецизност в тъмнината.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p44"/>
          <p:cNvSpPr txBox="1">
            <a:spLocks noGrp="1"/>
          </p:cNvSpPr>
          <p:nvPr>
            <p:ph type="title"/>
          </p:nvPr>
        </p:nvSpPr>
        <p:spPr>
          <a:xfrm>
            <a:off x="720000" y="558489"/>
            <a:ext cx="7704000" cy="51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100"/>
            </a:pPr>
            <a:r>
              <a:rPr lang="bg-BG" dirty="0"/>
              <a:t>Основни цели на проекта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1516" name="Google Shape;1516;p44"/>
          <p:cNvSpPr txBox="1">
            <a:spLocks noGrp="1"/>
          </p:cNvSpPr>
          <p:nvPr>
            <p:ph type="subTitle" idx="1"/>
          </p:nvPr>
        </p:nvSpPr>
        <p:spPr>
          <a:xfrm>
            <a:off x="720000" y="1336009"/>
            <a:ext cx="5227317" cy="27007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Quicksand" panose="020B0604020202020204" charset="0"/>
              <a:buChar char="●"/>
            </a:pPr>
            <a:r>
              <a:rPr lang="ru-RU" sz="1600" dirty="0"/>
              <a:t>Проследяване на съня чрез специализиран хардуер и API.</a:t>
            </a:r>
          </a:p>
          <a:p>
            <a:r>
              <a:rPr lang="ru-RU" sz="1600" dirty="0"/>
              <a:t>Сигурна и мащабируема multi-tenant архитектура.</a:t>
            </a:r>
          </a:p>
          <a:p>
            <a:r>
              <a:rPr lang="ru-RU" sz="1600" dirty="0"/>
              <a:t> Пълен MLOps цикъл за дългосрочна надеждност на модела.</a:t>
            </a:r>
          </a:p>
          <a:p>
            <a:r>
              <a:rPr lang="ru-RU" sz="1600" dirty="0"/>
              <a:t>Гарантирана стабилност и устойчивост на системата.</a:t>
            </a:r>
          </a:p>
          <a:p>
            <a:r>
              <a:rPr lang="ru-RU" sz="1600" dirty="0"/>
              <a:t> Лесно внедряване и мащабиране с Docker.</a:t>
            </a:r>
          </a:p>
        </p:txBody>
      </p:sp>
      <p:grpSp>
        <p:nvGrpSpPr>
          <p:cNvPr id="1517" name="Google Shape;1517;p44"/>
          <p:cNvGrpSpPr/>
          <p:nvPr/>
        </p:nvGrpSpPr>
        <p:grpSpPr>
          <a:xfrm>
            <a:off x="5268194" y="1269109"/>
            <a:ext cx="3315119" cy="3218461"/>
            <a:chOff x="1168004" y="3965557"/>
            <a:chExt cx="651121" cy="632137"/>
          </a:xfrm>
        </p:grpSpPr>
        <p:sp>
          <p:nvSpPr>
            <p:cNvPr id="1518" name="Google Shape;1518;p44"/>
            <p:cNvSpPr/>
            <p:nvPr/>
          </p:nvSpPr>
          <p:spPr>
            <a:xfrm>
              <a:off x="1168004" y="3991541"/>
              <a:ext cx="635747" cy="606152"/>
            </a:xfrm>
            <a:custGeom>
              <a:avLst/>
              <a:gdLst/>
              <a:ahLst/>
              <a:cxnLst/>
              <a:rect l="l" t="t" r="r" b="b"/>
              <a:pathLst>
                <a:path w="20601" h="19642" extrusionOk="0">
                  <a:moveTo>
                    <a:pt x="8809" y="0"/>
                  </a:moveTo>
                  <a:cubicBezTo>
                    <a:pt x="6496" y="379"/>
                    <a:pt x="2135" y="4612"/>
                    <a:pt x="2135" y="4612"/>
                  </a:cubicBezTo>
                  <a:cubicBezTo>
                    <a:pt x="2135" y="4612"/>
                    <a:pt x="1" y="6307"/>
                    <a:pt x="106" y="6982"/>
                  </a:cubicBezTo>
                  <a:cubicBezTo>
                    <a:pt x="214" y="7659"/>
                    <a:pt x="7514" y="17403"/>
                    <a:pt x="12837" y="19641"/>
                  </a:cubicBezTo>
                  <a:cubicBezTo>
                    <a:pt x="13574" y="19522"/>
                    <a:pt x="19986" y="15385"/>
                    <a:pt x="20601" y="12031"/>
                  </a:cubicBezTo>
                  <a:cubicBezTo>
                    <a:pt x="17887" y="7266"/>
                    <a:pt x="9506" y="236"/>
                    <a:pt x="88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44"/>
            <p:cNvSpPr/>
            <p:nvPr/>
          </p:nvSpPr>
          <p:spPr>
            <a:xfrm>
              <a:off x="1186644" y="4170038"/>
              <a:ext cx="392200" cy="401303"/>
            </a:xfrm>
            <a:custGeom>
              <a:avLst/>
              <a:gdLst/>
              <a:ahLst/>
              <a:cxnLst/>
              <a:rect l="l" t="t" r="r" b="b"/>
              <a:pathLst>
                <a:path w="12709" h="13004" extrusionOk="0">
                  <a:moveTo>
                    <a:pt x="2657" y="0"/>
                  </a:moveTo>
                  <a:cubicBezTo>
                    <a:pt x="1767" y="0"/>
                    <a:pt x="865" y="152"/>
                    <a:pt x="0" y="296"/>
                  </a:cubicBezTo>
                  <a:cubicBezTo>
                    <a:pt x="0" y="321"/>
                    <a:pt x="0" y="344"/>
                    <a:pt x="11" y="356"/>
                  </a:cubicBezTo>
                  <a:cubicBezTo>
                    <a:pt x="120" y="1044"/>
                    <a:pt x="7385" y="10739"/>
                    <a:pt x="12708" y="13004"/>
                  </a:cubicBezTo>
                  <a:cubicBezTo>
                    <a:pt x="12375" y="12116"/>
                    <a:pt x="12173" y="11178"/>
                    <a:pt x="12270" y="10219"/>
                  </a:cubicBezTo>
                  <a:cubicBezTo>
                    <a:pt x="11701" y="9650"/>
                    <a:pt x="11072" y="9152"/>
                    <a:pt x="10466" y="8546"/>
                  </a:cubicBezTo>
                  <a:cubicBezTo>
                    <a:pt x="9425" y="7445"/>
                    <a:pt x="8714" y="6284"/>
                    <a:pt x="7659" y="5181"/>
                  </a:cubicBezTo>
                  <a:cubicBezTo>
                    <a:pt x="5986" y="3439"/>
                    <a:pt x="4649" y="1707"/>
                    <a:pt x="3058" y="11"/>
                  </a:cubicBezTo>
                  <a:cubicBezTo>
                    <a:pt x="2925" y="4"/>
                    <a:pt x="2791" y="0"/>
                    <a:pt x="26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44"/>
            <p:cNvSpPr/>
            <p:nvPr/>
          </p:nvSpPr>
          <p:spPr>
            <a:xfrm>
              <a:off x="1186644" y="3965557"/>
              <a:ext cx="268575" cy="213613"/>
            </a:xfrm>
            <a:custGeom>
              <a:avLst/>
              <a:gdLst/>
              <a:ahLst/>
              <a:cxnLst/>
              <a:rect l="l" t="t" r="r" b="b"/>
              <a:pathLst>
                <a:path w="8703" h="6922" extrusionOk="0">
                  <a:moveTo>
                    <a:pt x="8703" y="0"/>
                  </a:moveTo>
                  <a:lnTo>
                    <a:pt x="8703" y="0"/>
                  </a:lnTo>
                  <a:cubicBezTo>
                    <a:pt x="6378" y="393"/>
                    <a:pt x="2040" y="4623"/>
                    <a:pt x="2040" y="4623"/>
                  </a:cubicBezTo>
                  <a:cubicBezTo>
                    <a:pt x="2040" y="4623"/>
                    <a:pt x="11" y="6211"/>
                    <a:pt x="0" y="6922"/>
                  </a:cubicBezTo>
                  <a:cubicBezTo>
                    <a:pt x="865" y="6778"/>
                    <a:pt x="1767" y="6626"/>
                    <a:pt x="2657" y="6626"/>
                  </a:cubicBezTo>
                  <a:cubicBezTo>
                    <a:pt x="2791" y="6626"/>
                    <a:pt x="2925" y="6630"/>
                    <a:pt x="3058" y="6637"/>
                  </a:cubicBezTo>
                  <a:lnTo>
                    <a:pt x="3070" y="6637"/>
                  </a:lnTo>
                  <a:lnTo>
                    <a:pt x="8535" y="3508"/>
                  </a:lnTo>
                  <a:lnTo>
                    <a:pt x="8703" y="0"/>
                  </a:lnTo>
                  <a:close/>
                </a:path>
              </a:pathLst>
            </a:custGeom>
            <a:solidFill>
              <a:srgbClr val="9A6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44"/>
            <p:cNvSpPr/>
            <p:nvPr/>
          </p:nvSpPr>
          <p:spPr>
            <a:xfrm>
              <a:off x="1281016" y="4170378"/>
              <a:ext cx="370" cy="463"/>
            </a:xfrm>
            <a:custGeom>
              <a:avLst/>
              <a:gdLst/>
              <a:ahLst/>
              <a:cxnLst/>
              <a:rect l="l" t="t" r="r" b="b"/>
              <a:pathLst>
                <a:path w="12" h="15" extrusionOk="0">
                  <a:moveTo>
                    <a:pt x="0" y="0"/>
                  </a:moveTo>
                  <a:lnTo>
                    <a:pt x="0" y="1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BBDA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44"/>
            <p:cNvSpPr/>
            <p:nvPr/>
          </p:nvSpPr>
          <p:spPr>
            <a:xfrm>
              <a:off x="1281016" y="3965557"/>
              <a:ext cx="537766" cy="519497"/>
            </a:xfrm>
            <a:custGeom>
              <a:avLst/>
              <a:gdLst/>
              <a:ahLst/>
              <a:cxnLst/>
              <a:rect l="l" t="t" r="r" b="b"/>
              <a:pathLst>
                <a:path w="17426" h="16834" extrusionOk="0">
                  <a:moveTo>
                    <a:pt x="5645" y="0"/>
                  </a:moveTo>
                  <a:lnTo>
                    <a:pt x="5477" y="3508"/>
                  </a:lnTo>
                  <a:lnTo>
                    <a:pt x="12" y="6637"/>
                  </a:lnTo>
                  <a:lnTo>
                    <a:pt x="0" y="6652"/>
                  </a:lnTo>
                  <a:cubicBezTo>
                    <a:pt x="1591" y="8333"/>
                    <a:pt x="2928" y="10065"/>
                    <a:pt x="4601" y="11807"/>
                  </a:cubicBezTo>
                  <a:cubicBezTo>
                    <a:pt x="5656" y="12910"/>
                    <a:pt x="6367" y="14071"/>
                    <a:pt x="7408" y="15172"/>
                  </a:cubicBezTo>
                  <a:cubicBezTo>
                    <a:pt x="8014" y="15778"/>
                    <a:pt x="8632" y="16276"/>
                    <a:pt x="9201" y="16833"/>
                  </a:cubicBezTo>
                  <a:lnTo>
                    <a:pt x="9223" y="16808"/>
                  </a:lnTo>
                  <a:lnTo>
                    <a:pt x="15149" y="11297"/>
                  </a:lnTo>
                  <a:lnTo>
                    <a:pt x="17425" y="12008"/>
                  </a:lnTo>
                  <a:cubicBezTo>
                    <a:pt x="14689" y="7232"/>
                    <a:pt x="6342" y="236"/>
                    <a:pt x="5656" y="0"/>
                  </a:cubicBezTo>
                  <a:close/>
                </a:path>
              </a:pathLst>
            </a:custGeom>
            <a:solidFill>
              <a:srgbClr val="9A6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44"/>
            <p:cNvSpPr/>
            <p:nvPr/>
          </p:nvSpPr>
          <p:spPr>
            <a:xfrm>
              <a:off x="1564932" y="4484229"/>
              <a:ext cx="741" cy="1173"/>
            </a:xfrm>
            <a:custGeom>
              <a:avLst/>
              <a:gdLst/>
              <a:ahLst/>
              <a:cxnLst/>
              <a:rect l="l" t="t" r="r" b="b"/>
              <a:pathLst>
                <a:path w="24" h="38" extrusionOk="0">
                  <a:moveTo>
                    <a:pt x="23" y="1"/>
                  </a:moveTo>
                  <a:lnTo>
                    <a:pt x="1" y="26"/>
                  </a:lnTo>
                  <a:cubicBezTo>
                    <a:pt x="1" y="26"/>
                    <a:pt x="12" y="26"/>
                    <a:pt x="12" y="38"/>
                  </a:cubicBezTo>
                  <a:cubicBezTo>
                    <a:pt x="12" y="26"/>
                    <a:pt x="12" y="15"/>
                    <a:pt x="23" y="1"/>
                  </a:cubicBezTo>
                  <a:close/>
                </a:path>
              </a:pathLst>
            </a:custGeom>
            <a:solidFill>
              <a:srgbClr val="BBDA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44"/>
            <p:cNvSpPr/>
            <p:nvPr/>
          </p:nvSpPr>
          <p:spPr>
            <a:xfrm>
              <a:off x="1562309" y="4314188"/>
              <a:ext cx="256817" cy="257866"/>
            </a:xfrm>
            <a:custGeom>
              <a:avLst/>
              <a:gdLst/>
              <a:ahLst/>
              <a:cxnLst/>
              <a:rect l="l" t="t" r="r" b="b"/>
              <a:pathLst>
                <a:path w="8322" h="8356" extrusionOk="0">
                  <a:moveTo>
                    <a:pt x="6034" y="0"/>
                  </a:moveTo>
                  <a:lnTo>
                    <a:pt x="108" y="5511"/>
                  </a:lnTo>
                  <a:cubicBezTo>
                    <a:pt x="97" y="5525"/>
                    <a:pt x="97" y="5536"/>
                    <a:pt x="97" y="5548"/>
                  </a:cubicBezTo>
                  <a:cubicBezTo>
                    <a:pt x="0" y="6507"/>
                    <a:pt x="202" y="7445"/>
                    <a:pt x="535" y="8333"/>
                  </a:cubicBezTo>
                  <a:cubicBezTo>
                    <a:pt x="547" y="8344"/>
                    <a:pt x="558" y="8344"/>
                    <a:pt x="569" y="8356"/>
                  </a:cubicBezTo>
                  <a:cubicBezTo>
                    <a:pt x="1295" y="8239"/>
                    <a:pt x="7719" y="4088"/>
                    <a:pt x="8322" y="734"/>
                  </a:cubicBezTo>
                  <a:cubicBezTo>
                    <a:pt x="8322" y="723"/>
                    <a:pt x="8310" y="711"/>
                    <a:pt x="8310" y="711"/>
                  </a:cubicBezTo>
                  <a:lnTo>
                    <a:pt x="60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44"/>
            <p:cNvSpPr/>
            <p:nvPr/>
          </p:nvSpPr>
          <p:spPr>
            <a:xfrm>
              <a:off x="1219912" y="3979074"/>
              <a:ext cx="546191" cy="553135"/>
            </a:xfrm>
            <a:custGeom>
              <a:avLst/>
              <a:gdLst/>
              <a:ahLst/>
              <a:cxnLst/>
              <a:rect l="l" t="t" r="r" b="b"/>
              <a:pathLst>
                <a:path w="17699" h="17924" extrusionOk="0">
                  <a:moveTo>
                    <a:pt x="7494" y="0"/>
                  </a:moveTo>
                  <a:cubicBezTo>
                    <a:pt x="5514" y="322"/>
                    <a:pt x="1815" y="4151"/>
                    <a:pt x="1815" y="4151"/>
                  </a:cubicBezTo>
                  <a:cubicBezTo>
                    <a:pt x="1815" y="4151"/>
                    <a:pt x="0" y="5667"/>
                    <a:pt x="108" y="6285"/>
                  </a:cubicBezTo>
                  <a:cubicBezTo>
                    <a:pt x="202" y="6899"/>
                    <a:pt x="6544" y="15838"/>
                    <a:pt x="11121" y="17923"/>
                  </a:cubicBezTo>
                  <a:cubicBezTo>
                    <a:pt x="11750" y="17818"/>
                    <a:pt x="17212" y="14108"/>
                    <a:pt x="17698" y="11061"/>
                  </a:cubicBezTo>
                  <a:cubicBezTo>
                    <a:pt x="15329" y="6697"/>
                    <a:pt x="8097" y="225"/>
                    <a:pt x="7494" y="0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44"/>
            <p:cNvSpPr/>
            <p:nvPr/>
          </p:nvSpPr>
          <p:spPr>
            <a:xfrm>
              <a:off x="1219912" y="4049312"/>
              <a:ext cx="514745" cy="482897"/>
            </a:xfrm>
            <a:custGeom>
              <a:avLst/>
              <a:gdLst/>
              <a:ahLst/>
              <a:cxnLst/>
              <a:rect l="l" t="t" r="r" b="b"/>
              <a:pathLst>
                <a:path w="16680" h="15648" extrusionOk="0">
                  <a:moveTo>
                    <a:pt x="3830" y="0"/>
                  </a:moveTo>
                  <a:lnTo>
                    <a:pt x="3830" y="0"/>
                  </a:lnTo>
                  <a:cubicBezTo>
                    <a:pt x="2692" y="962"/>
                    <a:pt x="1815" y="1875"/>
                    <a:pt x="1815" y="1875"/>
                  </a:cubicBezTo>
                  <a:cubicBezTo>
                    <a:pt x="1815" y="1875"/>
                    <a:pt x="0" y="3391"/>
                    <a:pt x="108" y="4009"/>
                  </a:cubicBezTo>
                  <a:cubicBezTo>
                    <a:pt x="202" y="4623"/>
                    <a:pt x="6544" y="13562"/>
                    <a:pt x="11121" y="15647"/>
                  </a:cubicBezTo>
                  <a:cubicBezTo>
                    <a:pt x="11559" y="15576"/>
                    <a:pt x="14415" y="13704"/>
                    <a:pt x="16230" y="11548"/>
                  </a:cubicBezTo>
                  <a:cubicBezTo>
                    <a:pt x="16572" y="10706"/>
                    <a:pt x="16680" y="9755"/>
                    <a:pt x="16560" y="8868"/>
                  </a:cubicBezTo>
                  <a:lnTo>
                    <a:pt x="16560" y="8868"/>
                  </a:lnTo>
                  <a:cubicBezTo>
                    <a:pt x="15377" y="11132"/>
                    <a:pt x="13846" y="13952"/>
                    <a:pt x="11024" y="14179"/>
                  </a:cubicBezTo>
                  <a:cubicBezTo>
                    <a:pt x="11007" y="14182"/>
                    <a:pt x="10990" y="14184"/>
                    <a:pt x="10973" y="14184"/>
                  </a:cubicBezTo>
                  <a:cubicBezTo>
                    <a:pt x="10797" y="14184"/>
                    <a:pt x="10599" y="14035"/>
                    <a:pt x="10470" y="13906"/>
                  </a:cubicBezTo>
                  <a:cubicBezTo>
                    <a:pt x="10208" y="13550"/>
                    <a:pt x="10339" y="13135"/>
                    <a:pt x="10646" y="12802"/>
                  </a:cubicBezTo>
                  <a:cubicBezTo>
                    <a:pt x="12233" y="11320"/>
                    <a:pt x="13753" y="10125"/>
                    <a:pt x="15078" y="8546"/>
                  </a:cubicBezTo>
                  <a:lnTo>
                    <a:pt x="15078" y="8546"/>
                  </a:lnTo>
                  <a:cubicBezTo>
                    <a:pt x="14060" y="9317"/>
                    <a:pt x="13112" y="10100"/>
                    <a:pt x="12034" y="10836"/>
                  </a:cubicBezTo>
                  <a:cubicBezTo>
                    <a:pt x="11286" y="11357"/>
                    <a:pt x="10635" y="11974"/>
                    <a:pt x="9886" y="12578"/>
                  </a:cubicBezTo>
                  <a:cubicBezTo>
                    <a:pt x="9622" y="12754"/>
                    <a:pt x="9316" y="12863"/>
                    <a:pt x="9026" y="12863"/>
                  </a:cubicBezTo>
                  <a:cubicBezTo>
                    <a:pt x="8732" y="12863"/>
                    <a:pt x="8454" y="12751"/>
                    <a:pt x="8250" y="12484"/>
                  </a:cubicBezTo>
                  <a:cubicBezTo>
                    <a:pt x="8037" y="12199"/>
                    <a:pt x="7932" y="11772"/>
                    <a:pt x="8122" y="11462"/>
                  </a:cubicBezTo>
                  <a:cubicBezTo>
                    <a:pt x="8797" y="10006"/>
                    <a:pt x="10350" y="9485"/>
                    <a:pt x="11309" y="8287"/>
                  </a:cubicBezTo>
                  <a:cubicBezTo>
                    <a:pt x="12162" y="7195"/>
                    <a:pt x="12922" y="6034"/>
                    <a:pt x="13514" y="4754"/>
                  </a:cubicBezTo>
                  <a:lnTo>
                    <a:pt x="13514" y="4754"/>
                  </a:lnTo>
                  <a:cubicBezTo>
                    <a:pt x="12888" y="5810"/>
                    <a:pt x="12046" y="6697"/>
                    <a:pt x="11084" y="7445"/>
                  </a:cubicBezTo>
                  <a:cubicBezTo>
                    <a:pt x="9894" y="8418"/>
                    <a:pt x="8593" y="9801"/>
                    <a:pt x="6996" y="9801"/>
                  </a:cubicBezTo>
                  <a:cubicBezTo>
                    <a:pt x="6860" y="9801"/>
                    <a:pt x="6721" y="9791"/>
                    <a:pt x="6581" y="9770"/>
                  </a:cubicBezTo>
                  <a:cubicBezTo>
                    <a:pt x="6046" y="9661"/>
                    <a:pt x="6083" y="8902"/>
                    <a:pt x="6401" y="8489"/>
                  </a:cubicBezTo>
                  <a:cubicBezTo>
                    <a:pt x="6876" y="7966"/>
                    <a:pt x="7505" y="7636"/>
                    <a:pt x="8179" y="7445"/>
                  </a:cubicBezTo>
                  <a:cubicBezTo>
                    <a:pt x="8216" y="7397"/>
                    <a:pt x="8239" y="7314"/>
                    <a:pt x="8276" y="7266"/>
                  </a:cubicBezTo>
                  <a:cubicBezTo>
                    <a:pt x="9957" y="6367"/>
                    <a:pt x="11735" y="5323"/>
                    <a:pt x="12922" y="3770"/>
                  </a:cubicBezTo>
                  <a:lnTo>
                    <a:pt x="12922" y="3770"/>
                  </a:lnTo>
                  <a:cubicBezTo>
                    <a:pt x="12188" y="4174"/>
                    <a:pt x="11559" y="4706"/>
                    <a:pt x="10825" y="5061"/>
                  </a:cubicBezTo>
                  <a:cubicBezTo>
                    <a:pt x="9235" y="5844"/>
                    <a:pt x="7553" y="6236"/>
                    <a:pt x="6023" y="7078"/>
                  </a:cubicBezTo>
                  <a:cubicBezTo>
                    <a:pt x="5547" y="7344"/>
                    <a:pt x="5081" y="7496"/>
                    <a:pt x="4566" y="7496"/>
                  </a:cubicBezTo>
                  <a:cubicBezTo>
                    <a:pt x="4531" y="7496"/>
                    <a:pt x="4495" y="7495"/>
                    <a:pt x="4458" y="7494"/>
                  </a:cubicBezTo>
                  <a:cubicBezTo>
                    <a:pt x="4174" y="7457"/>
                    <a:pt x="3912" y="7303"/>
                    <a:pt x="3938" y="6936"/>
                  </a:cubicBezTo>
                  <a:cubicBezTo>
                    <a:pt x="4009" y="6450"/>
                    <a:pt x="4424" y="6071"/>
                    <a:pt x="4791" y="5844"/>
                  </a:cubicBezTo>
                  <a:cubicBezTo>
                    <a:pt x="6700" y="4660"/>
                    <a:pt x="8691" y="3664"/>
                    <a:pt x="10598" y="2478"/>
                  </a:cubicBezTo>
                  <a:cubicBezTo>
                    <a:pt x="10825" y="2359"/>
                    <a:pt x="11024" y="2134"/>
                    <a:pt x="11192" y="1909"/>
                  </a:cubicBezTo>
                  <a:lnTo>
                    <a:pt x="11192" y="1909"/>
                  </a:lnTo>
                  <a:cubicBezTo>
                    <a:pt x="8370" y="1932"/>
                    <a:pt x="6319" y="4009"/>
                    <a:pt x="3807" y="5169"/>
                  </a:cubicBezTo>
                  <a:cubicBezTo>
                    <a:pt x="3600" y="5265"/>
                    <a:pt x="3354" y="5317"/>
                    <a:pt x="3118" y="5317"/>
                  </a:cubicBezTo>
                  <a:cubicBezTo>
                    <a:pt x="2599" y="5317"/>
                    <a:pt x="2132" y="5064"/>
                    <a:pt x="2253" y="4470"/>
                  </a:cubicBezTo>
                  <a:cubicBezTo>
                    <a:pt x="2478" y="3639"/>
                    <a:pt x="3414" y="3283"/>
                    <a:pt x="4114" y="2893"/>
                  </a:cubicBezTo>
                  <a:cubicBezTo>
                    <a:pt x="5454" y="2088"/>
                    <a:pt x="7209" y="1636"/>
                    <a:pt x="7920" y="131"/>
                  </a:cubicBezTo>
                  <a:lnTo>
                    <a:pt x="7920" y="131"/>
                  </a:lnTo>
                  <a:cubicBezTo>
                    <a:pt x="6771" y="640"/>
                    <a:pt x="5619" y="1138"/>
                    <a:pt x="4518" y="1756"/>
                  </a:cubicBezTo>
                  <a:cubicBezTo>
                    <a:pt x="4182" y="1948"/>
                    <a:pt x="3813" y="2140"/>
                    <a:pt x="3453" y="2140"/>
                  </a:cubicBezTo>
                  <a:cubicBezTo>
                    <a:pt x="3393" y="2140"/>
                    <a:pt x="3332" y="2134"/>
                    <a:pt x="3272" y="2123"/>
                  </a:cubicBezTo>
                  <a:cubicBezTo>
                    <a:pt x="3059" y="2074"/>
                    <a:pt x="3084" y="1673"/>
                    <a:pt x="3130" y="1505"/>
                  </a:cubicBezTo>
                  <a:cubicBezTo>
                    <a:pt x="3298" y="962"/>
                    <a:pt x="3534" y="464"/>
                    <a:pt x="3830" y="0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44"/>
            <p:cNvSpPr/>
            <p:nvPr/>
          </p:nvSpPr>
          <p:spPr>
            <a:xfrm>
              <a:off x="1273331" y="4077148"/>
              <a:ext cx="453488" cy="400100"/>
            </a:xfrm>
            <a:custGeom>
              <a:avLst/>
              <a:gdLst/>
              <a:ahLst/>
              <a:cxnLst/>
              <a:rect l="l" t="t" r="r" b="b"/>
              <a:pathLst>
                <a:path w="14695" h="12965" extrusionOk="0">
                  <a:moveTo>
                    <a:pt x="7814" y="0"/>
                  </a:moveTo>
                  <a:lnTo>
                    <a:pt x="1057" y="1647"/>
                  </a:lnTo>
                  <a:cubicBezTo>
                    <a:pt x="1057" y="1647"/>
                    <a:pt x="919" y="1652"/>
                    <a:pt x="715" y="1652"/>
                  </a:cubicBezTo>
                  <a:cubicBezTo>
                    <a:pt x="613" y="1652"/>
                    <a:pt x="495" y="1651"/>
                    <a:pt x="369" y="1647"/>
                  </a:cubicBezTo>
                  <a:cubicBezTo>
                    <a:pt x="360" y="1647"/>
                    <a:pt x="352" y="1647"/>
                    <a:pt x="345" y="1647"/>
                  </a:cubicBezTo>
                  <a:cubicBezTo>
                    <a:pt x="0" y="1647"/>
                    <a:pt x="548" y="2146"/>
                    <a:pt x="687" y="2205"/>
                  </a:cubicBezTo>
                  <a:cubicBezTo>
                    <a:pt x="818" y="2265"/>
                    <a:pt x="1140" y="2395"/>
                    <a:pt x="972" y="2549"/>
                  </a:cubicBezTo>
                  <a:cubicBezTo>
                    <a:pt x="807" y="2703"/>
                    <a:pt x="286" y="3092"/>
                    <a:pt x="773" y="3425"/>
                  </a:cubicBezTo>
                  <a:cubicBezTo>
                    <a:pt x="1070" y="3637"/>
                    <a:pt x="1784" y="3678"/>
                    <a:pt x="2292" y="3678"/>
                  </a:cubicBezTo>
                  <a:cubicBezTo>
                    <a:pt x="2610" y="3678"/>
                    <a:pt x="2847" y="3661"/>
                    <a:pt x="2847" y="3661"/>
                  </a:cubicBezTo>
                  <a:cubicBezTo>
                    <a:pt x="2890" y="3864"/>
                    <a:pt x="3039" y="4014"/>
                    <a:pt x="3186" y="4014"/>
                  </a:cubicBezTo>
                  <a:cubicBezTo>
                    <a:pt x="3280" y="4014"/>
                    <a:pt x="3374" y="3953"/>
                    <a:pt x="3438" y="3804"/>
                  </a:cubicBezTo>
                  <a:cubicBezTo>
                    <a:pt x="3451" y="3802"/>
                    <a:pt x="3464" y="3801"/>
                    <a:pt x="3477" y="3801"/>
                  </a:cubicBezTo>
                  <a:cubicBezTo>
                    <a:pt x="3856" y="3801"/>
                    <a:pt x="4705" y="4398"/>
                    <a:pt x="4955" y="4694"/>
                  </a:cubicBezTo>
                  <a:cubicBezTo>
                    <a:pt x="5228" y="4990"/>
                    <a:pt x="5239" y="4885"/>
                    <a:pt x="5430" y="5488"/>
                  </a:cubicBezTo>
                  <a:cubicBezTo>
                    <a:pt x="5620" y="6094"/>
                    <a:pt x="5999" y="6816"/>
                    <a:pt x="6391" y="7195"/>
                  </a:cubicBezTo>
                  <a:cubicBezTo>
                    <a:pt x="6481" y="7208"/>
                    <a:pt x="6556" y="7214"/>
                    <a:pt x="6619" y="7214"/>
                  </a:cubicBezTo>
                  <a:cubicBezTo>
                    <a:pt x="6943" y="7214"/>
                    <a:pt x="6935" y="7064"/>
                    <a:pt x="6935" y="7064"/>
                  </a:cubicBezTo>
                  <a:lnTo>
                    <a:pt x="6935" y="7064"/>
                  </a:lnTo>
                  <a:cubicBezTo>
                    <a:pt x="6935" y="7064"/>
                    <a:pt x="8226" y="9235"/>
                    <a:pt x="8844" y="9778"/>
                  </a:cubicBezTo>
                  <a:cubicBezTo>
                    <a:pt x="9472" y="10324"/>
                    <a:pt x="12366" y="11215"/>
                    <a:pt x="12625" y="11249"/>
                  </a:cubicBezTo>
                  <a:cubicBezTo>
                    <a:pt x="12886" y="11286"/>
                    <a:pt x="12590" y="12779"/>
                    <a:pt x="12636" y="12956"/>
                  </a:cubicBezTo>
                  <a:cubicBezTo>
                    <a:pt x="12654" y="12962"/>
                    <a:pt x="12672" y="12965"/>
                    <a:pt x="12691" y="12965"/>
                  </a:cubicBezTo>
                  <a:cubicBezTo>
                    <a:pt x="13079" y="12965"/>
                    <a:pt x="13692" y="11735"/>
                    <a:pt x="13467" y="11024"/>
                  </a:cubicBezTo>
                  <a:cubicBezTo>
                    <a:pt x="13219" y="10276"/>
                    <a:pt x="12590" y="10253"/>
                    <a:pt x="12590" y="10253"/>
                  </a:cubicBezTo>
                  <a:cubicBezTo>
                    <a:pt x="12590" y="10253"/>
                    <a:pt x="12531" y="10219"/>
                    <a:pt x="12411" y="10159"/>
                  </a:cubicBezTo>
                  <a:cubicBezTo>
                    <a:pt x="11913" y="9863"/>
                    <a:pt x="10491" y="9033"/>
                    <a:pt x="10172" y="8890"/>
                  </a:cubicBezTo>
                  <a:cubicBezTo>
                    <a:pt x="9780" y="8725"/>
                    <a:pt x="9592" y="7172"/>
                    <a:pt x="9307" y="6543"/>
                  </a:cubicBezTo>
                  <a:cubicBezTo>
                    <a:pt x="10282" y="6264"/>
                    <a:pt x="11005" y="6137"/>
                    <a:pt x="11228" y="6137"/>
                  </a:cubicBezTo>
                  <a:cubicBezTo>
                    <a:pt x="11271" y="6137"/>
                    <a:pt x="11295" y="6142"/>
                    <a:pt x="11299" y="6151"/>
                  </a:cubicBezTo>
                  <a:cubicBezTo>
                    <a:pt x="11322" y="6210"/>
                    <a:pt x="11831" y="9104"/>
                    <a:pt x="12044" y="9223"/>
                  </a:cubicBezTo>
                  <a:cubicBezTo>
                    <a:pt x="12258" y="9351"/>
                    <a:pt x="12138" y="9695"/>
                    <a:pt x="12138" y="9695"/>
                  </a:cubicBezTo>
                  <a:cubicBezTo>
                    <a:pt x="12138" y="9695"/>
                    <a:pt x="12815" y="10077"/>
                    <a:pt x="13444" y="10205"/>
                  </a:cubicBezTo>
                  <a:cubicBezTo>
                    <a:pt x="13599" y="10236"/>
                    <a:pt x="13759" y="10251"/>
                    <a:pt x="13906" y="10251"/>
                  </a:cubicBezTo>
                  <a:cubicBezTo>
                    <a:pt x="14366" y="10251"/>
                    <a:pt x="14695" y="10110"/>
                    <a:pt x="14309" y="9920"/>
                  </a:cubicBezTo>
                  <a:cubicBezTo>
                    <a:pt x="13788" y="9684"/>
                    <a:pt x="12946" y="9388"/>
                    <a:pt x="12767" y="8725"/>
                  </a:cubicBezTo>
                  <a:cubicBezTo>
                    <a:pt x="12602" y="8060"/>
                    <a:pt x="12921" y="5346"/>
                    <a:pt x="12224" y="4930"/>
                  </a:cubicBezTo>
                  <a:cubicBezTo>
                    <a:pt x="11524" y="4529"/>
                    <a:pt x="8369" y="3710"/>
                    <a:pt x="8369" y="3710"/>
                  </a:cubicBezTo>
                  <a:lnTo>
                    <a:pt x="7458" y="2737"/>
                  </a:lnTo>
                  <a:cubicBezTo>
                    <a:pt x="7458" y="2737"/>
                    <a:pt x="7433" y="1243"/>
                    <a:pt x="7231" y="509"/>
                  </a:cubicBezTo>
                  <a:cubicBezTo>
                    <a:pt x="8013" y="509"/>
                    <a:pt x="8027" y="142"/>
                    <a:pt x="7814" y="0"/>
                  </a:cubicBezTo>
                  <a:close/>
                </a:path>
              </a:pathLst>
            </a:custGeom>
            <a:solidFill>
              <a:srgbClr val="0303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44"/>
            <p:cNvSpPr/>
            <p:nvPr/>
          </p:nvSpPr>
          <p:spPr>
            <a:xfrm>
              <a:off x="1281664" y="3993825"/>
              <a:ext cx="230987" cy="202071"/>
            </a:xfrm>
            <a:custGeom>
              <a:avLst/>
              <a:gdLst/>
              <a:ahLst/>
              <a:cxnLst/>
              <a:rect l="l" t="t" r="r" b="b"/>
              <a:pathLst>
                <a:path w="7485" h="6548" extrusionOk="0">
                  <a:moveTo>
                    <a:pt x="5051" y="0"/>
                  </a:moveTo>
                  <a:cubicBezTo>
                    <a:pt x="4966" y="0"/>
                    <a:pt x="4948" y="149"/>
                    <a:pt x="4875" y="305"/>
                  </a:cubicBezTo>
                  <a:cubicBezTo>
                    <a:pt x="4782" y="484"/>
                    <a:pt x="4486" y="791"/>
                    <a:pt x="2992" y="1622"/>
                  </a:cubicBezTo>
                  <a:cubicBezTo>
                    <a:pt x="1058" y="2689"/>
                    <a:pt x="691" y="3886"/>
                    <a:pt x="597" y="4100"/>
                  </a:cubicBezTo>
                  <a:cubicBezTo>
                    <a:pt x="541" y="4202"/>
                    <a:pt x="439" y="4227"/>
                    <a:pt x="352" y="4227"/>
                  </a:cubicBezTo>
                  <a:cubicBezTo>
                    <a:pt x="271" y="4227"/>
                    <a:pt x="204" y="4205"/>
                    <a:pt x="204" y="4205"/>
                  </a:cubicBezTo>
                  <a:cubicBezTo>
                    <a:pt x="194" y="4204"/>
                    <a:pt x="185" y="4203"/>
                    <a:pt x="177" y="4203"/>
                  </a:cubicBezTo>
                  <a:cubicBezTo>
                    <a:pt x="1" y="4203"/>
                    <a:pt x="106" y="4424"/>
                    <a:pt x="264" y="4549"/>
                  </a:cubicBezTo>
                  <a:cubicBezTo>
                    <a:pt x="316" y="4587"/>
                    <a:pt x="359" y="4598"/>
                    <a:pt x="397" y="4598"/>
                  </a:cubicBezTo>
                  <a:cubicBezTo>
                    <a:pt x="447" y="4598"/>
                    <a:pt x="488" y="4580"/>
                    <a:pt x="530" y="4580"/>
                  </a:cubicBezTo>
                  <a:cubicBezTo>
                    <a:pt x="566" y="4580"/>
                    <a:pt x="602" y="4593"/>
                    <a:pt x="645" y="4643"/>
                  </a:cubicBezTo>
                  <a:cubicBezTo>
                    <a:pt x="762" y="4785"/>
                    <a:pt x="975" y="5238"/>
                    <a:pt x="1390" y="5462"/>
                  </a:cubicBezTo>
                  <a:cubicBezTo>
                    <a:pt x="1806" y="5676"/>
                    <a:pt x="2517" y="5687"/>
                    <a:pt x="2599" y="6091"/>
                  </a:cubicBezTo>
                  <a:cubicBezTo>
                    <a:pt x="2661" y="6397"/>
                    <a:pt x="2781" y="6548"/>
                    <a:pt x="2882" y="6548"/>
                  </a:cubicBezTo>
                  <a:cubicBezTo>
                    <a:pt x="2918" y="6548"/>
                    <a:pt x="2951" y="6529"/>
                    <a:pt x="2978" y="6492"/>
                  </a:cubicBezTo>
                  <a:cubicBezTo>
                    <a:pt x="3075" y="6350"/>
                    <a:pt x="3134" y="5878"/>
                    <a:pt x="3797" y="5650"/>
                  </a:cubicBezTo>
                  <a:cubicBezTo>
                    <a:pt x="4460" y="5425"/>
                    <a:pt x="5635" y="4478"/>
                    <a:pt x="6133" y="3778"/>
                  </a:cubicBezTo>
                  <a:cubicBezTo>
                    <a:pt x="6631" y="3067"/>
                    <a:pt x="7046" y="2996"/>
                    <a:pt x="7046" y="2996"/>
                  </a:cubicBezTo>
                  <a:cubicBezTo>
                    <a:pt x="7046" y="2996"/>
                    <a:pt x="7117" y="3044"/>
                    <a:pt x="7140" y="3044"/>
                  </a:cubicBezTo>
                  <a:cubicBezTo>
                    <a:pt x="7234" y="3044"/>
                    <a:pt x="7484" y="2865"/>
                    <a:pt x="7331" y="2760"/>
                  </a:cubicBezTo>
                  <a:cubicBezTo>
                    <a:pt x="7163" y="2652"/>
                    <a:pt x="7069" y="2723"/>
                    <a:pt x="6807" y="2214"/>
                  </a:cubicBezTo>
                  <a:cubicBezTo>
                    <a:pt x="6309" y="757"/>
                    <a:pt x="5385" y="484"/>
                    <a:pt x="5325" y="401"/>
                  </a:cubicBezTo>
                  <a:cubicBezTo>
                    <a:pt x="5254" y="305"/>
                    <a:pt x="5197" y="57"/>
                    <a:pt x="5089" y="9"/>
                  </a:cubicBezTo>
                  <a:cubicBezTo>
                    <a:pt x="5075" y="3"/>
                    <a:pt x="5062" y="0"/>
                    <a:pt x="5051" y="0"/>
                  </a:cubicBez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44"/>
            <p:cNvSpPr/>
            <p:nvPr/>
          </p:nvSpPr>
          <p:spPr>
            <a:xfrm>
              <a:off x="1323510" y="4038696"/>
              <a:ext cx="143746" cy="118533"/>
            </a:xfrm>
            <a:custGeom>
              <a:avLst/>
              <a:gdLst/>
              <a:ahLst/>
              <a:cxnLst/>
              <a:rect l="l" t="t" r="r" b="b"/>
              <a:pathLst>
                <a:path w="4658" h="3841" extrusionOk="0">
                  <a:moveTo>
                    <a:pt x="4657" y="0"/>
                  </a:moveTo>
                  <a:cubicBezTo>
                    <a:pt x="4657" y="0"/>
                    <a:pt x="4024" y="252"/>
                    <a:pt x="3638" y="252"/>
                  </a:cubicBezTo>
                  <a:cubicBezTo>
                    <a:pt x="3528" y="252"/>
                    <a:pt x="3438" y="231"/>
                    <a:pt x="3389" y="179"/>
                  </a:cubicBezTo>
                  <a:cubicBezTo>
                    <a:pt x="3227" y="129"/>
                    <a:pt x="3080" y="103"/>
                    <a:pt x="2933" y="103"/>
                  </a:cubicBezTo>
                  <a:cubicBezTo>
                    <a:pt x="2524" y="103"/>
                    <a:pt x="2116" y="308"/>
                    <a:pt x="1374" y="771"/>
                  </a:cubicBezTo>
                  <a:cubicBezTo>
                    <a:pt x="83" y="1624"/>
                    <a:pt x="794" y="2159"/>
                    <a:pt x="794" y="2159"/>
                  </a:cubicBezTo>
                  <a:cubicBezTo>
                    <a:pt x="794" y="2159"/>
                    <a:pt x="794" y="1969"/>
                    <a:pt x="925" y="1804"/>
                  </a:cubicBezTo>
                  <a:lnTo>
                    <a:pt x="925" y="1804"/>
                  </a:lnTo>
                  <a:cubicBezTo>
                    <a:pt x="888" y="1935"/>
                    <a:pt x="1041" y="2159"/>
                    <a:pt x="1041" y="2159"/>
                  </a:cubicBezTo>
                  <a:lnTo>
                    <a:pt x="1221" y="1920"/>
                  </a:lnTo>
                  <a:cubicBezTo>
                    <a:pt x="1221" y="1920"/>
                    <a:pt x="1352" y="2159"/>
                    <a:pt x="1337" y="2193"/>
                  </a:cubicBezTo>
                  <a:lnTo>
                    <a:pt x="0" y="3841"/>
                  </a:lnTo>
                  <a:lnTo>
                    <a:pt x="1209" y="3582"/>
                  </a:lnTo>
                  <a:cubicBezTo>
                    <a:pt x="1209" y="3582"/>
                    <a:pt x="1585" y="2782"/>
                    <a:pt x="1817" y="2782"/>
                  </a:cubicBezTo>
                  <a:cubicBezTo>
                    <a:pt x="1828" y="2782"/>
                    <a:pt x="1839" y="2784"/>
                    <a:pt x="1849" y="2788"/>
                  </a:cubicBezTo>
                  <a:cubicBezTo>
                    <a:pt x="1867" y="2794"/>
                    <a:pt x="1886" y="2797"/>
                    <a:pt x="1905" y="2797"/>
                  </a:cubicBezTo>
                  <a:cubicBezTo>
                    <a:pt x="2068" y="2797"/>
                    <a:pt x="2252" y="2591"/>
                    <a:pt x="2364" y="2591"/>
                  </a:cubicBezTo>
                  <a:cubicBezTo>
                    <a:pt x="2390" y="2591"/>
                    <a:pt x="2413" y="2602"/>
                    <a:pt x="2430" y="2632"/>
                  </a:cubicBezTo>
                  <a:cubicBezTo>
                    <a:pt x="2535" y="2788"/>
                    <a:pt x="2726" y="3499"/>
                    <a:pt x="2726" y="3499"/>
                  </a:cubicBezTo>
                  <a:cubicBezTo>
                    <a:pt x="2726" y="3499"/>
                    <a:pt x="2916" y="3428"/>
                    <a:pt x="3317" y="3058"/>
                  </a:cubicBezTo>
                  <a:cubicBezTo>
                    <a:pt x="3733" y="2703"/>
                    <a:pt x="3958" y="2418"/>
                    <a:pt x="3958" y="2361"/>
                  </a:cubicBezTo>
                  <a:cubicBezTo>
                    <a:pt x="3946" y="2313"/>
                    <a:pt x="3864" y="1565"/>
                    <a:pt x="3460" y="1257"/>
                  </a:cubicBezTo>
                  <a:cubicBezTo>
                    <a:pt x="3471" y="1198"/>
                    <a:pt x="3827" y="996"/>
                    <a:pt x="4088" y="711"/>
                  </a:cubicBezTo>
                  <a:cubicBezTo>
                    <a:pt x="4100" y="819"/>
                    <a:pt x="4268" y="1351"/>
                    <a:pt x="4268" y="1351"/>
                  </a:cubicBezTo>
                  <a:lnTo>
                    <a:pt x="4657" y="0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44"/>
            <p:cNvSpPr/>
            <p:nvPr/>
          </p:nvSpPr>
          <p:spPr>
            <a:xfrm>
              <a:off x="1298205" y="4001818"/>
              <a:ext cx="143838" cy="140043"/>
            </a:xfrm>
            <a:custGeom>
              <a:avLst/>
              <a:gdLst/>
              <a:ahLst/>
              <a:cxnLst/>
              <a:rect l="l" t="t" r="r" b="b"/>
              <a:pathLst>
                <a:path w="4661" h="4538" extrusionOk="0">
                  <a:moveTo>
                    <a:pt x="4530" y="0"/>
                  </a:moveTo>
                  <a:cubicBezTo>
                    <a:pt x="4519" y="34"/>
                    <a:pt x="4163" y="782"/>
                    <a:pt x="2442" y="1576"/>
                  </a:cubicBezTo>
                  <a:cubicBezTo>
                    <a:pt x="712" y="2381"/>
                    <a:pt x="274" y="3650"/>
                    <a:pt x="237" y="3815"/>
                  </a:cubicBezTo>
                  <a:cubicBezTo>
                    <a:pt x="203" y="3969"/>
                    <a:pt x="1" y="4111"/>
                    <a:pt x="166" y="4231"/>
                  </a:cubicBezTo>
                  <a:cubicBezTo>
                    <a:pt x="264" y="4312"/>
                    <a:pt x="322" y="4412"/>
                    <a:pt x="353" y="4475"/>
                  </a:cubicBezTo>
                  <a:lnTo>
                    <a:pt x="353" y="4475"/>
                  </a:lnTo>
                  <a:cubicBezTo>
                    <a:pt x="320" y="4365"/>
                    <a:pt x="291" y="4110"/>
                    <a:pt x="522" y="3699"/>
                  </a:cubicBezTo>
                  <a:cubicBezTo>
                    <a:pt x="843" y="3115"/>
                    <a:pt x="1460" y="2583"/>
                    <a:pt x="2621" y="2026"/>
                  </a:cubicBezTo>
                  <a:cubicBezTo>
                    <a:pt x="3793" y="1479"/>
                    <a:pt x="4661" y="390"/>
                    <a:pt x="4530" y="0"/>
                  </a:cubicBezTo>
                  <a:close/>
                  <a:moveTo>
                    <a:pt x="353" y="4475"/>
                  </a:moveTo>
                  <a:cubicBezTo>
                    <a:pt x="366" y="4517"/>
                    <a:pt x="379" y="4538"/>
                    <a:pt x="379" y="4538"/>
                  </a:cubicBezTo>
                  <a:cubicBezTo>
                    <a:pt x="379" y="4538"/>
                    <a:pt x="371" y="4513"/>
                    <a:pt x="353" y="4475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44"/>
            <p:cNvSpPr/>
            <p:nvPr/>
          </p:nvSpPr>
          <p:spPr>
            <a:xfrm>
              <a:off x="1390416" y="4001046"/>
              <a:ext cx="104585" cy="92179"/>
            </a:xfrm>
            <a:custGeom>
              <a:avLst/>
              <a:gdLst/>
              <a:ahLst/>
              <a:cxnLst/>
              <a:rect l="l" t="t" r="r" b="b"/>
              <a:pathLst>
                <a:path w="3389" h="2987" extrusionOk="0">
                  <a:moveTo>
                    <a:pt x="2868" y="1"/>
                  </a:moveTo>
                  <a:cubicBezTo>
                    <a:pt x="2824" y="1"/>
                    <a:pt x="2777" y="12"/>
                    <a:pt x="2725" y="37"/>
                  </a:cubicBezTo>
                  <a:cubicBezTo>
                    <a:pt x="2205" y="284"/>
                    <a:pt x="0" y="2241"/>
                    <a:pt x="0" y="2241"/>
                  </a:cubicBezTo>
                  <a:cubicBezTo>
                    <a:pt x="0" y="2241"/>
                    <a:pt x="83" y="2466"/>
                    <a:pt x="307" y="2466"/>
                  </a:cubicBezTo>
                  <a:cubicBezTo>
                    <a:pt x="1684" y="1920"/>
                    <a:pt x="1969" y="1695"/>
                    <a:pt x="2287" y="1328"/>
                  </a:cubicBezTo>
                  <a:lnTo>
                    <a:pt x="2287" y="1328"/>
                  </a:lnTo>
                  <a:cubicBezTo>
                    <a:pt x="1778" y="2133"/>
                    <a:pt x="2242" y="2739"/>
                    <a:pt x="2242" y="2739"/>
                  </a:cubicBezTo>
                  <a:lnTo>
                    <a:pt x="3095" y="2987"/>
                  </a:lnTo>
                  <a:cubicBezTo>
                    <a:pt x="3095" y="2987"/>
                    <a:pt x="3343" y="1661"/>
                    <a:pt x="3366" y="1291"/>
                  </a:cubicBezTo>
                  <a:cubicBezTo>
                    <a:pt x="3389" y="960"/>
                    <a:pt x="3275" y="1"/>
                    <a:pt x="2868" y="1"/>
                  </a:cubicBezTo>
                  <a:close/>
                </a:path>
              </a:pathLst>
            </a:custGeom>
            <a:solidFill>
              <a:srgbClr val="FFB8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44"/>
            <p:cNvSpPr/>
            <p:nvPr/>
          </p:nvSpPr>
          <p:spPr>
            <a:xfrm>
              <a:off x="1411648" y="4001077"/>
              <a:ext cx="78693" cy="68015"/>
            </a:xfrm>
            <a:custGeom>
              <a:avLst/>
              <a:gdLst/>
              <a:ahLst/>
              <a:cxnLst/>
              <a:rect l="l" t="t" r="r" b="b"/>
              <a:pathLst>
                <a:path w="2550" h="2204" extrusionOk="0">
                  <a:moveTo>
                    <a:pt x="2171" y="1"/>
                  </a:moveTo>
                  <a:cubicBezTo>
                    <a:pt x="2132" y="1"/>
                    <a:pt x="2087" y="12"/>
                    <a:pt x="2037" y="36"/>
                  </a:cubicBezTo>
                  <a:cubicBezTo>
                    <a:pt x="1707" y="201"/>
                    <a:pt x="686" y="1043"/>
                    <a:pt x="1" y="1646"/>
                  </a:cubicBezTo>
                  <a:cubicBezTo>
                    <a:pt x="188" y="1731"/>
                    <a:pt x="356" y="1873"/>
                    <a:pt x="450" y="2038"/>
                  </a:cubicBezTo>
                  <a:cubicBezTo>
                    <a:pt x="1008" y="1717"/>
                    <a:pt x="1469" y="1361"/>
                    <a:pt x="1682" y="1114"/>
                  </a:cubicBezTo>
                  <a:lnTo>
                    <a:pt x="1682" y="1114"/>
                  </a:lnTo>
                  <a:cubicBezTo>
                    <a:pt x="1386" y="1552"/>
                    <a:pt x="1326" y="1930"/>
                    <a:pt x="1363" y="2203"/>
                  </a:cubicBezTo>
                  <a:cubicBezTo>
                    <a:pt x="1552" y="2149"/>
                    <a:pt x="1761" y="2104"/>
                    <a:pt x="1964" y="2104"/>
                  </a:cubicBezTo>
                  <a:cubicBezTo>
                    <a:pt x="2067" y="2104"/>
                    <a:pt x="2169" y="2116"/>
                    <a:pt x="2265" y="2144"/>
                  </a:cubicBezTo>
                  <a:cubicBezTo>
                    <a:pt x="2370" y="1814"/>
                    <a:pt x="2464" y="1481"/>
                    <a:pt x="2478" y="1327"/>
                  </a:cubicBezTo>
                  <a:cubicBezTo>
                    <a:pt x="2499" y="995"/>
                    <a:pt x="2550" y="1"/>
                    <a:pt x="2171" y="1"/>
                  </a:cubicBezTo>
                  <a:close/>
                </a:path>
              </a:pathLst>
            </a:custGeom>
            <a:solidFill>
              <a:srgbClr val="FFC3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44"/>
            <p:cNvSpPr/>
            <p:nvPr/>
          </p:nvSpPr>
          <p:spPr>
            <a:xfrm>
              <a:off x="1287959" y="4081160"/>
              <a:ext cx="109399" cy="98659"/>
            </a:xfrm>
            <a:custGeom>
              <a:avLst/>
              <a:gdLst/>
              <a:ahLst/>
              <a:cxnLst/>
              <a:rect l="l" t="t" r="r" b="b"/>
              <a:pathLst>
                <a:path w="3545" h="3197" extrusionOk="0">
                  <a:moveTo>
                    <a:pt x="2916" y="1"/>
                  </a:moveTo>
                  <a:cubicBezTo>
                    <a:pt x="2916" y="1"/>
                    <a:pt x="654" y="1802"/>
                    <a:pt x="322" y="2277"/>
                  </a:cubicBezTo>
                  <a:cubicBezTo>
                    <a:pt x="0" y="2749"/>
                    <a:pt x="1258" y="3153"/>
                    <a:pt x="1625" y="3190"/>
                  </a:cubicBezTo>
                  <a:cubicBezTo>
                    <a:pt x="1694" y="3194"/>
                    <a:pt x="1807" y="3196"/>
                    <a:pt x="1944" y="3196"/>
                  </a:cubicBezTo>
                  <a:cubicBezTo>
                    <a:pt x="2527" y="3196"/>
                    <a:pt x="3545" y="3164"/>
                    <a:pt x="3545" y="3164"/>
                  </a:cubicBezTo>
                  <a:lnTo>
                    <a:pt x="3201" y="2337"/>
                  </a:lnTo>
                  <a:cubicBezTo>
                    <a:pt x="3201" y="2337"/>
                    <a:pt x="2768" y="2055"/>
                    <a:pt x="2192" y="2055"/>
                  </a:cubicBezTo>
                  <a:cubicBezTo>
                    <a:pt x="1982" y="2055"/>
                    <a:pt x="1753" y="2093"/>
                    <a:pt x="1519" y="2194"/>
                  </a:cubicBezTo>
                  <a:cubicBezTo>
                    <a:pt x="1935" y="1921"/>
                    <a:pt x="2347" y="1611"/>
                    <a:pt x="3095" y="331"/>
                  </a:cubicBezTo>
                  <a:cubicBezTo>
                    <a:pt x="3118" y="106"/>
                    <a:pt x="2916" y="1"/>
                    <a:pt x="2916" y="1"/>
                  </a:cubicBezTo>
                  <a:close/>
                </a:path>
              </a:pathLst>
            </a:custGeom>
            <a:solidFill>
              <a:srgbClr val="FFB8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44"/>
            <p:cNvSpPr/>
            <p:nvPr/>
          </p:nvSpPr>
          <p:spPr>
            <a:xfrm>
              <a:off x="1287959" y="4097238"/>
              <a:ext cx="82365" cy="75946"/>
            </a:xfrm>
            <a:custGeom>
              <a:avLst/>
              <a:gdLst/>
              <a:ahLst/>
              <a:cxnLst/>
              <a:rect l="l" t="t" r="r" b="b"/>
              <a:pathLst>
                <a:path w="2669" h="2461" extrusionOk="0">
                  <a:moveTo>
                    <a:pt x="2265" y="1"/>
                  </a:moveTo>
                  <a:cubicBezTo>
                    <a:pt x="1565" y="570"/>
                    <a:pt x="535" y="1446"/>
                    <a:pt x="322" y="1756"/>
                  </a:cubicBezTo>
                  <a:cubicBezTo>
                    <a:pt x="0" y="2228"/>
                    <a:pt x="1280" y="2430"/>
                    <a:pt x="1650" y="2456"/>
                  </a:cubicBezTo>
                  <a:cubicBezTo>
                    <a:pt x="1691" y="2459"/>
                    <a:pt x="1744" y="2460"/>
                    <a:pt x="1807" y="2460"/>
                  </a:cubicBezTo>
                  <a:cubicBezTo>
                    <a:pt x="1964" y="2460"/>
                    <a:pt x="2183" y="2452"/>
                    <a:pt x="2418" y="2441"/>
                  </a:cubicBezTo>
                  <a:cubicBezTo>
                    <a:pt x="2302" y="2146"/>
                    <a:pt x="2347" y="1790"/>
                    <a:pt x="2538" y="1565"/>
                  </a:cubicBezTo>
                  <a:cubicBezTo>
                    <a:pt x="2417" y="1532"/>
                    <a:pt x="2294" y="1516"/>
                    <a:pt x="2169" y="1516"/>
                  </a:cubicBezTo>
                  <a:cubicBezTo>
                    <a:pt x="1903" y="1516"/>
                    <a:pt x="1631" y="1587"/>
                    <a:pt x="1366" y="1707"/>
                  </a:cubicBezTo>
                  <a:cubicBezTo>
                    <a:pt x="1602" y="1494"/>
                    <a:pt x="2077" y="1187"/>
                    <a:pt x="2669" y="405"/>
                  </a:cubicBezTo>
                  <a:cubicBezTo>
                    <a:pt x="2586" y="322"/>
                    <a:pt x="2515" y="225"/>
                    <a:pt x="2489" y="94"/>
                  </a:cubicBezTo>
                  <a:cubicBezTo>
                    <a:pt x="2418" y="154"/>
                    <a:pt x="2444" y="251"/>
                    <a:pt x="2407" y="345"/>
                  </a:cubicBezTo>
                  <a:cubicBezTo>
                    <a:pt x="2276" y="237"/>
                    <a:pt x="2276" y="120"/>
                    <a:pt x="2265" y="1"/>
                  </a:cubicBezTo>
                  <a:close/>
                </a:path>
              </a:pathLst>
            </a:custGeom>
            <a:solidFill>
              <a:srgbClr val="FFC3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44"/>
            <p:cNvSpPr/>
            <p:nvPr/>
          </p:nvSpPr>
          <p:spPr>
            <a:xfrm>
              <a:off x="1670629" y="4394703"/>
              <a:ext cx="34378" cy="65176"/>
            </a:xfrm>
            <a:custGeom>
              <a:avLst/>
              <a:gdLst/>
              <a:ahLst/>
              <a:cxnLst/>
              <a:rect l="l" t="t" r="r" b="b"/>
              <a:pathLst>
                <a:path w="1114" h="2112" extrusionOk="0">
                  <a:moveTo>
                    <a:pt x="248" y="0"/>
                  </a:moveTo>
                  <a:cubicBezTo>
                    <a:pt x="248" y="0"/>
                    <a:pt x="1" y="270"/>
                    <a:pt x="24" y="450"/>
                  </a:cubicBezTo>
                  <a:cubicBezTo>
                    <a:pt x="260" y="580"/>
                    <a:pt x="297" y="982"/>
                    <a:pt x="416" y="1195"/>
                  </a:cubicBezTo>
                  <a:cubicBezTo>
                    <a:pt x="544" y="1408"/>
                    <a:pt x="795" y="1835"/>
                    <a:pt x="772" y="1920"/>
                  </a:cubicBezTo>
                  <a:cubicBezTo>
                    <a:pt x="749" y="1996"/>
                    <a:pt x="756" y="2111"/>
                    <a:pt x="857" y="2111"/>
                  </a:cubicBezTo>
                  <a:cubicBezTo>
                    <a:pt x="867" y="2111"/>
                    <a:pt x="877" y="2110"/>
                    <a:pt x="889" y="2108"/>
                  </a:cubicBezTo>
                  <a:cubicBezTo>
                    <a:pt x="1031" y="2074"/>
                    <a:pt x="1008" y="1872"/>
                    <a:pt x="1008" y="1872"/>
                  </a:cubicBezTo>
                  <a:lnTo>
                    <a:pt x="1008" y="1872"/>
                  </a:lnTo>
                  <a:cubicBezTo>
                    <a:pt x="1008" y="1872"/>
                    <a:pt x="1009" y="1872"/>
                    <a:pt x="1010" y="1872"/>
                  </a:cubicBezTo>
                  <a:cubicBezTo>
                    <a:pt x="1016" y="1872"/>
                    <a:pt x="1047" y="1863"/>
                    <a:pt x="1079" y="1718"/>
                  </a:cubicBezTo>
                  <a:cubicBezTo>
                    <a:pt x="1113" y="1551"/>
                    <a:pt x="900" y="1161"/>
                    <a:pt x="866" y="947"/>
                  </a:cubicBezTo>
                  <a:cubicBezTo>
                    <a:pt x="829" y="734"/>
                    <a:pt x="1056" y="427"/>
                    <a:pt x="1008" y="270"/>
                  </a:cubicBezTo>
                  <a:cubicBezTo>
                    <a:pt x="969" y="156"/>
                    <a:pt x="901" y="80"/>
                    <a:pt x="770" y="80"/>
                  </a:cubicBezTo>
                  <a:cubicBezTo>
                    <a:pt x="739" y="80"/>
                    <a:pt x="703" y="84"/>
                    <a:pt x="664" y="94"/>
                  </a:cubicBezTo>
                  <a:cubicBezTo>
                    <a:pt x="634" y="101"/>
                    <a:pt x="605" y="104"/>
                    <a:pt x="576" y="104"/>
                  </a:cubicBezTo>
                  <a:cubicBezTo>
                    <a:pt x="404" y="104"/>
                    <a:pt x="248" y="0"/>
                    <a:pt x="248" y="0"/>
                  </a:cubicBezTo>
                  <a:close/>
                </a:path>
              </a:pathLst>
            </a:custGeom>
            <a:solidFill>
              <a:srgbClr val="FFC3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44"/>
            <p:cNvSpPr/>
            <p:nvPr/>
          </p:nvSpPr>
          <p:spPr>
            <a:xfrm>
              <a:off x="1670629" y="4394703"/>
              <a:ext cx="23392" cy="56289"/>
            </a:xfrm>
            <a:custGeom>
              <a:avLst/>
              <a:gdLst/>
              <a:ahLst/>
              <a:cxnLst/>
              <a:rect l="l" t="t" r="r" b="b"/>
              <a:pathLst>
                <a:path w="758" h="1824" extrusionOk="0">
                  <a:moveTo>
                    <a:pt x="248" y="0"/>
                  </a:moveTo>
                  <a:cubicBezTo>
                    <a:pt x="248" y="0"/>
                    <a:pt x="1" y="270"/>
                    <a:pt x="24" y="450"/>
                  </a:cubicBezTo>
                  <a:cubicBezTo>
                    <a:pt x="260" y="580"/>
                    <a:pt x="297" y="982"/>
                    <a:pt x="416" y="1195"/>
                  </a:cubicBezTo>
                  <a:cubicBezTo>
                    <a:pt x="522" y="1363"/>
                    <a:pt x="701" y="1659"/>
                    <a:pt x="758" y="1824"/>
                  </a:cubicBezTo>
                  <a:cubicBezTo>
                    <a:pt x="746" y="1386"/>
                    <a:pt x="439" y="876"/>
                    <a:pt x="379" y="461"/>
                  </a:cubicBezTo>
                  <a:cubicBezTo>
                    <a:pt x="331" y="367"/>
                    <a:pt x="391" y="225"/>
                    <a:pt x="487" y="94"/>
                  </a:cubicBezTo>
                  <a:cubicBezTo>
                    <a:pt x="357" y="71"/>
                    <a:pt x="248" y="0"/>
                    <a:pt x="248" y="0"/>
                  </a:cubicBezTo>
                  <a:close/>
                </a:path>
              </a:pathLst>
            </a:custGeom>
            <a:solidFill>
              <a:srgbClr val="FFB8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44"/>
            <p:cNvSpPr/>
            <p:nvPr/>
          </p:nvSpPr>
          <p:spPr>
            <a:xfrm>
              <a:off x="1655631" y="4350912"/>
              <a:ext cx="63849" cy="38266"/>
            </a:xfrm>
            <a:custGeom>
              <a:avLst/>
              <a:gdLst/>
              <a:ahLst/>
              <a:cxnLst/>
              <a:rect l="l" t="t" r="r" b="b"/>
              <a:pathLst>
                <a:path w="2069" h="1240" extrusionOk="0">
                  <a:moveTo>
                    <a:pt x="464" y="0"/>
                  </a:moveTo>
                  <a:cubicBezTo>
                    <a:pt x="294" y="0"/>
                    <a:pt x="49" y="162"/>
                    <a:pt x="49" y="162"/>
                  </a:cubicBezTo>
                  <a:cubicBezTo>
                    <a:pt x="49" y="162"/>
                    <a:pt x="143" y="386"/>
                    <a:pt x="72" y="577"/>
                  </a:cubicBezTo>
                  <a:cubicBezTo>
                    <a:pt x="1" y="765"/>
                    <a:pt x="60" y="884"/>
                    <a:pt x="202" y="944"/>
                  </a:cubicBezTo>
                  <a:cubicBezTo>
                    <a:pt x="227" y="956"/>
                    <a:pt x="256" y="961"/>
                    <a:pt x="290" y="961"/>
                  </a:cubicBezTo>
                  <a:cubicBezTo>
                    <a:pt x="425" y="961"/>
                    <a:pt x="623" y="883"/>
                    <a:pt x="787" y="883"/>
                  </a:cubicBezTo>
                  <a:cubicBezTo>
                    <a:pt x="823" y="883"/>
                    <a:pt x="857" y="887"/>
                    <a:pt x="888" y="896"/>
                  </a:cubicBezTo>
                  <a:cubicBezTo>
                    <a:pt x="1090" y="967"/>
                    <a:pt x="1446" y="1240"/>
                    <a:pt x="1625" y="1240"/>
                  </a:cubicBezTo>
                  <a:cubicBezTo>
                    <a:pt x="1790" y="1228"/>
                    <a:pt x="1779" y="1191"/>
                    <a:pt x="1779" y="1191"/>
                  </a:cubicBezTo>
                  <a:lnTo>
                    <a:pt x="1779" y="1191"/>
                  </a:lnTo>
                  <a:cubicBezTo>
                    <a:pt x="1779" y="1191"/>
                    <a:pt x="1815" y="1200"/>
                    <a:pt x="1861" y="1200"/>
                  </a:cubicBezTo>
                  <a:cubicBezTo>
                    <a:pt x="1922" y="1200"/>
                    <a:pt x="2000" y="1184"/>
                    <a:pt x="2026" y="1109"/>
                  </a:cubicBezTo>
                  <a:cubicBezTo>
                    <a:pt x="2069" y="993"/>
                    <a:pt x="1972" y="953"/>
                    <a:pt x="1892" y="953"/>
                  </a:cubicBezTo>
                  <a:cubicBezTo>
                    <a:pt x="1881" y="953"/>
                    <a:pt x="1871" y="954"/>
                    <a:pt x="1861" y="955"/>
                  </a:cubicBezTo>
                  <a:cubicBezTo>
                    <a:pt x="1860" y="956"/>
                    <a:pt x="1858" y="956"/>
                    <a:pt x="1856" y="956"/>
                  </a:cubicBezTo>
                  <a:cubicBezTo>
                    <a:pt x="1764" y="956"/>
                    <a:pt x="1383" y="657"/>
                    <a:pt x="1198" y="506"/>
                  </a:cubicBezTo>
                  <a:cubicBezTo>
                    <a:pt x="1008" y="338"/>
                    <a:pt x="618" y="255"/>
                    <a:pt x="521" y="8"/>
                  </a:cubicBezTo>
                  <a:cubicBezTo>
                    <a:pt x="503" y="3"/>
                    <a:pt x="484" y="0"/>
                    <a:pt x="464" y="0"/>
                  </a:cubicBezTo>
                  <a:close/>
                </a:path>
              </a:pathLst>
            </a:custGeom>
            <a:solidFill>
              <a:srgbClr val="FFC3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44"/>
            <p:cNvSpPr/>
            <p:nvPr/>
          </p:nvSpPr>
          <p:spPr>
            <a:xfrm>
              <a:off x="1655631" y="4350912"/>
              <a:ext cx="62985" cy="38266"/>
            </a:xfrm>
            <a:custGeom>
              <a:avLst/>
              <a:gdLst/>
              <a:ahLst/>
              <a:cxnLst/>
              <a:rect l="l" t="t" r="r" b="b"/>
              <a:pathLst>
                <a:path w="2041" h="1240" extrusionOk="0">
                  <a:moveTo>
                    <a:pt x="464" y="0"/>
                  </a:moveTo>
                  <a:cubicBezTo>
                    <a:pt x="294" y="0"/>
                    <a:pt x="49" y="162"/>
                    <a:pt x="49" y="162"/>
                  </a:cubicBezTo>
                  <a:cubicBezTo>
                    <a:pt x="49" y="162"/>
                    <a:pt x="143" y="386"/>
                    <a:pt x="72" y="577"/>
                  </a:cubicBezTo>
                  <a:cubicBezTo>
                    <a:pt x="1" y="765"/>
                    <a:pt x="60" y="884"/>
                    <a:pt x="202" y="944"/>
                  </a:cubicBezTo>
                  <a:cubicBezTo>
                    <a:pt x="227" y="956"/>
                    <a:pt x="256" y="961"/>
                    <a:pt x="290" y="961"/>
                  </a:cubicBezTo>
                  <a:cubicBezTo>
                    <a:pt x="425" y="961"/>
                    <a:pt x="623" y="883"/>
                    <a:pt x="787" y="883"/>
                  </a:cubicBezTo>
                  <a:cubicBezTo>
                    <a:pt x="823" y="883"/>
                    <a:pt x="857" y="887"/>
                    <a:pt x="888" y="896"/>
                  </a:cubicBezTo>
                  <a:cubicBezTo>
                    <a:pt x="1090" y="967"/>
                    <a:pt x="1446" y="1240"/>
                    <a:pt x="1625" y="1240"/>
                  </a:cubicBezTo>
                  <a:cubicBezTo>
                    <a:pt x="1790" y="1228"/>
                    <a:pt x="1779" y="1191"/>
                    <a:pt x="1779" y="1191"/>
                  </a:cubicBezTo>
                  <a:lnTo>
                    <a:pt x="1779" y="1191"/>
                  </a:lnTo>
                  <a:cubicBezTo>
                    <a:pt x="1779" y="1191"/>
                    <a:pt x="1815" y="1200"/>
                    <a:pt x="1861" y="1200"/>
                  </a:cubicBezTo>
                  <a:cubicBezTo>
                    <a:pt x="1922" y="1200"/>
                    <a:pt x="2000" y="1184"/>
                    <a:pt x="2026" y="1109"/>
                  </a:cubicBezTo>
                  <a:cubicBezTo>
                    <a:pt x="2040" y="1086"/>
                    <a:pt x="2040" y="1063"/>
                    <a:pt x="2040" y="1038"/>
                  </a:cubicBezTo>
                  <a:lnTo>
                    <a:pt x="2040" y="1038"/>
                  </a:lnTo>
                  <a:cubicBezTo>
                    <a:pt x="1925" y="1057"/>
                    <a:pt x="1811" y="1068"/>
                    <a:pt x="1707" y="1068"/>
                  </a:cubicBezTo>
                  <a:cubicBezTo>
                    <a:pt x="1670" y="1068"/>
                    <a:pt x="1634" y="1066"/>
                    <a:pt x="1599" y="1063"/>
                  </a:cubicBezTo>
                  <a:cubicBezTo>
                    <a:pt x="1221" y="1026"/>
                    <a:pt x="985" y="753"/>
                    <a:pt x="558" y="753"/>
                  </a:cubicBezTo>
                  <a:cubicBezTo>
                    <a:pt x="498" y="753"/>
                    <a:pt x="404" y="648"/>
                    <a:pt x="379" y="551"/>
                  </a:cubicBezTo>
                  <a:cubicBezTo>
                    <a:pt x="367" y="315"/>
                    <a:pt x="558" y="255"/>
                    <a:pt x="746" y="244"/>
                  </a:cubicBezTo>
                  <a:cubicBezTo>
                    <a:pt x="641" y="173"/>
                    <a:pt x="558" y="102"/>
                    <a:pt x="521" y="8"/>
                  </a:cubicBezTo>
                  <a:cubicBezTo>
                    <a:pt x="503" y="3"/>
                    <a:pt x="484" y="0"/>
                    <a:pt x="464" y="0"/>
                  </a:cubicBezTo>
                  <a:close/>
                </a:path>
              </a:pathLst>
            </a:custGeom>
            <a:solidFill>
              <a:srgbClr val="FFB8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44"/>
            <p:cNvSpPr/>
            <p:nvPr/>
          </p:nvSpPr>
          <p:spPr>
            <a:xfrm>
              <a:off x="1482596" y="4195653"/>
              <a:ext cx="198708" cy="218365"/>
            </a:xfrm>
            <a:custGeom>
              <a:avLst/>
              <a:gdLst/>
              <a:ahLst/>
              <a:cxnLst/>
              <a:rect l="l" t="t" r="r" b="b"/>
              <a:pathLst>
                <a:path w="6439" h="7076" extrusionOk="0">
                  <a:moveTo>
                    <a:pt x="2040" y="1"/>
                  </a:moveTo>
                  <a:lnTo>
                    <a:pt x="0" y="1932"/>
                  </a:lnTo>
                  <a:cubicBezTo>
                    <a:pt x="0" y="1932"/>
                    <a:pt x="1423" y="4220"/>
                    <a:pt x="1647" y="4587"/>
                  </a:cubicBezTo>
                  <a:cubicBezTo>
                    <a:pt x="1861" y="4968"/>
                    <a:pt x="1992" y="5204"/>
                    <a:pt x="2512" y="5537"/>
                  </a:cubicBezTo>
                  <a:cubicBezTo>
                    <a:pt x="3508" y="6151"/>
                    <a:pt x="6128" y="7076"/>
                    <a:pt x="6128" y="7076"/>
                  </a:cubicBezTo>
                  <a:cubicBezTo>
                    <a:pt x="6128" y="7076"/>
                    <a:pt x="6211" y="7053"/>
                    <a:pt x="6438" y="6436"/>
                  </a:cubicBezTo>
                  <a:cubicBezTo>
                    <a:pt x="4162" y="4871"/>
                    <a:pt x="3380" y="4789"/>
                    <a:pt x="3283" y="4672"/>
                  </a:cubicBezTo>
                  <a:cubicBezTo>
                    <a:pt x="3178" y="4552"/>
                    <a:pt x="2313" y="2692"/>
                    <a:pt x="2014" y="1685"/>
                  </a:cubicBezTo>
                  <a:cubicBezTo>
                    <a:pt x="2145" y="1685"/>
                    <a:pt x="4339" y="1671"/>
                    <a:pt x="4837" y="1599"/>
                  </a:cubicBezTo>
                  <a:lnTo>
                    <a:pt x="4837" y="1599"/>
                  </a:lnTo>
                  <a:cubicBezTo>
                    <a:pt x="4788" y="2359"/>
                    <a:pt x="5571" y="5227"/>
                    <a:pt x="5571" y="5227"/>
                  </a:cubicBezTo>
                  <a:cubicBezTo>
                    <a:pt x="5571" y="5227"/>
                    <a:pt x="5581" y="5227"/>
                    <a:pt x="5600" y="5227"/>
                  </a:cubicBezTo>
                  <a:cubicBezTo>
                    <a:pt x="5683" y="5227"/>
                    <a:pt x="5933" y="5218"/>
                    <a:pt x="6307" y="5121"/>
                  </a:cubicBezTo>
                  <a:cubicBezTo>
                    <a:pt x="6307" y="5121"/>
                    <a:pt x="6211" y="1221"/>
                    <a:pt x="5642" y="689"/>
                  </a:cubicBezTo>
                  <a:cubicBezTo>
                    <a:pt x="5061" y="154"/>
                    <a:pt x="2040" y="1"/>
                    <a:pt x="20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44"/>
            <p:cNvSpPr/>
            <p:nvPr/>
          </p:nvSpPr>
          <p:spPr>
            <a:xfrm>
              <a:off x="1503489" y="4195653"/>
              <a:ext cx="177815" cy="209601"/>
            </a:xfrm>
            <a:custGeom>
              <a:avLst/>
              <a:gdLst/>
              <a:ahLst/>
              <a:cxnLst/>
              <a:rect l="l" t="t" r="r" b="b"/>
              <a:pathLst>
                <a:path w="5762" h="6792" extrusionOk="0">
                  <a:moveTo>
                    <a:pt x="1363" y="1"/>
                  </a:moveTo>
                  <a:lnTo>
                    <a:pt x="0" y="1742"/>
                  </a:lnTo>
                  <a:cubicBezTo>
                    <a:pt x="0" y="1742"/>
                    <a:pt x="1053" y="4114"/>
                    <a:pt x="1266" y="4493"/>
                  </a:cubicBezTo>
                  <a:cubicBezTo>
                    <a:pt x="1494" y="4860"/>
                    <a:pt x="1539" y="5241"/>
                    <a:pt x="1884" y="5429"/>
                  </a:cubicBezTo>
                  <a:cubicBezTo>
                    <a:pt x="2928" y="5986"/>
                    <a:pt x="5619" y="6791"/>
                    <a:pt x="5619" y="6791"/>
                  </a:cubicBezTo>
                  <a:cubicBezTo>
                    <a:pt x="5619" y="6791"/>
                    <a:pt x="5653" y="6720"/>
                    <a:pt x="5761" y="6436"/>
                  </a:cubicBezTo>
                  <a:cubicBezTo>
                    <a:pt x="3485" y="4871"/>
                    <a:pt x="2703" y="4789"/>
                    <a:pt x="2606" y="4672"/>
                  </a:cubicBezTo>
                  <a:cubicBezTo>
                    <a:pt x="2501" y="4552"/>
                    <a:pt x="1636" y="2692"/>
                    <a:pt x="1337" y="1685"/>
                  </a:cubicBezTo>
                  <a:cubicBezTo>
                    <a:pt x="1468" y="1685"/>
                    <a:pt x="3875" y="1341"/>
                    <a:pt x="4373" y="1269"/>
                  </a:cubicBezTo>
                  <a:lnTo>
                    <a:pt x="4373" y="1269"/>
                  </a:lnTo>
                  <a:cubicBezTo>
                    <a:pt x="4325" y="2026"/>
                    <a:pt x="5144" y="5215"/>
                    <a:pt x="5144" y="5215"/>
                  </a:cubicBezTo>
                  <a:cubicBezTo>
                    <a:pt x="5144" y="5215"/>
                    <a:pt x="5297" y="5215"/>
                    <a:pt x="5630" y="5121"/>
                  </a:cubicBezTo>
                  <a:cubicBezTo>
                    <a:pt x="5630" y="5121"/>
                    <a:pt x="5534" y="1221"/>
                    <a:pt x="4965" y="689"/>
                  </a:cubicBezTo>
                  <a:cubicBezTo>
                    <a:pt x="4384" y="154"/>
                    <a:pt x="1363" y="1"/>
                    <a:pt x="13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44"/>
            <p:cNvSpPr/>
            <p:nvPr/>
          </p:nvSpPr>
          <p:spPr>
            <a:xfrm>
              <a:off x="1482596" y="4195653"/>
              <a:ext cx="82736" cy="92580"/>
            </a:xfrm>
            <a:custGeom>
              <a:avLst/>
              <a:gdLst/>
              <a:ahLst/>
              <a:cxnLst/>
              <a:rect l="l" t="t" r="r" b="b"/>
              <a:pathLst>
                <a:path w="2681" h="3000" extrusionOk="0">
                  <a:moveTo>
                    <a:pt x="2040" y="1"/>
                  </a:moveTo>
                  <a:lnTo>
                    <a:pt x="0" y="1932"/>
                  </a:lnTo>
                  <a:cubicBezTo>
                    <a:pt x="0" y="1932"/>
                    <a:pt x="322" y="2430"/>
                    <a:pt x="663" y="2999"/>
                  </a:cubicBezTo>
                  <a:cubicBezTo>
                    <a:pt x="925" y="2846"/>
                    <a:pt x="1187" y="2655"/>
                    <a:pt x="1411" y="2453"/>
                  </a:cubicBezTo>
                  <a:cubicBezTo>
                    <a:pt x="1647" y="2254"/>
                    <a:pt x="1861" y="2026"/>
                    <a:pt x="2040" y="1779"/>
                  </a:cubicBezTo>
                  <a:cubicBezTo>
                    <a:pt x="2029" y="1756"/>
                    <a:pt x="2014" y="1719"/>
                    <a:pt x="2014" y="1685"/>
                  </a:cubicBezTo>
                  <a:lnTo>
                    <a:pt x="2111" y="1685"/>
                  </a:lnTo>
                  <a:cubicBezTo>
                    <a:pt x="2455" y="1198"/>
                    <a:pt x="2680" y="641"/>
                    <a:pt x="2669" y="49"/>
                  </a:cubicBezTo>
                  <a:cubicBezTo>
                    <a:pt x="2288" y="12"/>
                    <a:pt x="2040" y="1"/>
                    <a:pt x="20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44"/>
            <p:cNvSpPr/>
            <p:nvPr/>
          </p:nvSpPr>
          <p:spPr>
            <a:xfrm>
              <a:off x="1383102" y="4101621"/>
              <a:ext cx="178865" cy="176334"/>
            </a:xfrm>
            <a:custGeom>
              <a:avLst/>
              <a:gdLst/>
              <a:ahLst/>
              <a:cxnLst/>
              <a:rect l="l" t="t" r="r" b="b"/>
              <a:pathLst>
                <a:path w="5796" h="5714" extrusionOk="0">
                  <a:moveTo>
                    <a:pt x="2086" y="1"/>
                  </a:moveTo>
                  <a:cubicBezTo>
                    <a:pt x="1981" y="120"/>
                    <a:pt x="1588" y="570"/>
                    <a:pt x="1210" y="795"/>
                  </a:cubicBezTo>
                  <a:cubicBezTo>
                    <a:pt x="829" y="1019"/>
                    <a:pt x="1" y="1802"/>
                    <a:pt x="1" y="1802"/>
                  </a:cubicBezTo>
                  <a:cubicBezTo>
                    <a:pt x="1" y="1802"/>
                    <a:pt x="487" y="2655"/>
                    <a:pt x="1233" y="2999"/>
                  </a:cubicBezTo>
                  <a:cubicBezTo>
                    <a:pt x="1933" y="3295"/>
                    <a:pt x="3213" y="5713"/>
                    <a:pt x="3213" y="5713"/>
                  </a:cubicBezTo>
                  <a:cubicBezTo>
                    <a:pt x="3213" y="5713"/>
                    <a:pt x="5025" y="5133"/>
                    <a:pt x="5796" y="3011"/>
                  </a:cubicBezTo>
                  <a:cubicBezTo>
                    <a:pt x="4362" y="2419"/>
                    <a:pt x="3176" y="521"/>
                    <a:pt x="3176" y="521"/>
                  </a:cubicBezTo>
                  <a:cubicBezTo>
                    <a:pt x="3176" y="521"/>
                    <a:pt x="2775" y="237"/>
                    <a:pt x="2086" y="1"/>
                  </a:cubicBezTo>
                  <a:close/>
                </a:path>
              </a:pathLst>
            </a:custGeom>
            <a:solidFill>
              <a:srgbClr val="FF71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44"/>
            <p:cNvSpPr/>
            <p:nvPr/>
          </p:nvSpPr>
          <p:spPr>
            <a:xfrm>
              <a:off x="1436491" y="4162724"/>
              <a:ext cx="61843" cy="113472"/>
            </a:xfrm>
            <a:custGeom>
              <a:avLst/>
              <a:gdLst/>
              <a:ahLst/>
              <a:cxnLst/>
              <a:rect l="l" t="t" r="r" b="b"/>
              <a:pathLst>
                <a:path w="2004" h="3677" extrusionOk="0">
                  <a:moveTo>
                    <a:pt x="393" y="604"/>
                  </a:moveTo>
                  <a:cubicBezTo>
                    <a:pt x="392" y="607"/>
                    <a:pt x="391" y="610"/>
                    <a:pt x="390" y="614"/>
                  </a:cubicBezTo>
                  <a:lnTo>
                    <a:pt x="390" y="614"/>
                  </a:lnTo>
                  <a:cubicBezTo>
                    <a:pt x="391" y="610"/>
                    <a:pt x="392" y="607"/>
                    <a:pt x="393" y="604"/>
                  </a:cubicBezTo>
                  <a:close/>
                  <a:moveTo>
                    <a:pt x="1116" y="1"/>
                  </a:moveTo>
                  <a:lnTo>
                    <a:pt x="1116" y="1"/>
                  </a:lnTo>
                  <a:cubicBezTo>
                    <a:pt x="902" y="61"/>
                    <a:pt x="450" y="925"/>
                    <a:pt x="510" y="1625"/>
                  </a:cubicBezTo>
                  <a:cubicBezTo>
                    <a:pt x="408" y="1258"/>
                    <a:pt x="360" y="716"/>
                    <a:pt x="390" y="614"/>
                  </a:cubicBezTo>
                  <a:lnTo>
                    <a:pt x="390" y="614"/>
                  </a:lnTo>
                  <a:cubicBezTo>
                    <a:pt x="273" y="921"/>
                    <a:pt x="251" y="1271"/>
                    <a:pt x="285" y="1412"/>
                  </a:cubicBezTo>
                  <a:cubicBezTo>
                    <a:pt x="95" y="903"/>
                    <a:pt x="60" y="581"/>
                    <a:pt x="60" y="581"/>
                  </a:cubicBezTo>
                  <a:lnTo>
                    <a:pt x="60" y="581"/>
                  </a:lnTo>
                  <a:cubicBezTo>
                    <a:pt x="1" y="888"/>
                    <a:pt x="72" y="1329"/>
                    <a:pt x="214" y="1708"/>
                  </a:cubicBezTo>
                  <a:cubicBezTo>
                    <a:pt x="772" y="2419"/>
                    <a:pt x="1329" y="3437"/>
                    <a:pt x="1460" y="3676"/>
                  </a:cubicBezTo>
                  <a:cubicBezTo>
                    <a:pt x="1341" y="3235"/>
                    <a:pt x="1187" y="2206"/>
                    <a:pt x="2003" y="1199"/>
                  </a:cubicBezTo>
                  <a:lnTo>
                    <a:pt x="2003" y="1199"/>
                  </a:lnTo>
                  <a:cubicBezTo>
                    <a:pt x="1745" y="1270"/>
                    <a:pt x="1150" y="2265"/>
                    <a:pt x="1161" y="2644"/>
                  </a:cubicBezTo>
                  <a:cubicBezTo>
                    <a:pt x="914" y="2135"/>
                    <a:pt x="1090" y="1221"/>
                    <a:pt x="1281" y="1019"/>
                  </a:cubicBezTo>
                  <a:lnTo>
                    <a:pt x="1281" y="1019"/>
                  </a:lnTo>
                  <a:cubicBezTo>
                    <a:pt x="1090" y="1150"/>
                    <a:pt x="831" y="1981"/>
                    <a:pt x="831" y="2169"/>
                  </a:cubicBezTo>
                  <a:cubicBezTo>
                    <a:pt x="607" y="1375"/>
                    <a:pt x="689" y="593"/>
                    <a:pt x="1116" y="1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44"/>
            <p:cNvSpPr/>
            <p:nvPr/>
          </p:nvSpPr>
          <p:spPr>
            <a:xfrm>
              <a:off x="1409796" y="4112916"/>
              <a:ext cx="48635" cy="36075"/>
            </a:xfrm>
            <a:custGeom>
              <a:avLst/>
              <a:gdLst/>
              <a:ahLst/>
              <a:cxnLst/>
              <a:rect l="l" t="t" r="r" b="b"/>
              <a:pathLst>
                <a:path w="1576" h="1169" extrusionOk="0">
                  <a:moveTo>
                    <a:pt x="1213" y="1"/>
                  </a:moveTo>
                  <a:cubicBezTo>
                    <a:pt x="1208" y="1"/>
                    <a:pt x="1203" y="1"/>
                    <a:pt x="1198" y="2"/>
                  </a:cubicBezTo>
                  <a:cubicBezTo>
                    <a:pt x="997" y="39"/>
                    <a:pt x="806" y="192"/>
                    <a:pt x="806" y="192"/>
                  </a:cubicBezTo>
                  <a:lnTo>
                    <a:pt x="226" y="631"/>
                  </a:lnTo>
                  <a:cubicBezTo>
                    <a:pt x="226" y="631"/>
                    <a:pt x="1" y="796"/>
                    <a:pt x="61" y="997"/>
                  </a:cubicBezTo>
                  <a:cubicBezTo>
                    <a:pt x="90" y="1092"/>
                    <a:pt x="215" y="1169"/>
                    <a:pt x="396" y="1169"/>
                  </a:cubicBezTo>
                  <a:cubicBezTo>
                    <a:pt x="580" y="1169"/>
                    <a:pt x="822" y="1089"/>
                    <a:pt x="1079" y="867"/>
                  </a:cubicBezTo>
                  <a:cubicBezTo>
                    <a:pt x="1576" y="439"/>
                    <a:pt x="1409" y="1"/>
                    <a:pt x="121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44"/>
            <p:cNvSpPr/>
            <p:nvPr/>
          </p:nvSpPr>
          <p:spPr>
            <a:xfrm>
              <a:off x="1404704" y="4104521"/>
              <a:ext cx="43543" cy="37526"/>
            </a:xfrm>
            <a:custGeom>
              <a:avLst/>
              <a:gdLst/>
              <a:ahLst/>
              <a:cxnLst/>
              <a:rect l="l" t="t" r="r" b="b"/>
              <a:pathLst>
                <a:path w="1411" h="1216" extrusionOk="0">
                  <a:moveTo>
                    <a:pt x="712" y="1"/>
                  </a:moveTo>
                  <a:lnTo>
                    <a:pt x="1" y="285"/>
                  </a:lnTo>
                  <a:cubicBezTo>
                    <a:pt x="1" y="285"/>
                    <a:pt x="413" y="809"/>
                    <a:pt x="368" y="1153"/>
                  </a:cubicBezTo>
                  <a:cubicBezTo>
                    <a:pt x="473" y="1196"/>
                    <a:pt x="573" y="1215"/>
                    <a:pt x="665" y="1215"/>
                  </a:cubicBezTo>
                  <a:cubicBezTo>
                    <a:pt x="1127" y="1215"/>
                    <a:pt x="1411" y="747"/>
                    <a:pt x="1292" y="499"/>
                  </a:cubicBezTo>
                  <a:cubicBezTo>
                    <a:pt x="997" y="299"/>
                    <a:pt x="712" y="1"/>
                    <a:pt x="712" y="1"/>
                  </a:cubicBezTo>
                  <a:close/>
                </a:path>
              </a:pathLst>
            </a:custGeom>
            <a:solidFill>
              <a:srgbClr val="FFC3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44"/>
            <p:cNvSpPr/>
            <p:nvPr/>
          </p:nvSpPr>
          <p:spPr>
            <a:xfrm>
              <a:off x="1404704" y="4104521"/>
              <a:ext cx="31817" cy="30767"/>
            </a:xfrm>
            <a:custGeom>
              <a:avLst/>
              <a:gdLst/>
              <a:ahLst/>
              <a:cxnLst/>
              <a:rect l="l" t="t" r="r" b="b"/>
              <a:pathLst>
                <a:path w="1031" h="997" extrusionOk="0">
                  <a:moveTo>
                    <a:pt x="712" y="1"/>
                  </a:moveTo>
                  <a:lnTo>
                    <a:pt x="1" y="285"/>
                  </a:lnTo>
                  <a:cubicBezTo>
                    <a:pt x="1" y="285"/>
                    <a:pt x="308" y="666"/>
                    <a:pt x="368" y="996"/>
                  </a:cubicBezTo>
                  <a:cubicBezTo>
                    <a:pt x="413" y="749"/>
                    <a:pt x="593" y="334"/>
                    <a:pt x="1031" y="299"/>
                  </a:cubicBezTo>
                  <a:cubicBezTo>
                    <a:pt x="840" y="143"/>
                    <a:pt x="712" y="1"/>
                    <a:pt x="712" y="1"/>
                  </a:cubicBezTo>
                  <a:close/>
                </a:path>
              </a:pathLst>
            </a:custGeom>
            <a:solidFill>
              <a:srgbClr val="FFB8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44"/>
            <p:cNvSpPr/>
            <p:nvPr/>
          </p:nvSpPr>
          <p:spPr>
            <a:xfrm>
              <a:off x="1401742" y="4051843"/>
              <a:ext cx="16880" cy="23484"/>
            </a:xfrm>
            <a:custGeom>
              <a:avLst/>
              <a:gdLst/>
              <a:ahLst/>
              <a:cxnLst/>
              <a:rect l="l" t="t" r="r" b="b"/>
              <a:pathLst>
                <a:path w="547" h="761" extrusionOk="0">
                  <a:moveTo>
                    <a:pt x="0" y="1"/>
                  </a:moveTo>
                  <a:cubicBezTo>
                    <a:pt x="0" y="1"/>
                    <a:pt x="225" y="701"/>
                    <a:pt x="546" y="760"/>
                  </a:cubicBezTo>
                  <a:cubicBezTo>
                    <a:pt x="393" y="214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44"/>
            <p:cNvSpPr/>
            <p:nvPr/>
          </p:nvSpPr>
          <p:spPr>
            <a:xfrm>
              <a:off x="1365542" y="4048232"/>
              <a:ext cx="75021" cy="69373"/>
            </a:xfrm>
            <a:custGeom>
              <a:avLst/>
              <a:gdLst/>
              <a:ahLst/>
              <a:cxnLst/>
              <a:rect l="l" t="t" r="r" b="b"/>
              <a:pathLst>
                <a:path w="2431" h="2248" extrusionOk="0">
                  <a:moveTo>
                    <a:pt x="885" y="1"/>
                  </a:moveTo>
                  <a:cubicBezTo>
                    <a:pt x="791" y="1"/>
                    <a:pt x="247" y="393"/>
                    <a:pt x="118" y="544"/>
                  </a:cubicBezTo>
                  <a:cubicBezTo>
                    <a:pt x="1" y="712"/>
                    <a:pt x="35" y="948"/>
                    <a:pt x="95" y="1079"/>
                  </a:cubicBezTo>
                  <a:cubicBezTo>
                    <a:pt x="155" y="1199"/>
                    <a:pt x="701" y="1742"/>
                    <a:pt x="701" y="1742"/>
                  </a:cubicBezTo>
                  <a:cubicBezTo>
                    <a:pt x="701" y="1742"/>
                    <a:pt x="1184" y="2169"/>
                    <a:pt x="1352" y="2240"/>
                  </a:cubicBezTo>
                  <a:cubicBezTo>
                    <a:pt x="1366" y="2245"/>
                    <a:pt x="1382" y="2247"/>
                    <a:pt x="1401" y="2247"/>
                  </a:cubicBezTo>
                  <a:cubicBezTo>
                    <a:pt x="1618" y="2247"/>
                    <a:pt x="2169" y="1957"/>
                    <a:pt x="2300" y="1850"/>
                  </a:cubicBezTo>
                  <a:cubicBezTo>
                    <a:pt x="2431" y="1731"/>
                    <a:pt x="2394" y="1626"/>
                    <a:pt x="2394" y="1626"/>
                  </a:cubicBezTo>
                  <a:cubicBezTo>
                    <a:pt x="2394" y="1626"/>
                    <a:pt x="2004" y="1102"/>
                    <a:pt x="1850" y="937"/>
                  </a:cubicBezTo>
                  <a:cubicBezTo>
                    <a:pt x="1708" y="772"/>
                    <a:pt x="1671" y="783"/>
                    <a:pt x="1625" y="712"/>
                  </a:cubicBezTo>
                  <a:cubicBezTo>
                    <a:pt x="1577" y="653"/>
                    <a:pt x="1315" y="274"/>
                    <a:pt x="1281" y="249"/>
                  </a:cubicBezTo>
                  <a:cubicBezTo>
                    <a:pt x="1244" y="214"/>
                    <a:pt x="960" y="35"/>
                    <a:pt x="926" y="24"/>
                  </a:cubicBezTo>
                  <a:cubicBezTo>
                    <a:pt x="889" y="1"/>
                    <a:pt x="985" y="12"/>
                    <a:pt x="889" y="1"/>
                  </a:cubicBezTo>
                  <a:cubicBezTo>
                    <a:pt x="887" y="1"/>
                    <a:pt x="886" y="1"/>
                    <a:pt x="885" y="1"/>
                  </a:cubicBezTo>
                  <a:close/>
                </a:path>
              </a:pathLst>
            </a:custGeom>
            <a:solidFill>
              <a:srgbClr val="FFC3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44"/>
            <p:cNvSpPr/>
            <p:nvPr/>
          </p:nvSpPr>
          <p:spPr>
            <a:xfrm>
              <a:off x="1371776" y="4048232"/>
              <a:ext cx="68787" cy="58973"/>
            </a:xfrm>
            <a:custGeom>
              <a:avLst/>
              <a:gdLst/>
              <a:ahLst/>
              <a:cxnLst/>
              <a:rect l="l" t="t" r="r" b="b"/>
              <a:pathLst>
                <a:path w="2229" h="1911" extrusionOk="0">
                  <a:moveTo>
                    <a:pt x="682" y="1"/>
                  </a:moveTo>
                  <a:cubicBezTo>
                    <a:pt x="600" y="1"/>
                    <a:pt x="196" y="289"/>
                    <a:pt x="1" y="462"/>
                  </a:cubicBezTo>
                  <a:cubicBezTo>
                    <a:pt x="208" y="302"/>
                    <a:pt x="483" y="117"/>
                    <a:pt x="550" y="117"/>
                  </a:cubicBezTo>
                  <a:cubicBezTo>
                    <a:pt x="552" y="117"/>
                    <a:pt x="554" y="117"/>
                    <a:pt x="556" y="118"/>
                  </a:cubicBezTo>
                  <a:cubicBezTo>
                    <a:pt x="641" y="132"/>
                    <a:pt x="260" y="331"/>
                    <a:pt x="297" y="357"/>
                  </a:cubicBezTo>
                  <a:cubicBezTo>
                    <a:pt x="331" y="379"/>
                    <a:pt x="604" y="391"/>
                    <a:pt x="652" y="391"/>
                  </a:cubicBezTo>
                  <a:cubicBezTo>
                    <a:pt x="937" y="402"/>
                    <a:pt x="1233" y="772"/>
                    <a:pt x="1281" y="829"/>
                  </a:cubicBezTo>
                  <a:cubicBezTo>
                    <a:pt x="1327" y="900"/>
                    <a:pt x="1364" y="889"/>
                    <a:pt x="1506" y="1068"/>
                  </a:cubicBezTo>
                  <a:cubicBezTo>
                    <a:pt x="1660" y="1233"/>
                    <a:pt x="2049" y="1754"/>
                    <a:pt x="2049" y="1754"/>
                  </a:cubicBezTo>
                  <a:cubicBezTo>
                    <a:pt x="2049" y="1754"/>
                    <a:pt x="2075" y="1825"/>
                    <a:pt x="2015" y="1910"/>
                  </a:cubicBezTo>
                  <a:cubicBezTo>
                    <a:pt x="2049" y="1884"/>
                    <a:pt x="2075" y="1873"/>
                    <a:pt x="2098" y="1850"/>
                  </a:cubicBezTo>
                  <a:cubicBezTo>
                    <a:pt x="2229" y="1731"/>
                    <a:pt x="2192" y="1626"/>
                    <a:pt x="2192" y="1626"/>
                  </a:cubicBezTo>
                  <a:cubicBezTo>
                    <a:pt x="2192" y="1626"/>
                    <a:pt x="1802" y="1102"/>
                    <a:pt x="1648" y="937"/>
                  </a:cubicBezTo>
                  <a:cubicBezTo>
                    <a:pt x="1506" y="772"/>
                    <a:pt x="1469" y="783"/>
                    <a:pt x="1423" y="712"/>
                  </a:cubicBezTo>
                  <a:cubicBezTo>
                    <a:pt x="1375" y="653"/>
                    <a:pt x="1113" y="274"/>
                    <a:pt x="1079" y="249"/>
                  </a:cubicBezTo>
                  <a:cubicBezTo>
                    <a:pt x="1042" y="214"/>
                    <a:pt x="758" y="35"/>
                    <a:pt x="724" y="24"/>
                  </a:cubicBezTo>
                  <a:cubicBezTo>
                    <a:pt x="687" y="1"/>
                    <a:pt x="783" y="12"/>
                    <a:pt x="687" y="1"/>
                  </a:cubicBezTo>
                  <a:cubicBezTo>
                    <a:pt x="685" y="1"/>
                    <a:pt x="684" y="1"/>
                    <a:pt x="682" y="1"/>
                  </a:cubicBezTo>
                  <a:close/>
                </a:path>
              </a:pathLst>
            </a:custGeom>
            <a:solidFill>
              <a:srgbClr val="FFCF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44"/>
            <p:cNvSpPr/>
            <p:nvPr/>
          </p:nvSpPr>
          <p:spPr>
            <a:xfrm>
              <a:off x="1374338" y="4100139"/>
              <a:ext cx="21633" cy="14628"/>
            </a:xfrm>
            <a:custGeom>
              <a:avLst/>
              <a:gdLst/>
              <a:ahLst/>
              <a:cxnLst/>
              <a:rect l="l" t="t" r="r" b="b"/>
              <a:pathLst>
                <a:path w="701" h="474" extrusionOk="0">
                  <a:moveTo>
                    <a:pt x="402" y="0"/>
                  </a:moveTo>
                  <a:cubicBezTo>
                    <a:pt x="402" y="0"/>
                    <a:pt x="248" y="49"/>
                    <a:pt x="143" y="86"/>
                  </a:cubicBezTo>
                  <a:cubicBezTo>
                    <a:pt x="35" y="120"/>
                    <a:pt x="0" y="345"/>
                    <a:pt x="154" y="393"/>
                  </a:cubicBezTo>
                  <a:cubicBezTo>
                    <a:pt x="258" y="433"/>
                    <a:pt x="416" y="474"/>
                    <a:pt x="526" y="474"/>
                  </a:cubicBezTo>
                  <a:cubicBezTo>
                    <a:pt x="579" y="474"/>
                    <a:pt x="621" y="464"/>
                    <a:pt x="641" y="441"/>
                  </a:cubicBezTo>
                  <a:cubicBezTo>
                    <a:pt x="700" y="382"/>
                    <a:pt x="686" y="251"/>
                    <a:pt x="686" y="251"/>
                  </a:cubicBezTo>
                  <a:lnTo>
                    <a:pt x="402" y="0"/>
                  </a:lnTo>
                  <a:close/>
                </a:path>
              </a:pathLst>
            </a:custGeom>
            <a:solidFill>
              <a:srgbClr val="FFC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44"/>
            <p:cNvSpPr/>
            <p:nvPr/>
          </p:nvSpPr>
          <p:spPr>
            <a:xfrm>
              <a:off x="1377578" y="4100139"/>
              <a:ext cx="16201" cy="10770"/>
            </a:xfrm>
            <a:custGeom>
              <a:avLst/>
              <a:gdLst/>
              <a:ahLst/>
              <a:cxnLst/>
              <a:rect l="l" t="t" r="r" b="b"/>
              <a:pathLst>
                <a:path w="525" h="349" extrusionOk="0">
                  <a:moveTo>
                    <a:pt x="322" y="0"/>
                  </a:moveTo>
                  <a:cubicBezTo>
                    <a:pt x="322" y="0"/>
                    <a:pt x="203" y="49"/>
                    <a:pt x="120" y="72"/>
                  </a:cubicBezTo>
                  <a:cubicBezTo>
                    <a:pt x="38" y="109"/>
                    <a:pt x="1" y="274"/>
                    <a:pt x="109" y="311"/>
                  </a:cubicBezTo>
                  <a:cubicBezTo>
                    <a:pt x="179" y="331"/>
                    <a:pt x="281" y="349"/>
                    <a:pt x="361" y="349"/>
                  </a:cubicBezTo>
                  <a:cubicBezTo>
                    <a:pt x="413" y="349"/>
                    <a:pt x="457" y="341"/>
                    <a:pt x="476" y="322"/>
                  </a:cubicBezTo>
                  <a:cubicBezTo>
                    <a:pt x="524" y="274"/>
                    <a:pt x="524" y="180"/>
                    <a:pt x="524" y="180"/>
                  </a:cubicBezTo>
                  <a:lnTo>
                    <a:pt x="322" y="0"/>
                  </a:lnTo>
                  <a:close/>
                </a:path>
              </a:pathLst>
            </a:custGeom>
            <a:solidFill>
              <a:srgbClr val="FFB8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44"/>
            <p:cNvSpPr/>
            <p:nvPr/>
          </p:nvSpPr>
          <p:spPr>
            <a:xfrm>
              <a:off x="1342459" y="4035425"/>
              <a:ext cx="99585" cy="83877"/>
            </a:xfrm>
            <a:custGeom>
              <a:avLst/>
              <a:gdLst/>
              <a:ahLst/>
              <a:cxnLst/>
              <a:rect l="l" t="t" r="r" b="b"/>
              <a:pathLst>
                <a:path w="3227" h="2718" extrusionOk="0">
                  <a:moveTo>
                    <a:pt x="1696" y="1"/>
                  </a:moveTo>
                  <a:cubicBezTo>
                    <a:pt x="1591" y="1"/>
                    <a:pt x="1258" y="83"/>
                    <a:pt x="1068" y="439"/>
                  </a:cubicBezTo>
                  <a:cubicBezTo>
                    <a:pt x="1022" y="368"/>
                    <a:pt x="1139" y="166"/>
                    <a:pt x="1139" y="166"/>
                  </a:cubicBezTo>
                  <a:lnTo>
                    <a:pt x="1139" y="166"/>
                  </a:lnTo>
                  <a:cubicBezTo>
                    <a:pt x="1139" y="166"/>
                    <a:pt x="1008" y="226"/>
                    <a:pt x="891" y="547"/>
                  </a:cubicBezTo>
                  <a:cubicBezTo>
                    <a:pt x="880" y="533"/>
                    <a:pt x="891" y="274"/>
                    <a:pt x="914" y="154"/>
                  </a:cubicBezTo>
                  <a:lnTo>
                    <a:pt x="914" y="154"/>
                  </a:lnTo>
                  <a:cubicBezTo>
                    <a:pt x="701" y="285"/>
                    <a:pt x="476" y="629"/>
                    <a:pt x="558" y="948"/>
                  </a:cubicBezTo>
                  <a:cubicBezTo>
                    <a:pt x="553" y="948"/>
                    <a:pt x="547" y="947"/>
                    <a:pt x="542" y="947"/>
                  </a:cubicBezTo>
                  <a:cubicBezTo>
                    <a:pt x="414" y="947"/>
                    <a:pt x="148" y="1063"/>
                    <a:pt x="1" y="1221"/>
                  </a:cubicBezTo>
                  <a:cubicBezTo>
                    <a:pt x="34" y="1198"/>
                    <a:pt x="146" y="1157"/>
                    <a:pt x="266" y="1157"/>
                  </a:cubicBezTo>
                  <a:cubicBezTo>
                    <a:pt x="320" y="1157"/>
                    <a:pt x="376" y="1165"/>
                    <a:pt x="427" y="1187"/>
                  </a:cubicBezTo>
                  <a:cubicBezTo>
                    <a:pt x="83" y="1386"/>
                    <a:pt x="26" y="1756"/>
                    <a:pt x="132" y="1921"/>
                  </a:cubicBezTo>
                  <a:cubicBezTo>
                    <a:pt x="203" y="1802"/>
                    <a:pt x="297" y="1648"/>
                    <a:pt x="439" y="1625"/>
                  </a:cubicBezTo>
                  <a:lnTo>
                    <a:pt x="439" y="1625"/>
                  </a:lnTo>
                  <a:cubicBezTo>
                    <a:pt x="368" y="1685"/>
                    <a:pt x="311" y="1861"/>
                    <a:pt x="368" y="1944"/>
                  </a:cubicBezTo>
                  <a:cubicBezTo>
                    <a:pt x="356" y="1884"/>
                    <a:pt x="499" y="1685"/>
                    <a:pt x="570" y="1685"/>
                  </a:cubicBezTo>
                  <a:cubicBezTo>
                    <a:pt x="368" y="1850"/>
                    <a:pt x="558" y="2169"/>
                    <a:pt x="558" y="2169"/>
                  </a:cubicBezTo>
                  <a:cubicBezTo>
                    <a:pt x="558" y="2169"/>
                    <a:pt x="547" y="2097"/>
                    <a:pt x="723" y="1790"/>
                  </a:cubicBezTo>
                  <a:cubicBezTo>
                    <a:pt x="749" y="1969"/>
                    <a:pt x="1093" y="2277"/>
                    <a:pt x="1093" y="2277"/>
                  </a:cubicBezTo>
                  <a:cubicBezTo>
                    <a:pt x="1093" y="2277"/>
                    <a:pt x="1127" y="2206"/>
                    <a:pt x="1235" y="2157"/>
                  </a:cubicBezTo>
                  <a:cubicBezTo>
                    <a:pt x="1258" y="2150"/>
                    <a:pt x="1281" y="2147"/>
                    <a:pt x="1304" y="2147"/>
                  </a:cubicBezTo>
                  <a:cubicBezTo>
                    <a:pt x="1470" y="2147"/>
                    <a:pt x="1631" y="2315"/>
                    <a:pt x="1674" y="2348"/>
                  </a:cubicBezTo>
                  <a:cubicBezTo>
                    <a:pt x="1727" y="2391"/>
                    <a:pt x="1847" y="2718"/>
                    <a:pt x="2168" y="2718"/>
                  </a:cubicBezTo>
                  <a:cubicBezTo>
                    <a:pt x="2205" y="2718"/>
                    <a:pt x="2245" y="2713"/>
                    <a:pt x="2288" y="2703"/>
                  </a:cubicBezTo>
                  <a:cubicBezTo>
                    <a:pt x="2692" y="2610"/>
                    <a:pt x="3048" y="2371"/>
                    <a:pt x="3119" y="2288"/>
                  </a:cubicBezTo>
                  <a:cubicBezTo>
                    <a:pt x="3190" y="2217"/>
                    <a:pt x="3227" y="2086"/>
                    <a:pt x="3201" y="2041"/>
                  </a:cubicBezTo>
                  <a:cubicBezTo>
                    <a:pt x="3167" y="1992"/>
                    <a:pt x="3048" y="1884"/>
                    <a:pt x="2729" y="1506"/>
                  </a:cubicBezTo>
                  <a:cubicBezTo>
                    <a:pt x="2277" y="1644"/>
                    <a:pt x="1907" y="2301"/>
                    <a:pt x="1843" y="2301"/>
                  </a:cubicBezTo>
                  <a:cubicBezTo>
                    <a:pt x="1841" y="2301"/>
                    <a:pt x="1840" y="2300"/>
                    <a:pt x="1839" y="2299"/>
                  </a:cubicBezTo>
                  <a:cubicBezTo>
                    <a:pt x="1790" y="2277"/>
                    <a:pt x="1307" y="2015"/>
                    <a:pt x="1400" y="1790"/>
                  </a:cubicBezTo>
                  <a:cubicBezTo>
                    <a:pt x="1483" y="1554"/>
                    <a:pt x="1116" y="1400"/>
                    <a:pt x="1116" y="1400"/>
                  </a:cubicBezTo>
                  <a:cubicBezTo>
                    <a:pt x="1116" y="1400"/>
                    <a:pt x="1222" y="1264"/>
                    <a:pt x="1339" y="1264"/>
                  </a:cubicBezTo>
                  <a:cubicBezTo>
                    <a:pt x="1352" y="1264"/>
                    <a:pt x="1365" y="1266"/>
                    <a:pt x="1378" y="1270"/>
                  </a:cubicBezTo>
                  <a:cubicBezTo>
                    <a:pt x="1329" y="1210"/>
                    <a:pt x="1270" y="1173"/>
                    <a:pt x="1198" y="1150"/>
                  </a:cubicBezTo>
                  <a:cubicBezTo>
                    <a:pt x="1307" y="1053"/>
                    <a:pt x="1413" y="1027"/>
                    <a:pt x="1493" y="1027"/>
                  </a:cubicBezTo>
                  <a:cubicBezTo>
                    <a:pt x="1580" y="1027"/>
                    <a:pt x="1637" y="1056"/>
                    <a:pt x="1637" y="1056"/>
                  </a:cubicBezTo>
                  <a:cubicBezTo>
                    <a:pt x="1637" y="1056"/>
                    <a:pt x="1617" y="923"/>
                    <a:pt x="1412" y="923"/>
                  </a:cubicBezTo>
                  <a:cubicBezTo>
                    <a:pt x="1397" y="923"/>
                    <a:pt x="1381" y="924"/>
                    <a:pt x="1363" y="925"/>
                  </a:cubicBezTo>
                  <a:cubicBezTo>
                    <a:pt x="1460" y="829"/>
                    <a:pt x="1680" y="814"/>
                    <a:pt x="1813" y="814"/>
                  </a:cubicBezTo>
                  <a:cubicBezTo>
                    <a:pt x="1877" y="814"/>
                    <a:pt x="1921" y="817"/>
                    <a:pt x="1921" y="817"/>
                  </a:cubicBezTo>
                  <a:cubicBezTo>
                    <a:pt x="1921" y="817"/>
                    <a:pt x="1804" y="675"/>
                    <a:pt x="1685" y="664"/>
                  </a:cubicBezTo>
                  <a:cubicBezTo>
                    <a:pt x="1752" y="640"/>
                    <a:pt x="1813" y="630"/>
                    <a:pt x="1869" y="630"/>
                  </a:cubicBezTo>
                  <a:cubicBezTo>
                    <a:pt x="2061" y="630"/>
                    <a:pt x="2190" y="741"/>
                    <a:pt x="2254" y="760"/>
                  </a:cubicBezTo>
                  <a:cubicBezTo>
                    <a:pt x="2112" y="547"/>
                    <a:pt x="1969" y="533"/>
                    <a:pt x="1969" y="533"/>
                  </a:cubicBezTo>
                  <a:cubicBezTo>
                    <a:pt x="1969" y="533"/>
                    <a:pt x="2041" y="510"/>
                    <a:pt x="2123" y="499"/>
                  </a:cubicBezTo>
                  <a:cubicBezTo>
                    <a:pt x="2078" y="453"/>
                    <a:pt x="2007" y="395"/>
                    <a:pt x="1933" y="395"/>
                  </a:cubicBezTo>
                  <a:cubicBezTo>
                    <a:pt x="1909" y="395"/>
                    <a:pt x="1885" y="401"/>
                    <a:pt x="1861" y="416"/>
                  </a:cubicBezTo>
                  <a:cubicBezTo>
                    <a:pt x="1851" y="422"/>
                    <a:pt x="1847" y="424"/>
                    <a:pt x="1846" y="424"/>
                  </a:cubicBezTo>
                  <a:cubicBezTo>
                    <a:pt x="1839" y="424"/>
                    <a:pt x="2055" y="291"/>
                    <a:pt x="2160" y="248"/>
                  </a:cubicBezTo>
                  <a:cubicBezTo>
                    <a:pt x="2078" y="200"/>
                    <a:pt x="1982" y="183"/>
                    <a:pt x="1888" y="183"/>
                  </a:cubicBezTo>
                  <a:cubicBezTo>
                    <a:pt x="1684" y="183"/>
                    <a:pt x="1494" y="262"/>
                    <a:pt x="1494" y="262"/>
                  </a:cubicBezTo>
                  <a:cubicBezTo>
                    <a:pt x="1494" y="262"/>
                    <a:pt x="1543" y="83"/>
                    <a:pt x="1696" y="1"/>
                  </a:cubicBezTo>
                  <a:close/>
                </a:path>
              </a:pathLst>
            </a:custGeom>
            <a:solidFill>
              <a:srgbClr val="0303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44"/>
            <p:cNvSpPr/>
            <p:nvPr/>
          </p:nvSpPr>
          <p:spPr>
            <a:xfrm>
              <a:off x="1447477" y="4068723"/>
              <a:ext cx="43574" cy="62954"/>
            </a:xfrm>
            <a:custGeom>
              <a:avLst/>
              <a:gdLst/>
              <a:ahLst/>
              <a:cxnLst/>
              <a:rect l="l" t="t" r="r" b="b"/>
              <a:pathLst>
                <a:path w="1412" h="2040" extrusionOk="0">
                  <a:moveTo>
                    <a:pt x="344" y="1"/>
                  </a:moveTo>
                  <a:cubicBezTo>
                    <a:pt x="283" y="1"/>
                    <a:pt x="219" y="8"/>
                    <a:pt x="154" y="23"/>
                  </a:cubicBezTo>
                  <a:cubicBezTo>
                    <a:pt x="142" y="165"/>
                    <a:pt x="131" y="333"/>
                    <a:pt x="165" y="438"/>
                  </a:cubicBezTo>
                  <a:cubicBezTo>
                    <a:pt x="202" y="535"/>
                    <a:pt x="154" y="617"/>
                    <a:pt x="83" y="677"/>
                  </a:cubicBezTo>
                  <a:cubicBezTo>
                    <a:pt x="57" y="698"/>
                    <a:pt x="50" y="703"/>
                    <a:pt x="51" y="703"/>
                  </a:cubicBezTo>
                  <a:cubicBezTo>
                    <a:pt x="52" y="703"/>
                    <a:pt x="66" y="694"/>
                    <a:pt x="71" y="694"/>
                  </a:cubicBezTo>
                  <a:cubicBezTo>
                    <a:pt x="73" y="694"/>
                    <a:pt x="73" y="696"/>
                    <a:pt x="71" y="700"/>
                  </a:cubicBezTo>
                  <a:cubicBezTo>
                    <a:pt x="49" y="734"/>
                    <a:pt x="0" y="1067"/>
                    <a:pt x="0" y="1067"/>
                  </a:cubicBezTo>
                  <a:cubicBezTo>
                    <a:pt x="0" y="1067"/>
                    <a:pt x="854" y="1969"/>
                    <a:pt x="1363" y="2040"/>
                  </a:cubicBezTo>
                  <a:cubicBezTo>
                    <a:pt x="1198" y="1659"/>
                    <a:pt x="1411" y="1209"/>
                    <a:pt x="1352" y="558"/>
                  </a:cubicBezTo>
                  <a:cubicBezTo>
                    <a:pt x="1214" y="484"/>
                    <a:pt x="859" y="1"/>
                    <a:pt x="344" y="1"/>
                  </a:cubicBezTo>
                  <a:close/>
                </a:path>
              </a:pathLst>
            </a:custGeom>
            <a:solidFill>
              <a:srgbClr val="FF71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44"/>
            <p:cNvSpPr/>
            <p:nvPr/>
          </p:nvSpPr>
          <p:spPr>
            <a:xfrm>
              <a:off x="1360018" y="4144332"/>
              <a:ext cx="61134" cy="46259"/>
            </a:xfrm>
            <a:custGeom>
              <a:avLst/>
              <a:gdLst/>
              <a:ahLst/>
              <a:cxnLst/>
              <a:rect l="l" t="t" r="r" b="b"/>
              <a:pathLst>
                <a:path w="1981" h="1499" extrusionOk="0">
                  <a:moveTo>
                    <a:pt x="853" y="1"/>
                  </a:moveTo>
                  <a:cubicBezTo>
                    <a:pt x="852" y="1"/>
                    <a:pt x="845" y="7"/>
                    <a:pt x="820" y="28"/>
                  </a:cubicBezTo>
                  <a:cubicBezTo>
                    <a:pt x="783" y="59"/>
                    <a:pt x="748" y="74"/>
                    <a:pt x="711" y="74"/>
                  </a:cubicBezTo>
                  <a:cubicBezTo>
                    <a:pt x="677" y="74"/>
                    <a:pt x="640" y="62"/>
                    <a:pt x="595" y="39"/>
                  </a:cubicBezTo>
                  <a:cubicBezTo>
                    <a:pt x="570" y="25"/>
                    <a:pt x="540" y="20"/>
                    <a:pt x="506" y="20"/>
                  </a:cubicBezTo>
                  <a:cubicBezTo>
                    <a:pt x="436" y="20"/>
                    <a:pt x="351" y="41"/>
                    <a:pt x="264" y="41"/>
                  </a:cubicBezTo>
                  <a:cubicBezTo>
                    <a:pt x="251" y="41"/>
                    <a:pt x="238" y="40"/>
                    <a:pt x="225" y="39"/>
                  </a:cubicBezTo>
                  <a:lnTo>
                    <a:pt x="225" y="39"/>
                  </a:lnTo>
                  <a:cubicBezTo>
                    <a:pt x="1" y="631"/>
                    <a:pt x="453" y="1095"/>
                    <a:pt x="510" y="1260"/>
                  </a:cubicBezTo>
                  <a:cubicBezTo>
                    <a:pt x="1150" y="1428"/>
                    <a:pt x="1625" y="1285"/>
                    <a:pt x="1981" y="1499"/>
                  </a:cubicBezTo>
                  <a:cubicBezTo>
                    <a:pt x="1981" y="987"/>
                    <a:pt x="1210" y="5"/>
                    <a:pt x="1210" y="5"/>
                  </a:cubicBezTo>
                  <a:cubicBezTo>
                    <a:pt x="1210" y="5"/>
                    <a:pt x="880" y="5"/>
                    <a:pt x="854" y="16"/>
                  </a:cubicBezTo>
                  <a:cubicBezTo>
                    <a:pt x="851" y="18"/>
                    <a:pt x="849" y="18"/>
                    <a:pt x="847" y="18"/>
                  </a:cubicBezTo>
                  <a:cubicBezTo>
                    <a:pt x="838" y="18"/>
                    <a:pt x="854" y="1"/>
                    <a:pt x="853" y="1"/>
                  </a:cubicBezTo>
                  <a:close/>
                </a:path>
              </a:pathLst>
            </a:custGeom>
            <a:solidFill>
              <a:srgbClr val="FF71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44"/>
            <p:cNvSpPr/>
            <p:nvPr/>
          </p:nvSpPr>
          <p:spPr>
            <a:xfrm>
              <a:off x="1375387" y="4233950"/>
              <a:ext cx="42865" cy="69558"/>
            </a:xfrm>
            <a:custGeom>
              <a:avLst/>
              <a:gdLst/>
              <a:ahLst/>
              <a:cxnLst/>
              <a:rect l="l" t="t" r="r" b="b"/>
              <a:pathLst>
                <a:path w="1389" h="2254" extrusionOk="0">
                  <a:moveTo>
                    <a:pt x="339" y="1"/>
                  </a:moveTo>
                  <a:cubicBezTo>
                    <a:pt x="302" y="1"/>
                    <a:pt x="274" y="33"/>
                    <a:pt x="274" y="63"/>
                  </a:cubicBezTo>
                  <a:lnTo>
                    <a:pt x="12" y="1983"/>
                  </a:lnTo>
                  <a:cubicBezTo>
                    <a:pt x="1" y="2031"/>
                    <a:pt x="38" y="2065"/>
                    <a:pt x="72" y="2080"/>
                  </a:cubicBezTo>
                  <a:lnTo>
                    <a:pt x="1033" y="2208"/>
                  </a:lnTo>
                  <a:cubicBezTo>
                    <a:pt x="1061" y="2208"/>
                    <a:pt x="1159" y="2254"/>
                    <a:pt x="1201" y="2254"/>
                  </a:cubicBezTo>
                  <a:cubicBezTo>
                    <a:pt x="1212" y="2254"/>
                    <a:pt x="1219" y="2251"/>
                    <a:pt x="1221" y="2245"/>
                  </a:cubicBezTo>
                  <a:lnTo>
                    <a:pt x="1378" y="216"/>
                  </a:lnTo>
                  <a:cubicBezTo>
                    <a:pt x="1389" y="171"/>
                    <a:pt x="1352" y="134"/>
                    <a:pt x="1318" y="134"/>
                  </a:cubicBezTo>
                  <a:lnTo>
                    <a:pt x="356" y="3"/>
                  </a:lnTo>
                  <a:cubicBezTo>
                    <a:pt x="350" y="1"/>
                    <a:pt x="345" y="1"/>
                    <a:pt x="339" y="1"/>
                  </a:cubicBez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44"/>
            <p:cNvSpPr/>
            <p:nvPr/>
          </p:nvSpPr>
          <p:spPr>
            <a:xfrm>
              <a:off x="1375047" y="4232963"/>
              <a:ext cx="40241" cy="65547"/>
            </a:xfrm>
            <a:custGeom>
              <a:avLst/>
              <a:gdLst/>
              <a:ahLst/>
              <a:cxnLst/>
              <a:rect l="l" t="t" r="r" b="b"/>
              <a:pathLst>
                <a:path w="1304" h="2124" extrusionOk="0">
                  <a:moveTo>
                    <a:pt x="344" y="1"/>
                  </a:moveTo>
                  <a:cubicBezTo>
                    <a:pt x="307" y="1"/>
                    <a:pt x="273" y="24"/>
                    <a:pt x="262" y="72"/>
                  </a:cubicBezTo>
                  <a:lnTo>
                    <a:pt x="12" y="1921"/>
                  </a:lnTo>
                  <a:cubicBezTo>
                    <a:pt x="0" y="1955"/>
                    <a:pt x="37" y="1992"/>
                    <a:pt x="71" y="2004"/>
                  </a:cubicBezTo>
                  <a:lnTo>
                    <a:pt x="962" y="2123"/>
                  </a:lnTo>
                  <a:cubicBezTo>
                    <a:pt x="996" y="2123"/>
                    <a:pt x="1044" y="2097"/>
                    <a:pt x="1044" y="2063"/>
                  </a:cubicBezTo>
                  <a:lnTo>
                    <a:pt x="1292" y="203"/>
                  </a:lnTo>
                  <a:cubicBezTo>
                    <a:pt x="1303" y="166"/>
                    <a:pt x="1269" y="132"/>
                    <a:pt x="1232" y="132"/>
                  </a:cubicBezTo>
                  <a:lnTo>
                    <a:pt x="344" y="1"/>
                  </a:ln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44"/>
            <p:cNvSpPr/>
            <p:nvPr/>
          </p:nvSpPr>
          <p:spPr>
            <a:xfrm>
              <a:off x="1377578" y="4236481"/>
              <a:ext cx="35520" cy="57276"/>
            </a:xfrm>
            <a:custGeom>
              <a:avLst/>
              <a:gdLst/>
              <a:ahLst/>
              <a:cxnLst/>
              <a:rect l="l" t="t" r="r" b="b"/>
              <a:pathLst>
                <a:path w="1151" h="1856" extrusionOk="0">
                  <a:moveTo>
                    <a:pt x="249" y="0"/>
                  </a:moveTo>
                  <a:cubicBezTo>
                    <a:pt x="245" y="0"/>
                    <a:pt x="240" y="10"/>
                    <a:pt x="240" y="18"/>
                  </a:cubicBezTo>
                  <a:lnTo>
                    <a:pt x="1" y="1713"/>
                  </a:lnTo>
                  <a:cubicBezTo>
                    <a:pt x="1" y="1725"/>
                    <a:pt x="12" y="1736"/>
                    <a:pt x="12" y="1736"/>
                  </a:cubicBezTo>
                  <a:lnTo>
                    <a:pt x="891" y="1855"/>
                  </a:lnTo>
                  <a:cubicBezTo>
                    <a:pt x="903" y="1855"/>
                    <a:pt x="914" y="1855"/>
                    <a:pt x="914" y="1841"/>
                  </a:cubicBezTo>
                  <a:lnTo>
                    <a:pt x="1150" y="148"/>
                  </a:lnTo>
                  <a:cubicBezTo>
                    <a:pt x="1150" y="134"/>
                    <a:pt x="1139" y="123"/>
                    <a:pt x="1127" y="123"/>
                  </a:cubicBezTo>
                  <a:lnTo>
                    <a:pt x="251" y="6"/>
                  </a:lnTo>
                  <a:cubicBezTo>
                    <a:pt x="251" y="2"/>
                    <a:pt x="250" y="0"/>
                    <a:pt x="249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44"/>
            <p:cNvSpPr/>
            <p:nvPr/>
          </p:nvSpPr>
          <p:spPr>
            <a:xfrm>
              <a:off x="1302186" y="4512559"/>
              <a:ext cx="72398" cy="59529"/>
            </a:xfrm>
            <a:custGeom>
              <a:avLst/>
              <a:gdLst/>
              <a:ahLst/>
              <a:cxnLst/>
              <a:rect l="l" t="t" r="r" b="b"/>
              <a:pathLst>
                <a:path w="2346" h="1929" extrusionOk="0">
                  <a:moveTo>
                    <a:pt x="1999" y="0"/>
                  </a:moveTo>
                  <a:cubicBezTo>
                    <a:pt x="1875" y="0"/>
                    <a:pt x="1726" y="84"/>
                    <a:pt x="1579" y="258"/>
                  </a:cubicBezTo>
                  <a:cubicBezTo>
                    <a:pt x="1189" y="733"/>
                    <a:pt x="632" y="980"/>
                    <a:pt x="632" y="980"/>
                  </a:cubicBezTo>
                  <a:cubicBezTo>
                    <a:pt x="1" y="1109"/>
                    <a:pt x="25" y="1928"/>
                    <a:pt x="333" y="1928"/>
                  </a:cubicBezTo>
                  <a:cubicBezTo>
                    <a:pt x="337" y="1928"/>
                    <a:pt x="342" y="1928"/>
                    <a:pt x="347" y="1928"/>
                  </a:cubicBezTo>
                  <a:cubicBezTo>
                    <a:pt x="666" y="1905"/>
                    <a:pt x="2219" y="1347"/>
                    <a:pt x="2301" y="662"/>
                  </a:cubicBezTo>
                  <a:cubicBezTo>
                    <a:pt x="2346" y="232"/>
                    <a:pt x="2206" y="0"/>
                    <a:pt x="19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44"/>
            <p:cNvSpPr/>
            <p:nvPr/>
          </p:nvSpPr>
          <p:spPr>
            <a:xfrm>
              <a:off x="1276232" y="4486266"/>
              <a:ext cx="78724" cy="57739"/>
            </a:xfrm>
            <a:custGeom>
              <a:avLst/>
              <a:gdLst/>
              <a:ahLst/>
              <a:cxnLst/>
              <a:rect l="l" t="t" r="r" b="b"/>
              <a:pathLst>
                <a:path w="2551" h="1871" extrusionOk="0">
                  <a:moveTo>
                    <a:pt x="1725" y="0"/>
                  </a:moveTo>
                  <a:cubicBezTo>
                    <a:pt x="1047" y="0"/>
                    <a:pt x="163" y="1263"/>
                    <a:pt x="61" y="1548"/>
                  </a:cubicBezTo>
                  <a:cubicBezTo>
                    <a:pt x="0" y="1715"/>
                    <a:pt x="228" y="1871"/>
                    <a:pt x="490" y="1871"/>
                  </a:cubicBezTo>
                  <a:cubicBezTo>
                    <a:pt x="693" y="1871"/>
                    <a:pt x="917" y="1778"/>
                    <a:pt x="1046" y="1525"/>
                  </a:cubicBezTo>
                  <a:cubicBezTo>
                    <a:pt x="1046" y="1525"/>
                    <a:pt x="1436" y="1061"/>
                    <a:pt x="1993" y="814"/>
                  </a:cubicBezTo>
                  <a:cubicBezTo>
                    <a:pt x="2551" y="552"/>
                    <a:pt x="2480" y="114"/>
                    <a:pt x="1803" y="6"/>
                  </a:cubicBezTo>
                  <a:cubicBezTo>
                    <a:pt x="1777" y="2"/>
                    <a:pt x="1751" y="0"/>
                    <a:pt x="17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44"/>
            <p:cNvSpPr/>
            <p:nvPr/>
          </p:nvSpPr>
          <p:spPr>
            <a:xfrm>
              <a:off x="1298328" y="4509072"/>
              <a:ext cx="70145" cy="58480"/>
            </a:xfrm>
            <a:custGeom>
              <a:avLst/>
              <a:gdLst/>
              <a:ahLst/>
              <a:cxnLst/>
              <a:rect l="l" t="t" r="r" b="b"/>
              <a:pathLst>
                <a:path w="2273" h="1895" extrusionOk="0">
                  <a:moveTo>
                    <a:pt x="1827" y="0"/>
                  </a:moveTo>
                  <a:cubicBezTo>
                    <a:pt x="1672" y="0"/>
                    <a:pt x="1502" y="103"/>
                    <a:pt x="1371" y="311"/>
                  </a:cubicBezTo>
                  <a:cubicBezTo>
                    <a:pt x="1064" y="798"/>
                    <a:pt x="566" y="1130"/>
                    <a:pt x="566" y="1130"/>
                  </a:cubicBezTo>
                  <a:cubicBezTo>
                    <a:pt x="0" y="1341"/>
                    <a:pt x="193" y="1895"/>
                    <a:pt x="475" y="1895"/>
                  </a:cubicBezTo>
                  <a:cubicBezTo>
                    <a:pt x="493" y="1895"/>
                    <a:pt x="512" y="1892"/>
                    <a:pt x="532" y="1887"/>
                  </a:cubicBezTo>
                  <a:cubicBezTo>
                    <a:pt x="828" y="1805"/>
                    <a:pt x="2273" y="1130"/>
                    <a:pt x="2224" y="513"/>
                  </a:cubicBezTo>
                  <a:cubicBezTo>
                    <a:pt x="2199" y="172"/>
                    <a:pt x="2026" y="0"/>
                    <a:pt x="1827" y="0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44"/>
            <p:cNvSpPr/>
            <p:nvPr/>
          </p:nvSpPr>
          <p:spPr>
            <a:xfrm>
              <a:off x="1329652" y="4508609"/>
              <a:ext cx="38760" cy="43698"/>
            </a:xfrm>
            <a:custGeom>
              <a:avLst/>
              <a:gdLst/>
              <a:ahLst/>
              <a:cxnLst/>
              <a:rect l="l" t="t" r="r" b="b"/>
              <a:pathLst>
                <a:path w="1256" h="1416" extrusionOk="0">
                  <a:moveTo>
                    <a:pt x="838" y="1"/>
                  </a:moveTo>
                  <a:cubicBezTo>
                    <a:pt x="816" y="1"/>
                    <a:pt x="794" y="3"/>
                    <a:pt x="771" y="7"/>
                  </a:cubicBezTo>
                  <a:cubicBezTo>
                    <a:pt x="524" y="53"/>
                    <a:pt x="416" y="207"/>
                    <a:pt x="322" y="337"/>
                  </a:cubicBezTo>
                  <a:cubicBezTo>
                    <a:pt x="228" y="468"/>
                    <a:pt x="0" y="764"/>
                    <a:pt x="0" y="764"/>
                  </a:cubicBezTo>
                  <a:cubicBezTo>
                    <a:pt x="0" y="764"/>
                    <a:pt x="3" y="764"/>
                    <a:pt x="9" y="764"/>
                  </a:cubicBezTo>
                  <a:cubicBezTo>
                    <a:pt x="60" y="764"/>
                    <a:pt x="332" y="773"/>
                    <a:pt x="427" y="966"/>
                  </a:cubicBezTo>
                  <a:cubicBezTo>
                    <a:pt x="524" y="1191"/>
                    <a:pt x="498" y="1416"/>
                    <a:pt x="498" y="1416"/>
                  </a:cubicBezTo>
                  <a:cubicBezTo>
                    <a:pt x="498" y="1416"/>
                    <a:pt x="1209" y="1074"/>
                    <a:pt x="1235" y="622"/>
                  </a:cubicBezTo>
                  <a:cubicBezTo>
                    <a:pt x="1256" y="214"/>
                    <a:pt x="1054" y="1"/>
                    <a:pt x="838" y="1"/>
                  </a:cubicBezTo>
                  <a:close/>
                </a:path>
              </a:pathLst>
            </a:custGeom>
            <a:solidFill>
              <a:srgbClr val="FF71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44"/>
            <p:cNvSpPr/>
            <p:nvPr/>
          </p:nvSpPr>
          <p:spPr>
            <a:xfrm>
              <a:off x="1277775" y="4481112"/>
              <a:ext cx="69096" cy="58912"/>
            </a:xfrm>
            <a:custGeom>
              <a:avLst/>
              <a:gdLst/>
              <a:ahLst/>
              <a:cxnLst/>
              <a:rect l="l" t="t" r="r" b="b"/>
              <a:pathLst>
                <a:path w="2239" h="1909" extrusionOk="0">
                  <a:moveTo>
                    <a:pt x="1548" y="1"/>
                  </a:moveTo>
                  <a:cubicBezTo>
                    <a:pt x="950" y="1"/>
                    <a:pt x="183" y="1266"/>
                    <a:pt x="71" y="1550"/>
                  </a:cubicBezTo>
                  <a:cubicBezTo>
                    <a:pt x="0" y="1725"/>
                    <a:pt x="175" y="1908"/>
                    <a:pt x="393" y="1908"/>
                  </a:cubicBezTo>
                  <a:cubicBezTo>
                    <a:pt x="544" y="1908"/>
                    <a:pt x="716" y="1821"/>
                    <a:pt x="842" y="1584"/>
                  </a:cubicBezTo>
                  <a:cubicBezTo>
                    <a:pt x="842" y="1584"/>
                    <a:pt x="1221" y="1135"/>
                    <a:pt x="1730" y="884"/>
                  </a:cubicBezTo>
                  <a:cubicBezTo>
                    <a:pt x="2239" y="637"/>
                    <a:pt x="2228" y="127"/>
                    <a:pt x="1625" y="8"/>
                  </a:cubicBezTo>
                  <a:cubicBezTo>
                    <a:pt x="1599" y="3"/>
                    <a:pt x="1574" y="1"/>
                    <a:pt x="1548" y="1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44"/>
            <p:cNvSpPr/>
            <p:nvPr/>
          </p:nvSpPr>
          <p:spPr>
            <a:xfrm>
              <a:off x="1298205" y="4480587"/>
              <a:ext cx="46475" cy="37032"/>
            </a:xfrm>
            <a:custGeom>
              <a:avLst/>
              <a:gdLst/>
              <a:ahLst/>
              <a:cxnLst/>
              <a:rect l="l" t="t" r="r" b="b"/>
              <a:pathLst>
                <a:path w="1506" h="1200" extrusionOk="0">
                  <a:moveTo>
                    <a:pt x="841" y="1"/>
                  </a:moveTo>
                  <a:cubicBezTo>
                    <a:pt x="405" y="1"/>
                    <a:pt x="1" y="642"/>
                    <a:pt x="1" y="642"/>
                  </a:cubicBezTo>
                  <a:cubicBezTo>
                    <a:pt x="1" y="642"/>
                    <a:pt x="6" y="642"/>
                    <a:pt x="15" y="642"/>
                  </a:cubicBezTo>
                  <a:cubicBezTo>
                    <a:pt x="69" y="642"/>
                    <a:pt x="258" y="650"/>
                    <a:pt x="439" y="759"/>
                  </a:cubicBezTo>
                  <a:cubicBezTo>
                    <a:pt x="652" y="890"/>
                    <a:pt x="593" y="1200"/>
                    <a:pt x="593" y="1200"/>
                  </a:cubicBezTo>
                  <a:cubicBezTo>
                    <a:pt x="593" y="1200"/>
                    <a:pt x="914" y="1021"/>
                    <a:pt x="1056" y="938"/>
                  </a:cubicBezTo>
                  <a:cubicBezTo>
                    <a:pt x="1199" y="856"/>
                    <a:pt x="1364" y="759"/>
                    <a:pt x="1435" y="523"/>
                  </a:cubicBezTo>
                  <a:cubicBezTo>
                    <a:pt x="1506" y="287"/>
                    <a:pt x="1329" y="25"/>
                    <a:pt x="877" y="2"/>
                  </a:cubicBezTo>
                  <a:cubicBezTo>
                    <a:pt x="865" y="1"/>
                    <a:pt x="853" y="1"/>
                    <a:pt x="841" y="1"/>
                  </a:cubicBezTo>
                  <a:close/>
                </a:path>
              </a:pathLst>
            </a:custGeom>
            <a:solidFill>
              <a:srgbClr val="FF71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44"/>
            <p:cNvSpPr/>
            <p:nvPr/>
          </p:nvSpPr>
          <p:spPr>
            <a:xfrm>
              <a:off x="1405754" y="4079339"/>
              <a:ext cx="11727" cy="10986"/>
            </a:xfrm>
            <a:custGeom>
              <a:avLst/>
              <a:gdLst/>
              <a:ahLst/>
              <a:cxnLst/>
              <a:rect l="l" t="t" r="r" b="b"/>
              <a:pathLst>
                <a:path w="380" h="356" extrusionOk="0">
                  <a:moveTo>
                    <a:pt x="1" y="0"/>
                  </a:moveTo>
                  <a:cubicBezTo>
                    <a:pt x="1" y="0"/>
                    <a:pt x="155" y="154"/>
                    <a:pt x="180" y="191"/>
                  </a:cubicBezTo>
                  <a:cubicBezTo>
                    <a:pt x="214" y="236"/>
                    <a:pt x="192" y="285"/>
                    <a:pt x="132" y="356"/>
                  </a:cubicBezTo>
                  <a:cubicBezTo>
                    <a:pt x="226" y="333"/>
                    <a:pt x="379" y="154"/>
                    <a:pt x="274" y="142"/>
                  </a:cubicBezTo>
                  <a:cubicBezTo>
                    <a:pt x="180" y="131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7B5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44"/>
            <p:cNvSpPr/>
            <p:nvPr/>
          </p:nvSpPr>
          <p:spPr>
            <a:xfrm>
              <a:off x="1416740" y="4094060"/>
              <a:ext cx="9165" cy="7962"/>
            </a:xfrm>
            <a:custGeom>
              <a:avLst/>
              <a:gdLst/>
              <a:ahLst/>
              <a:cxnLst/>
              <a:rect l="l" t="t" r="r" b="b"/>
              <a:pathLst>
                <a:path w="297" h="258" extrusionOk="0">
                  <a:moveTo>
                    <a:pt x="218" y="0"/>
                  </a:moveTo>
                  <a:cubicBezTo>
                    <a:pt x="176" y="0"/>
                    <a:pt x="123" y="9"/>
                    <a:pt x="83" y="44"/>
                  </a:cubicBezTo>
                  <a:cubicBezTo>
                    <a:pt x="1" y="126"/>
                    <a:pt x="38" y="257"/>
                    <a:pt x="38" y="257"/>
                  </a:cubicBezTo>
                  <a:cubicBezTo>
                    <a:pt x="38" y="257"/>
                    <a:pt x="60" y="126"/>
                    <a:pt x="143" y="81"/>
                  </a:cubicBezTo>
                  <a:cubicBezTo>
                    <a:pt x="214" y="32"/>
                    <a:pt x="296" y="10"/>
                    <a:pt x="296" y="10"/>
                  </a:cubicBezTo>
                  <a:cubicBezTo>
                    <a:pt x="296" y="10"/>
                    <a:pt x="262" y="0"/>
                    <a:pt x="218" y="0"/>
                  </a:cubicBezTo>
                  <a:close/>
                </a:path>
              </a:pathLst>
            </a:custGeom>
            <a:solidFill>
              <a:srgbClr val="F7B5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44"/>
            <p:cNvSpPr/>
            <p:nvPr/>
          </p:nvSpPr>
          <p:spPr>
            <a:xfrm>
              <a:off x="1387145" y="4076068"/>
              <a:ext cx="7530" cy="11356"/>
            </a:xfrm>
            <a:custGeom>
              <a:avLst/>
              <a:gdLst/>
              <a:ahLst/>
              <a:cxnLst/>
              <a:rect l="l" t="t" r="r" b="b"/>
              <a:pathLst>
                <a:path w="244" h="368" extrusionOk="0">
                  <a:moveTo>
                    <a:pt x="190" y="1"/>
                  </a:moveTo>
                  <a:cubicBezTo>
                    <a:pt x="182" y="1"/>
                    <a:pt x="173" y="4"/>
                    <a:pt x="166" y="12"/>
                  </a:cubicBezTo>
                  <a:cubicBezTo>
                    <a:pt x="166" y="12"/>
                    <a:pt x="1" y="166"/>
                    <a:pt x="46" y="368"/>
                  </a:cubicBezTo>
                  <a:cubicBezTo>
                    <a:pt x="83" y="237"/>
                    <a:pt x="200" y="118"/>
                    <a:pt x="226" y="69"/>
                  </a:cubicBezTo>
                  <a:cubicBezTo>
                    <a:pt x="243" y="43"/>
                    <a:pt x="218" y="1"/>
                    <a:pt x="190" y="1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44"/>
            <p:cNvSpPr/>
            <p:nvPr/>
          </p:nvSpPr>
          <p:spPr>
            <a:xfrm>
              <a:off x="1398933" y="4066409"/>
              <a:ext cx="10554" cy="4938"/>
            </a:xfrm>
            <a:custGeom>
              <a:avLst/>
              <a:gdLst/>
              <a:ahLst/>
              <a:cxnLst/>
              <a:rect l="l" t="t" r="r" b="b"/>
              <a:pathLst>
                <a:path w="342" h="160" extrusionOk="0">
                  <a:moveTo>
                    <a:pt x="253" y="1"/>
                  </a:moveTo>
                  <a:cubicBezTo>
                    <a:pt x="121" y="1"/>
                    <a:pt x="31" y="98"/>
                    <a:pt x="31" y="98"/>
                  </a:cubicBezTo>
                  <a:cubicBezTo>
                    <a:pt x="1" y="121"/>
                    <a:pt x="36" y="159"/>
                    <a:pt x="76" y="159"/>
                  </a:cubicBezTo>
                  <a:cubicBezTo>
                    <a:pt x="81" y="159"/>
                    <a:pt x="86" y="159"/>
                    <a:pt x="91" y="157"/>
                  </a:cubicBezTo>
                  <a:cubicBezTo>
                    <a:pt x="128" y="146"/>
                    <a:pt x="222" y="41"/>
                    <a:pt x="341" y="15"/>
                  </a:cubicBezTo>
                  <a:cubicBezTo>
                    <a:pt x="310" y="5"/>
                    <a:pt x="281" y="1"/>
                    <a:pt x="253" y="1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44"/>
            <p:cNvSpPr/>
            <p:nvPr/>
          </p:nvSpPr>
          <p:spPr>
            <a:xfrm>
              <a:off x="1394428" y="4082827"/>
              <a:ext cx="4444" cy="3857"/>
            </a:xfrm>
            <a:custGeom>
              <a:avLst/>
              <a:gdLst/>
              <a:ahLst/>
              <a:cxnLst/>
              <a:rect l="l" t="t" r="r" b="b"/>
              <a:pathLst>
                <a:path w="144" h="125" extrusionOk="0">
                  <a:moveTo>
                    <a:pt x="62" y="0"/>
                  </a:moveTo>
                  <a:cubicBezTo>
                    <a:pt x="49" y="0"/>
                    <a:pt x="35" y="6"/>
                    <a:pt x="24" y="18"/>
                  </a:cubicBezTo>
                  <a:cubicBezTo>
                    <a:pt x="1" y="29"/>
                    <a:pt x="12" y="78"/>
                    <a:pt x="35" y="101"/>
                  </a:cubicBezTo>
                  <a:cubicBezTo>
                    <a:pt x="58" y="115"/>
                    <a:pt x="80" y="124"/>
                    <a:pt x="99" y="124"/>
                  </a:cubicBezTo>
                  <a:cubicBezTo>
                    <a:pt x="111" y="124"/>
                    <a:pt x="122" y="121"/>
                    <a:pt x="132" y="112"/>
                  </a:cubicBezTo>
                  <a:cubicBezTo>
                    <a:pt x="143" y="89"/>
                    <a:pt x="143" y="52"/>
                    <a:pt x="106" y="29"/>
                  </a:cubicBezTo>
                  <a:cubicBezTo>
                    <a:pt x="94" y="9"/>
                    <a:pt x="78" y="0"/>
                    <a:pt x="62" y="0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44"/>
            <p:cNvSpPr/>
            <p:nvPr/>
          </p:nvSpPr>
          <p:spPr>
            <a:xfrm>
              <a:off x="1396279" y="4083567"/>
              <a:ext cx="1450" cy="1420"/>
            </a:xfrm>
            <a:custGeom>
              <a:avLst/>
              <a:gdLst/>
              <a:ahLst/>
              <a:cxnLst/>
              <a:rect l="l" t="t" r="r" b="b"/>
              <a:pathLst>
                <a:path w="47" h="46" extrusionOk="0">
                  <a:moveTo>
                    <a:pt x="12" y="0"/>
                  </a:moveTo>
                  <a:cubicBezTo>
                    <a:pt x="8" y="0"/>
                    <a:pt x="4" y="2"/>
                    <a:pt x="1" y="5"/>
                  </a:cubicBezTo>
                  <a:cubicBezTo>
                    <a:pt x="1" y="5"/>
                    <a:pt x="1" y="28"/>
                    <a:pt x="12" y="28"/>
                  </a:cubicBezTo>
                  <a:cubicBezTo>
                    <a:pt x="20" y="36"/>
                    <a:pt x="28" y="46"/>
                    <a:pt x="36" y="46"/>
                  </a:cubicBezTo>
                  <a:cubicBezTo>
                    <a:pt x="39" y="46"/>
                    <a:pt x="43" y="44"/>
                    <a:pt x="46" y="40"/>
                  </a:cubicBezTo>
                  <a:cubicBezTo>
                    <a:pt x="46" y="28"/>
                    <a:pt x="46" y="17"/>
                    <a:pt x="35" y="5"/>
                  </a:cubicBezTo>
                  <a:cubicBezTo>
                    <a:pt x="27" y="5"/>
                    <a:pt x="20" y="0"/>
                    <a:pt x="1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44"/>
            <p:cNvSpPr/>
            <p:nvPr/>
          </p:nvSpPr>
          <p:spPr>
            <a:xfrm>
              <a:off x="1406895" y="4072241"/>
              <a:ext cx="4444" cy="3857"/>
            </a:xfrm>
            <a:custGeom>
              <a:avLst/>
              <a:gdLst/>
              <a:ahLst/>
              <a:cxnLst/>
              <a:rect l="l" t="t" r="r" b="b"/>
              <a:pathLst>
                <a:path w="144" h="125" extrusionOk="0">
                  <a:moveTo>
                    <a:pt x="56" y="1"/>
                  </a:moveTo>
                  <a:cubicBezTo>
                    <a:pt x="41" y="1"/>
                    <a:pt x="29" y="7"/>
                    <a:pt x="24" y="17"/>
                  </a:cubicBezTo>
                  <a:cubicBezTo>
                    <a:pt x="1" y="28"/>
                    <a:pt x="1" y="77"/>
                    <a:pt x="35" y="99"/>
                  </a:cubicBezTo>
                  <a:cubicBezTo>
                    <a:pt x="49" y="113"/>
                    <a:pt x="69" y="124"/>
                    <a:pt x="87" y="124"/>
                  </a:cubicBezTo>
                  <a:cubicBezTo>
                    <a:pt x="98" y="124"/>
                    <a:pt x="109" y="120"/>
                    <a:pt x="118" y="111"/>
                  </a:cubicBezTo>
                  <a:cubicBezTo>
                    <a:pt x="143" y="88"/>
                    <a:pt x="129" y="51"/>
                    <a:pt x="106" y="28"/>
                  </a:cubicBezTo>
                  <a:cubicBezTo>
                    <a:pt x="94" y="9"/>
                    <a:pt x="73" y="1"/>
                    <a:pt x="56" y="1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44"/>
            <p:cNvSpPr/>
            <p:nvPr/>
          </p:nvSpPr>
          <p:spPr>
            <a:xfrm>
              <a:off x="1408315" y="4072951"/>
              <a:ext cx="1882" cy="1450"/>
            </a:xfrm>
            <a:custGeom>
              <a:avLst/>
              <a:gdLst/>
              <a:ahLst/>
              <a:cxnLst/>
              <a:rect l="l" t="t" r="r" b="b"/>
              <a:pathLst>
                <a:path w="61" h="47" extrusionOk="0">
                  <a:moveTo>
                    <a:pt x="25" y="0"/>
                  </a:moveTo>
                  <a:cubicBezTo>
                    <a:pt x="21" y="0"/>
                    <a:pt x="17" y="1"/>
                    <a:pt x="12" y="5"/>
                  </a:cubicBezTo>
                  <a:cubicBezTo>
                    <a:pt x="0" y="5"/>
                    <a:pt x="12" y="28"/>
                    <a:pt x="12" y="28"/>
                  </a:cubicBezTo>
                  <a:cubicBezTo>
                    <a:pt x="22" y="38"/>
                    <a:pt x="31" y="47"/>
                    <a:pt x="39" y="47"/>
                  </a:cubicBezTo>
                  <a:cubicBezTo>
                    <a:pt x="42" y="47"/>
                    <a:pt x="46" y="45"/>
                    <a:pt x="49" y="42"/>
                  </a:cubicBezTo>
                  <a:cubicBezTo>
                    <a:pt x="60" y="28"/>
                    <a:pt x="49" y="17"/>
                    <a:pt x="49" y="5"/>
                  </a:cubicBezTo>
                  <a:cubicBezTo>
                    <a:pt x="41" y="5"/>
                    <a:pt x="34" y="0"/>
                    <a:pt x="25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72" name="Google Shape;1572;p44"/>
          <p:cNvGrpSpPr/>
          <p:nvPr/>
        </p:nvGrpSpPr>
        <p:grpSpPr>
          <a:xfrm rot="-1145904">
            <a:off x="5555042" y="564163"/>
            <a:ext cx="1474747" cy="790660"/>
            <a:chOff x="7128900" y="211575"/>
            <a:chExt cx="1736325" cy="930901"/>
          </a:xfrm>
        </p:grpSpPr>
        <p:sp>
          <p:nvSpPr>
            <p:cNvPr id="1573" name="Google Shape;1573;p44"/>
            <p:cNvSpPr/>
            <p:nvPr/>
          </p:nvSpPr>
          <p:spPr>
            <a:xfrm rot="-665562">
              <a:off x="7164234" y="578536"/>
              <a:ext cx="414494" cy="407534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lvl="0" algn="ctr"/>
              <a:r>
                <a:rPr b="0" i="0"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noFill/>
                  <a:latin typeface="Fredoka One"/>
                </a:rPr>
                <a:t>z</a:t>
              </a:r>
            </a:p>
          </p:txBody>
        </p:sp>
        <p:sp>
          <p:nvSpPr>
            <p:cNvPr id="1574" name="Google Shape;1574;p44"/>
            <p:cNvSpPr/>
            <p:nvPr/>
          </p:nvSpPr>
          <p:spPr>
            <a:xfrm rot="1035015">
              <a:off x="7718641" y="260278"/>
              <a:ext cx="404653" cy="502242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lvl="0" algn="ctr"/>
              <a:r>
                <a:rPr b="0" i="0"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noFill/>
                  <a:latin typeface="Fredoka One"/>
                </a:rPr>
                <a:t>Z</a:t>
              </a:r>
            </a:p>
          </p:txBody>
        </p:sp>
        <p:sp>
          <p:nvSpPr>
            <p:cNvPr id="1575" name="Google Shape;1575;p44"/>
            <p:cNvSpPr/>
            <p:nvPr/>
          </p:nvSpPr>
          <p:spPr>
            <a:xfrm rot="552470">
              <a:off x="8241636" y="393176"/>
              <a:ext cx="570603" cy="708209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lvl="0" algn="ctr"/>
              <a:r>
                <a:rPr b="0" i="0"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noFill/>
                  <a:latin typeface="Fredoka One"/>
                </a:rPr>
                <a:t>Z</a:t>
              </a:r>
            </a:p>
          </p:txBody>
        </p:sp>
      </p:grpSp>
      <p:grpSp>
        <p:nvGrpSpPr>
          <p:cNvPr id="1576" name="Google Shape;1576;p44"/>
          <p:cNvGrpSpPr/>
          <p:nvPr/>
        </p:nvGrpSpPr>
        <p:grpSpPr>
          <a:xfrm rot="-3373542">
            <a:off x="4994339" y="652431"/>
            <a:ext cx="851654" cy="870195"/>
            <a:chOff x="8666383" y="2375725"/>
            <a:chExt cx="851689" cy="870231"/>
          </a:xfrm>
        </p:grpSpPr>
        <p:sp>
          <p:nvSpPr>
            <p:cNvPr id="1577" name="Google Shape;1577;p44"/>
            <p:cNvSpPr/>
            <p:nvPr/>
          </p:nvSpPr>
          <p:spPr>
            <a:xfrm>
              <a:off x="9482364" y="2621544"/>
              <a:ext cx="35708" cy="37286"/>
            </a:xfrm>
            <a:custGeom>
              <a:avLst/>
              <a:gdLst/>
              <a:ahLst/>
              <a:cxnLst/>
              <a:rect l="l" t="t" r="r" b="b"/>
              <a:pathLst>
                <a:path w="181" h="189" extrusionOk="0">
                  <a:moveTo>
                    <a:pt x="98" y="1"/>
                  </a:moveTo>
                  <a:cubicBezTo>
                    <a:pt x="38" y="1"/>
                    <a:pt x="1" y="46"/>
                    <a:pt x="1" y="95"/>
                  </a:cubicBezTo>
                  <a:cubicBezTo>
                    <a:pt x="1" y="143"/>
                    <a:pt x="38" y="189"/>
                    <a:pt x="98" y="189"/>
                  </a:cubicBezTo>
                  <a:cubicBezTo>
                    <a:pt x="143" y="189"/>
                    <a:pt x="180" y="143"/>
                    <a:pt x="180" y="95"/>
                  </a:cubicBezTo>
                  <a:cubicBezTo>
                    <a:pt x="180" y="46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44"/>
            <p:cNvSpPr/>
            <p:nvPr/>
          </p:nvSpPr>
          <p:spPr>
            <a:xfrm>
              <a:off x="9110872" y="2649559"/>
              <a:ext cx="68062" cy="68260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7" y="1"/>
                  </a:moveTo>
                  <a:cubicBezTo>
                    <a:pt x="83" y="1"/>
                    <a:pt x="1" y="72"/>
                    <a:pt x="1" y="166"/>
                  </a:cubicBezTo>
                  <a:cubicBezTo>
                    <a:pt x="1" y="260"/>
                    <a:pt x="83" y="345"/>
                    <a:pt x="177" y="345"/>
                  </a:cubicBezTo>
                  <a:cubicBezTo>
                    <a:pt x="274" y="345"/>
                    <a:pt x="345" y="260"/>
                    <a:pt x="345" y="166"/>
                  </a:cubicBezTo>
                  <a:cubicBezTo>
                    <a:pt x="345" y="72"/>
                    <a:pt x="274" y="1"/>
                    <a:pt x="177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44"/>
            <p:cNvSpPr/>
            <p:nvPr/>
          </p:nvSpPr>
          <p:spPr>
            <a:xfrm>
              <a:off x="9365767" y="2838757"/>
              <a:ext cx="44389" cy="42416"/>
            </a:xfrm>
            <a:custGeom>
              <a:avLst/>
              <a:gdLst/>
              <a:ahLst/>
              <a:cxnLst/>
              <a:rect l="l" t="t" r="r" b="b"/>
              <a:pathLst>
                <a:path w="225" h="215" extrusionOk="0">
                  <a:moveTo>
                    <a:pt x="120" y="1"/>
                  </a:moveTo>
                  <a:cubicBezTo>
                    <a:pt x="49" y="1"/>
                    <a:pt x="0" y="49"/>
                    <a:pt x="0" y="109"/>
                  </a:cubicBezTo>
                  <a:cubicBezTo>
                    <a:pt x="0" y="169"/>
                    <a:pt x="49" y="214"/>
                    <a:pt x="120" y="214"/>
                  </a:cubicBezTo>
                  <a:cubicBezTo>
                    <a:pt x="179" y="214"/>
                    <a:pt x="225" y="169"/>
                    <a:pt x="225" y="109"/>
                  </a:cubicBezTo>
                  <a:cubicBezTo>
                    <a:pt x="225" y="49"/>
                    <a:pt x="179" y="1"/>
                    <a:pt x="12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44"/>
            <p:cNvSpPr/>
            <p:nvPr/>
          </p:nvSpPr>
          <p:spPr>
            <a:xfrm>
              <a:off x="9305002" y="2375725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44"/>
            <p:cNvSpPr/>
            <p:nvPr/>
          </p:nvSpPr>
          <p:spPr>
            <a:xfrm>
              <a:off x="9052474" y="2495281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06"/>
                    <a:pt x="35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44"/>
            <p:cNvSpPr/>
            <p:nvPr/>
          </p:nvSpPr>
          <p:spPr>
            <a:xfrm>
              <a:off x="9305002" y="2555848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44"/>
            <p:cNvSpPr/>
            <p:nvPr/>
          </p:nvSpPr>
          <p:spPr>
            <a:xfrm>
              <a:off x="8825791" y="2621544"/>
              <a:ext cx="60763" cy="60763"/>
            </a:xfrm>
            <a:custGeom>
              <a:avLst/>
              <a:gdLst/>
              <a:ahLst/>
              <a:cxnLst/>
              <a:rect l="l" t="t" r="r" b="b"/>
              <a:pathLst>
                <a:path w="308" h="308" extrusionOk="0">
                  <a:moveTo>
                    <a:pt x="154" y="1"/>
                  </a:moveTo>
                  <a:cubicBezTo>
                    <a:pt x="72" y="1"/>
                    <a:pt x="0" y="72"/>
                    <a:pt x="0" y="154"/>
                  </a:cubicBezTo>
                  <a:cubicBezTo>
                    <a:pt x="0" y="237"/>
                    <a:pt x="72" y="308"/>
                    <a:pt x="154" y="308"/>
                  </a:cubicBezTo>
                  <a:cubicBezTo>
                    <a:pt x="237" y="308"/>
                    <a:pt x="308" y="237"/>
                    <a:pt x="308" y="154"/>
                  </a:cubicBezTo>
                  <a:cubicBezTo>
                    <a:pt x="308" y="72"/>
                    <a:pt x="237" y="1"/>
                    <a:pt x="15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44"/>
            <p:cNvSpPr/>
            <p:nvPr/>
          </p:nvSpPr>
          <p:spPr>
            <a:xfrm>
              <a:off x="8687690" y="2951013"/>
              <a:ext cx="34919" cy="35511"/>
            </a:xfrm>
            <a:custGeom>
              <a:avLst/>
              <a:gdLst/>
              <a:ahLst/>
              <a:cxnLst/>
              <a:rect l="l" t="t" r="r" b="b"/>
              <a:pathLst>
                <a:path w="177" h="180" extrusionOk="0">
                  <a:moveTo>
                    <a:pt x="94" y="1"/>
                  </a:moveTo>
                  <a:cubicBezTo>
                    <a:pt x="35" y="1"/>
                    <a:pt x="1" y="49"/>
                    <a:pt x="1" y="97"/>
                  </a:cubicBezTo>
                  <a:cubicBezTo>
                    <a:pt x="1" y="143"/>
                    <a:pt x="35" y="180"/>
                    <a:pt x="94" y="180"/>
                  </a:cubicBezTo>
                  <a:cubicBezTo>
                    <a:pt x="143" y="180"/>
                    <a:pt x="177" y="143"/>
                    <a:pt x="177" y="97"/>
                  </a:cubicBezTo>
                  <a:cubicBezTo>
                    <a:pt x="177" y="49"/>
                    <a:pt x="143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44"/>
            <p:cNvSpPr/>
            <p:nvPr/>
          </p:nvSpPr>
          <p:spPr>
            <a:xfrm>
              <a:off x="8942585" y="2860064"/>
              <a:ext cx="34919" cy="35116"/>
            </a:xfrm>
            <a:custGeom>
              <a:avLst/>
              <a:gdLst/>
              <a:ahLst/>
              <a:cxnLst/>
              <a:rect l="l" t="t" r="r" b="b"/>
              <a:pathLst>
                <a:path w="177" h="178" extrusionOk="0">
                  <a:moveTo>
                    <a:pt x="83" y="1"/>
                  </a:moveTo>
                  <a:cubicBezTo>
                    <a:pt x="34" y="1"/>
                    <a:pt x="0" y="35"/>
                    <a:pt x="0" y="83"/>
                  </a:cubicBezTo>
                  <a:cubicBezTo>
                    <a:pt x="0" y="143"/>
                    <a:pt x="34" y="177"/>
                    <a:pt x="83" y="177"/>
                  </a:cubicBezTo>
                  <a:cubicBezTo>
                    <a:pt x="131" y="177"/>
                    <a:pt x="177" y="143"/>
                    <a:pt x="177" y="83"/>
                  </a:cubicBezTo>
                  <a:cubicBezTo>
                    <a:pt x="177" y="35"/>
                    <a:pt x="131" y="1"/>
                    <a:pt x="8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44"/>
            <p:cNvSpPr/>
            <p:nvPr/>
          </p:nvSpPr>
          <p:spPr>
            <a:xfrm>
              <a:off x="8666383" y="3189533"/>
              <a:ext cx="56226" cy="56423"/>
            </a:xfrm>
            <a:custGeom>
              <a:avLst/>
              <a:gdLst/>
              <a:ahLst/>
              <a:cxnLst/>
              <a:rect l="l" t="t" r="r" b="b"/>
              <a:pathLst>
                <a:path w="285" h="28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26"/>
                    <a:pt x="72" y="285"/>
                    <a:pt x="143" y="285"/>
                  </a:cubicBezTo>
                  <a:cubicBezTo>
                    <a:pt x="225" y="285"/>
                    <a:pt x="285" y="226"/>
                    <a:pt x="285" y="143"/>
                  </a:cubicBezTo>
                  <a:cubicBezTo>
                    <a:pt x="285" y="72"/>
                    <a:pt x="225" y="1"/>
                    <a:pt x="14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7" name="Google Shape;1587;p44"/>
          <p:cNvGrpSpPr/>
          <p:nvPr/>
        </p:nvGrpSpPr>
        <p:grpSpPr>
          <a:xfrm rot="-2700000">
            <a:off x="7808052" y="1252246"/>
            <a:ext cx="320726" cy="1288089"/>
            <a:chOff x="10993435" y="2514813"/>
            <a:chExt cx="320729" cy="1288101"/>
          </a:xfrm>
        </p:grpSpPr>
        <p:sp>
          <p:nvSpPr>
            <p:cNvPr id="1588" name="Google Shape;1588;p44"/>
            <p:cNvSpPr/>
            <p:nvPr/>
          </p:nvSpPr>
          <p:spPr>
            <a:xfrm>
              <a:off x="11084325" y="3702102"/>
              <a:ext cx="37878" cy="37878"/>
            </a:xfrm>
            <a:custGeom>
              <a:avLst/>
              <a:gdLst/>
              <a:ahLst/>
              <a:cxnLst/>
              <a:rect l="l" t="t" r="r" b="b"/>
              <a:pathLst>
                <a:path w="192" h="192" extrusionOk="0">
                  <a:moveTo>
                    <a:pt x="98" y="1"/>
                  </a:moveTo>
                  <a:cubicBezTo>
                    <a:pt x="38" y="1"/>
                    <a:pt x="1" y="35"/>
                    <a:pt x="1" y="95"/>
                  </a:cubicBezTo>
                  <a:cubicBezTo>
                    <a:pt x="1" y="143"/>
                    <a:pt x="38" y="192"/>
                    <a:pt x="98" y="192"/>
                  </a:cubicBezTo>
                  <a:cubicBezTo>
                    <a:pt x="143" y="192"/>
                    <a:pt x="191" y="143"/>
                    <a:pt x="191" y="95"/>
                  </a:cubicBezTo>
                  <a:cubicBezTo>
                    <a:pt x="191" y="35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44"/>
            <p:cNvSpPr/>
            <p:nvPr/>
          </p:nvSpPr>
          <p:spPr>
            <a:xfrm>
              <a:off x="10993435" y="2836233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17"/>
                    <a:pt x="35" y="143"/>
                    <a:pt x="72" y="143"/>
                  </a:cubicBezTo>
                  <a:cubicBezTo>
                    <a:pt x="106" y="143"/>
                    <a:pt x="143" y="117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44"/>
            <p:cNvSpPr/>
            <p:nvPr/>
          </p:nvSpPr>
          <p:spPr>
            <a:xfrm>
              <a:off x="11278731" y="2904232"/>
              <a:ext cx="28211" cy="28409"/>
            </a:xfrm>
            <a:custGeom>
              <a:avLst/>
              <a:gdLst/>
              <a:ahLst/>
              <a:cxnLst/>
              <a:rect l="l" t="t" r="r" b="b"/>
              <a:pathLst>
                <a:path w="143" h="144" extrusionOk="0">
                  <a:moveTo>
                    <a:pt x="72" y="1"/>
                  </a:moveTo>
                  <a:cubicBezTo>
                    <a:pt x="23" y="1"/>
                    <a:pt x="0" y="24"/>
                    <a:pt x="0" y="72"/>
                  </a:cubicBezTo>
                  <a:cubicBezTo>
                    <a:pt x="0" y="106"/>
                    <a:pt x="23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24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44"/>
            <p:cNvSpPr/>
            <p:nvPr/>
          </p:nvSpPr>
          <p:spPr>
            <a:xfrm>
              <a:off x="11272117" y="2514813"/>
              <a:ext cx="37878" cy="37878"/>
            </a:xfrm>
            <a:custGeom>
              <a:avLst/>
              <a:gdLst/>
              <a:ahLst/>
              <a:cxnLst/>
              <a:rect l="l" t="t" r="r" b="b"/>
              <a:pathLst>
                <a:path w="192" h="192" extrusionOk="0">
                  <a:moveTo>
                    <a:pt x="94" y="1"/>
                  </a:moveTo>
                  <a:cubicBezTo>
                    <a:pt x="49" y="1"/>
                    <a:pt x="1" y="35"/>
                    <a:pt x="1" y="95"/>
                  </a:cubicBezTo>
                  <a:cubicBezTo>
                    <a:pt x="1" y="143"/>
                    <a:pt x="49" y="191"/>
                    <a:pt x="94" y="191"/>
                  </a:cubicBezTo>
                  <a:cubicBezTo>
                    <a:pt x="154" y="191"/>
                    <a:pt x="191" y="143"/>
                    <a:pt x="191" y="95"/>
                  </a:cubicBezTo>
                  <a:cubicBezTo>
                    <a:pt x="191" y="35"/>
                    <a:pt x="154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44"/>
            <p:cNvSpPr/>
            <p:nvPr/>
          </p:nvSpPr>
          <p:spPr>
            <a:xfrm>
              <a:off x="11274116" y="3762866"/>
              <a:ext cx="40048" cy="40048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4" y="0"/>
                  </a:moveTo>
                  <a:cubicBezTo>
                    <a:pt x="46" y="0"/>
                    <a:pt x="0" y="37"/>
                    <a:pt x="0" y="97"/>
                  </a:cubicBezTo>
                  <a:cubicBezTo>
                    <a:pt x="0" y="154"/>
                    <a:pt x="46" y="202"/>
                    <a:pt x="94" y="202"/>
                  </a:cubicBezTo>
                  <a:cubicBezTo>
                    <a:pt x="154" y="202"/>
                    <a:pt x="202" y="154"/>
                    <a:pt x="202" y="97"/>
                  </a:cubicBezTo>
                  <a:cubicBezTo>
                    <a:pt x="202" y="37"/>
                    <a:pt x="154" y="0"/>
                    <a:pt x="94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44"/>
            <p:cNvSpPr/>
            <p:nvPr/>
          </p:nvSpPr>
          <p:spPr>
            <a:xfrm>
              <a:off x="11262923" y="3232371"/>
              <a:ext cx="40048" cy="39456"/>
            </a:xfrm>
            <a:custGeom>
              <a:avLst/>
              <a:gdLst/>
              <a:ahLst/>
              <a:cxnLst/>
              <a:rect l="l" t="t" r="r" b="b"/>
              <a:pathLst>
                <a:path w="203" h="200" extrusionOk="0">
                  <a:moveTo>
                    <a:pt x="109" y="1"/>
                  </a:moveTo>
                  <a:cubicBezTo>
                    <a:pt x="49" y="1"/>
                    <a:pt x="1" y="46"/>
                    <a:pt x="1" y="95"/>
                  </a:cubicBezTo>
                  <a:cubicBezTo>
                    <a:pt x="1" y="154"/>
                    <a:pt x="49" y="200"/>
                    <a:pt x="109" y="200"/>
                  </a:cubicBezTo>
                  <a:cubicBezTo>
                    <a:pt x="169" y="200"/>
                    <a:pt x="203" y="154"/>
                    <a:pt x="203" y="95"/>
                  </a:cubicBezTo>
                  <a:cubicBezTo>
                    <a:pt x="203" y="46"/>
                    <a:pt x="169" y="1"/>
                    <a:pt x="109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44"/>
            <p:cNvSpPr/>
            <p:nvPr/>
          </p:nvSpPr>
          <p:spPr>
            <a:xfrm>
              <a:off x="11083306" y="3068915"/>
              <a:ext cx="26041" cy="23279"/>
            </a:xfrm>
            <a:custGeom>
              <a:avLst/>
              <a:gdLst/>
              <a:ahLst/>
              <a:cxnLst/>
              <a:rect l="l" t="t" r="r" b="b"/>
              <a:pathLst>
                <a:path w="132" h="118" extrusionOk="0">
                  <a:moveTo>
                    <a:pt x="72" y="1"/>
                  </a:moveTo>
                  <a:cubicBezTo>
                    <a:pt x="38" y="1"/>
                    <a:pt x="1" y="24"/>
                    <a:pt x="1" y="58"/>
                  </a:cubicBezTo>
                  <a:cubicBezTo>
                    <a:pt x="1" y="95"/>
                    <a:pt x="38" y="118"/>
                    <a:pt x="72" y="118"/>
                  </a:cubicBezTo>
                  <a:cubicBezTo>
                    <a:pt x="109" y="118"/>
                    <a:pt x="132" y="95"/>
                    <a:pt x="132" y="58"/>
                  </a:cubicBezTo>
                  <a:cubicBezTo>
                    <a:pt x="132" y="24"/>
                    <a:pt x="109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44"/>
            <p:cNvSpPr/>
            <p:nvPr/>
          </p:nvSpPr>
          <p:spPr>
            <a:xfrm>
              <a:off x="11086749" y="3318041"/>
              <a:ext cx="26041" cy="25647"/>
            </a:xfrm>
            <a:custGeom>
              <a:avLst/>
              <a:gdLst/>
              <a:ahLst/>
              <a:cxnLst/>
              <a:rect l="l" t="t" r="r" b="b"/>
              <a:pathLst>
                <a:path w="132" h="130" extrusionOk="0">
                  <a:moveTo>
                    <a:pt x="60" y="1"/>
                  </a:moveTo>
                  <a:cubicBezTo>
                    <a:pt x="23" y="1"/>
                    <a:pt x="0" y="35"/>
                    <a:pt x="0" y="72"/>
                  </a:cubicBezTo>
                  <a:cubicBezTo>
                    <a:pt x="0" y="95"/>
                    <a:pt x="23" y="129"/>
                    <a:pt x="60" y="129"/>
                  </a:cubicBezTo>
                  <a:cubicBezTo>
                    <a:pt x="94" y="129"/>
                    <a:pt x="131" y="95"/>
                    <a:pt x="131" y="72"/>
                  </a:cubicBezTo>
                  <a:cubicBezTo>
                    <a:pt x="131" y="35"/>
                    <a:pt x="94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44"/>
            <p:cNvSpPr/>
            <p:nvPr/>
          </p:nvSpPr>
          <p:spPr>
            <a:xfrm>
              <a:off x="11241903" y="3557451"/>
              <a:ext cx="23871" cy="26041"/>
            </a:xfrm>
            <a:custGeom>
              <a:avLst/>
              <a:gdLst/>
              <a:ahLst/>
              <a:cxnLst/>
              <a:rect l="l" t="t" r="r" b="b"/>
              <a:pathLst>
                <a:path w="121" h="132" extrusionOk="0">
                  <a:moveTo>
                    <a:pt x="60" y="1"/>
                  </a:moveTo>
                  <a:cubicBezTo>
                    <a:pt x="26" y="1"/>
                    <a:pt x="1" y="38"/>
                    <a:pt x="1" y="72"/>
                  </a:cubicBezTo>
                  <a:cubicBezTo>
                    <a:pt x="1" y="98"/>
                    <a:pt x="26" y="132"/>
                    <a:pt x="60" y="132"/>
                  </a:cubicBezTo>
                  <a:cubicBezTo>
                    <a:pt x="97" y="132"/>
                    <a:pt x="120" y="98"/>
                    <a:pt x="120" y="72"/>
                  </a:cubicBezTo>
                  <a:cubicBezTo>
                    <a:pt x="120" y="38"/>
                    <a:pt x="97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44"/>
            <p:cNvSpPr/>
            <p:nvPr/>
          </p:nvSpPr>
          <p:spPr>
            <a:xfrm>
              <a:off x="11124177" y="3491794"/>
              <a:ext cx="26041" cy="25844"/>
            </a:xfrm>
            <a:custGeom>
              <a:avLst/>
              <a:gdLst/>
              <a:ahLst/>
              <a:cxnLst/>
              <a:rect l="l" t="t" r="r" b="b"/>
              <a:pathLst>
                <a:path w="132" h="131" extrusionOk="0">
                  <a:moveTo>
                    <a:pt x="72" y="0"/>
                  </a:moveTo>
                  <a:cubicBezTo>
                    <a:pt x="38" y="0"/>
                    <a:pt x="1" y="23"/>
                    <a:pt x="1" y="71"/>
                  </a:cubicBezTo>
                  <a:cubicBezTo>
                    <a:pt x="1" y="105"/>
                    <a:pt x="38" y="131"/>
                    <a:pt x="72" y="131"/>
                  </a:cubicBezTo>
                  <a:cubicBezTo>
                    <a:pt x="109" y="131"/>
                    <a:pt x="132" y="105"/>
                    <a:pt x="132" y="71"/>
                  </a:cubicBezTo>
                  <a:cubicBezTo>
                    <a:pt x="132" y="23"/>
                    <a:pt x="109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44"/>
            <p:cNvSpPr/>
            <p:nvPr/>
          </p:nvSpPr>
          <p:spPr>
            <a:xfrm>
              <a:off x="11118386" y="2642088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0"/>
                  </a:moveTo>
                  <a:cubicBezTo>
                    <a:pt x="26" y="0"/>
                    <a:pt x="1" y="37"/>
                    <a:pt x="1" y="72"/>
                  </a:cubicBezTo>
                  <a:cubicBezTo>
                    <a:pt x="1" y="109"/>
                    <a:pt x="26" y="131"/>
                    <a:pt x="61" y="131"/>
                  </a:cubicBezTo>
                  <a:cubicBezTo>
                    <a:pt x="98" y="131"/>
                    <a:pt x="132" y="109"/>
                    <a:pt x="132" y="72"/>
                  </a:cubicBezTo>
                  <a:cubicBezTo>
                    <a:pt x="132" y="37"/>
                    <a:pt x="98" y="0"/>
                    <a:pt x="61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44"/>
            <p:cNvSpPr/>
            <p:nvPr/>
          </p:nvSpPr>
          <p:spPr>
            <a:xfrm>
              <a:off x="11192241" y="2778405"/>
              <a:ext cx="23674" cy="26041"/>
            </a:xfrm>
            <a:custGeom>
              <a:avLst/>
              <a:gdLst/>
              <a:ahLst/>
              <a:cxnLst/>
              <a:rect l="l" t="t" r="r" b="b"/>
              <a:pathLst>
                <a:path w="120" h="132" extrusionOk="0">
                  <a:moveTo>
                    <a:pt x="60" y="0"/>
                  </a:moveTo>
                  <a:cubicBezTo>
                    <a:pt x="23" y="0"/>
                    <a:pt x="0" y="23"/>
                    <a:pt x="0" y="60"/>
                  </a:cubicBezTo>
                  <a:cubicBezTo>
                    <a:pt x="0" y="94"/>
                    <a:pt x="23" y="131"/>
                    <a:pt x="60" y="131"/>
                  </a:cubicBezTo>
                  <a:cubicBezTo>
                    <a:pt x="94" y="131"/>
                    <a:pt x="120" y="94"/>
                    <a:pt x="120" y="60"/>
                  </a:cubicBezTo>
                  <a:cubicBezTo>
                    <a:pt x="120" y="23"/>
                    <a:pt x="94" y="0"/>
                    <a:pt x="60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44"/>
            <p:cNvSpPr/>
            <p:nvPr/>
          </p:nvSpPr>
          <p:spPr>
            <a:xfrm>
              <a:off x="11159689" y="2916506"/>
              <a:ext cx="20912" cy="20912"/>
            </a:xfrm>
            <a:custGeom>
              <a:avLst/>
              <a:gdLst/>
              <a:ahLst/>
              <a:cxnLst/>
              <a:rect l="l" t="t" r="r" b="b"/>
              <a:pathLst>
                <a:path w="106" h="106" extrusionOk="0">
                  <a:moveTo>
                    <a:pt x="46" y="0"/>
                  </a:moveTo>
                  <a:cubicBezTo>
                    <a:pt x="23" y="0"/>
                    <a:pt x="0" y="23"/>
                    <a:pt x="0" y="48"/>
                  </a:cubicBezTo>
                  <a:cubicBezTo>
                    <a:pt x="0" y="83"/>
                    <a:pt x="23" y="105"/>
                    <a:pt x="46" y="105"/>
                  </a:cubicBezTo>
                  <a:cubicBezTo>
                    <a:pt x="83" y="105"/>
                    <a:pt x="105" y="83"/>
                    <a:pt x="105" y="48"/>
                  </a:cubicBezTo>
                  <a:cubicBezTo>
                    <a:pt x="105" y="23"/>
                    <a:pt x="83" y="0"/>
                    <a:pt x="46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1" name="Google Shape;1601;p44"/>
          <p:cNvSpPr/>
          <p:nvPr/>
        </p:nvSpPr>
        <p:spPr>
          <a:xfrm rot="1729000">
            <a:off x="7341118" y="921091"/>
            <a:ext cx="224136" cy="313397"/>
          </a:xfrm>
          <a:custGeom>
            <a:avLst/>
            <a:gdLst/>
            <a:ahLst/>
            <a:cxnLst/>
            <a:rect l="l" t="t" r="r" b="b"/>
            <a:pathLst>
              <a:path w="2333" h="3262" extrusionOk="0">
                <a:moveTo>
                  <a:pt x="711" y="1"/>
                </a:moveTo>
                <a:cubicBezTo>
                  <a:pt x="450" y="1"/>
                  <a:pt x="213" y="61"/>
                  <a:pt x="0" y="166"/>
                </a:cubicBezTo>
                <a:cubicBezTo>
                  <a:pt x="34" y="155"/>
                  <a:pt x="71" y="155"/>
                  <a:pt x="117" y="155"/>
                </a:cubicBezTo>
                <a:cubicBezTo>
                  <a:pt x="925" y="155"/>
                  <a:pt x="1588" y="820"/>
                  <a:pt x="1588" y="1625"/>
                </a:cubicBezTo>
                <a:cubicBezTo>
                  <a:pt x="1588" y="2442"/>
                  <a:pt x="925" y="3096"/>
                  <a:pt x="117" y="3096"/>
                </a:cubicBezTo>
                <a:lnTo>
                  <a:pt x="0" y="3096"/>
                </a:lnTo>
                <a:cubicBezTo>
                  <a:pt x="213" y="3201"/>
                  <a:pt x="450" y="3261"/>
                  <a:pt x="711" y="3261"/>
                </a:cubicBezTo>
                <a:cubicBezTo>
                  <a:pt x="1610" y="3261"/>
                  <a:pt x="2333" y="2527"/>
                  <a:pt x="2333" y="1625"/>
                </a:cubicBezTo>
                <a:cubicBezTo>
                  <a:pt x="2333" y="724"/>
                  <a:pt x="1610" y="1"/>
                  <a:pt x="711" y="1"/>
                </a:cubicBezTo>
                <a:close/>
              </a:path>
            </a:pathLst>
          </a:custGeom>
          <a:solidFill>
            <a:srgbClr val="EAE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5">
          <a:extLst>
            <a:ext uri="{FF2B5EF4-FFF2-40B4-BE49-F238E27FC236}">
              <a16:creationId xmlns:a16="http://schemas.microsoft.com/office/drawing/2014/main" id="{37ED61D3-F17F-7B57-4D78-2E89014CB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6" name="Google Shape;2306;p50">
            <a:extLst>
              <a:ext uri="{FF2B5EF4-FFF2-40B4-BE49-F238E27FC236}">
                <a16:creationId xmlns:a16="http://schemas.microsoft.com/office/drawing/2014/main" id="{03C296DE-A3A6-E9A8-6724-347786F0D9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2049" y="874738"/>
            <a:ext cx="4641000" cy="12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ru-RU" dirty="0"/>
              <a:t>Хардуер: Устройство за мониторинг "Noctis"</a:t>
            </a:r>
          </a:p>
        </p:txBody>
      </p:sp>
      <p:grpSp>
        <p:nvGrpSpPr>
          <p:cNvPr id="2309" name="Google Shape;2309;p50">
            <a:extLst>
              <a:ext uri="{FF2B5EF4-FFF2-40B4-BE49-F238E27FC236}">
                <a16:creationId xmlns:a16="http://schemas.microsoft.com/office/drawing/2014/main" id="{D0C9D77F-F303-21AC-A996-41F2C0A7FAFD}"/>
              </a:ext>
            </a:extLst>
          </p:cNvPr>
          <p:cNvGrpSpPr/>
          <p:nvPr/>
        </p:nvGrpSpPr>
        <p:grpSpPr>
          <a:xfrm>
            <a:off x="7340658" y="233947"/>
            <a:ext cx="1413164" cy="714928"/>
            <a:chOff x="7164234" y="267649"/>
            <a:chExt cx="1648005" cy="833736"/>
          </a:xfrm>
        </p:grpSpPr>
        <p:sp>
          <p:nvSpPr>
            <p:cNvPr id="2310" name="Google Shape;2310;p50">
              <a:extLst>
                <a:ext uri="{FF2B5EF4-FFF2-40B4-BE49-F238E27FC236}">
                  <a16:creationId xmlns:a16="http://schemas.microsoft.com/office/drawing/2014/main" id="{E7724D36-1024-1A33-FA13-F1482255E1D0}"/>
                </a:ext>
              </a:extLst>
            </p:cNvPr>
            <p:cNvSpPr/>
            <p:nvPr/>
          </p:nvSpPr>
          <p:spPr>
            <a:xfrm rot="-665562">
              <a:off x="7164234" y="578536"/>
              <a:ext cx="414494" cy="407534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lvl="0" algn="ctr"/>
              <a:r>
                <a:rPr b="0" i="0"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noFill/>
                  <a:latin typeface="Fredoka One"/>
                </a:rPr>
                <a:t>z</a:t>
              </a:r>
            </a:p>
          </p:txBody>
        </p:sp>
        <p:sp>
          <p:nvSpPr>
            <p:cNvPr id="2311" name="Google Shape;2311;p50">
              <a:extLst>
                <a:ext uri="{FF2B5EF4-FFF2-40B4-BE49-F238E27FC236}">
                  <a16:creationId xmlns:a16="http://schemas.microsoft.com/office/drawing/2014/main" id="{BCE09227-B01C-DDBC-0E0F-B114BD6F580C}"/>
                </a:ext>
              </a:extLst>
            </p:cNvPr>
            <p:cNvSpPr/>
            <p:nvPr/>
          </p:nvSpPr>
          <p:spPr>
            <a:xfrm rot="1035015">
              <a:off x="7717523" y="267649"/>
              <a:ext cx="454362" cy="502242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lvl="0" algn="ctr"/>
              <a:r>
                <a:rPr b="0" i="0" dirty="0"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noFill/>
                  <a:latin typeface="Fredoka One"/>
                </a:rPr>
                <a:t>Z</a:t>
              </a:r>
            </a:p>
          </p:txBody>
        </p:sp>
        <p:sp>
          <p:nvSpPr>
            <p:cNvPr id="2312" name="Google Shape;2312;p50">
              <a:extLst>
                <a:ext uri="{FF2B5EF4-FFF2-40B4-BE49-F238E27FC236}">
                  <a16:creationId xmlns:a16="http://schemas.microsoft.com/office/drawing/2014/main" id="{91DF09E7-62B8-C75B-E205-B62033722817}"/>
                </a:ext>
              </a:extLst>
            </p:cNvPr>
            <p:cNvSpPr/>
            <p:nvPr/>
          </p:nvSpPr>
          <p:spPr>
            <a:xfrm rot="552470">
              <a:off x="8241636" y="393176"/>
              <a:ext cx="570603" cy="708209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lvl="0" algn="ctr"/>
              <a:r>
                <a:rPr b="0" i="0"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noFill/>
                  <a:latin typeface="Fredoka One"/>
                </a:rPr>
                <a:t>Z</a:t>
              </a:r>
            </a:p>
          </p:txBody>
        </p:sp>
      </p:grp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1EC2CF9E-9E57-2FC4-B4C6-5CBB62978538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4918" r="4918"/>
          <a:stretch>
            <a:fillRect/>
          </a:stretch>
        </p:blipFill>
        <p:spPr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F8B997-8024-2833-160A-B1B9D2F24D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049" y="2139583"/>
            <a:ext cx="5230821" cy="270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0158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p43"/>
          <p:cNvSpPr txBox="1">
            <a:spLocks noGrp="1"/>
          </p:cNvSpPr>
          <p:nvPr>
            <p:ph type="title"/>
          </p:nvPr>
        </p:nvSpPr>
        <p:spPr>
          <a:xfrm>
            <a:off x="3287069" y="492243"/>
            <a:ext cx="5433982" cy="91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ru-RU" dirty="0"/>
              <a:t>Поток на данните</a:t>
            </a:r>
          </a:p>
        </p:txBody>
      </p:sp>
      <p:sp>
        <p:nvSpPr>
          <p:cNvPr id="1382" name="Google Shape;1382;p43"/>
          <p:cNvSpPr txBox="1">
            <a:spLocks noGrp="1"/>
          </p:cNvSpPr>
          <p:nvPr>
            <p:ph type="subTitle" idx="1"/>
          </p:nvPr>
        </p:nvSpPr>
        <p:spPr>
          <a:xfrm>
            <a:off x="3445393" y="1748040"/>
            <a:ext cx="5318890" cy="27065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l">
              <a:buNone/>
            </a:pPr>
            <a:r>
              <a:rPr lang="ru-RU" dirty="0"/>
              <a:t>1. Събиране: Сензорите генерират данни на всеки 30 сек.</a:t>
            </a:r>
          </a:p>
          <a:p>
            <a:pPr marL="139700" indent="0" algn="l">
              <a:buNone/>
            </a:pPr>
            <a:r>
              <a:rPr lang="ru-RU" dirty="0"/>
              <a:t>   2. Локална обработка: </a:t>
            </a:r>
            <a:r>
              <a:rPr lang="en-US" dirty="0"/>
              <a:t>ESP32 </a:t>
            </a:r>
            <a:r>
              <a:rPr lang="ru-RU" dirty="0"/>
              <a:t>създава "епоха" (15-мерен вектор).</a:t>
            </a:r>
          </a:p>
          <a:p>
            <a:pPr marL="139700" indent="0" algn="l">
              <a:buNone/>
            </a:pPr>
            <a:r>
              <a:rPr lang="ru-RU" dirty="0"/>
              <a:t>   3. Изпращане: Опит за изпращане към </a:t>
            </a:r>
            <a:r>
              <a:rPr lang="en-US" dirty="0"/>
              <a:t>API.</a:t>
            </a:r>
          </a:p>
          <a:p>
            <a:pPr marL="139700" indent="0" algn="l">
              <a:buNone/>
            </a:pPr>
            <a:r>
              <a:rPr lang="en-US" dirty="0"/>
              <a:t>   4. Fallback: </a:t>
            </a:r>
            <a:r>
              <a:rPr lang="ru-RU" dirty="0"/>
              <a:t>При липса на </a:t>
            </a:r>
            <a:r>
              <a:rPr lang="en-US" dirty="0"/>
              <a:t>Wi-Fi, </a:t>
            </a:r>
            <a:r>
              <a:rPr lang="ru-RU" dirty="0"/>
              <a:t>запис във вградената флаш памет.</a:t>
            </a:r>
          </a:p>
          <a:p>
            <a:pPr marL="139700" indent="0" algn="l">
              <a:buNone/>
            </a:pPr>
            <a:r>
              <a:rPr lang="ru-RU" dirty="0"/>
              <a:t>   5. Синхронизация: Автоматично изпращане на натрупаните данни.</a:t>
            </a:r>
          </a:p>
          <a:p>
            <a:pPr marL="139700" indent="0" algn="l">
              <a:buNone/>
            </a:pPr>
            <a:r>
              <a:rPr lang="ru-RU" dirty="0"/>
              <a:t>   6. Съхранение: </a:t>
            </a:r>
            <a:r>
              <a:rPr lang="en-US" dirty="0"/>
              <a:t>Backend-</a:t>
            </a:r>
            <a:r>
              <a:rPr lang="ru-RU" dirty="0"/>
              <a:t>ът записва данните в </a:t>
            </a:r>
            <a:r>
              <a:rPr lang="en-US" dirty="0" err="1"/>
              <a:t>TimescaleDB</a:t>
            </a:r>
            <a:r>
              <a:rPr lang="en-US" dirty="0"/>
              <a:t>.</a:t>
            </a:r>
            <a:endParaRPr lang="ru-RU" dirty="0"/>
          </a:p>
        </p:txBody>
      </p:sp>
      <p:grpSp>
        <p:nvGrpSpPr>
          <p:cNvPr id="1480" name="Google Shape;1480;p43"/>
          <p:cNvGrpSpPr/>
          <p:nvPr/>
        </p:nvGrpSpPr>
        <p:grpSpPr>
          <a:xfrm rot="-4220192" flipH="1">
            <a:off x="862426" y="942655"/>
            <a:ext cx="851702" cy="870244"/>
            <a:chOff x="8666383" y="2375725"/>
            <a:chExt cx="851689" cy="870231"/>
          </a:xfrm>
        </p:grpSpPr>
        <p:sp>
          <p:nvSpPr>
            <p:cNvPr id="1481" name="Google Shape;1481;p43"/>
            <p:cNvSpPr/>
            <p:nvPr/>
          </p:nvSpPr>
          <p:spPr>
            <a:xfrm>
              <a:off x="9482364" y="2621544"/>
              <a:ext cx="35708" cy="37286"/>
            </a:xfrm>
            <a:custGeom>
              <a:avLst/>
              <a:gdLst/>
              <a:ahLst/>
              <a:cxnLst/>
              <a:rect l="l" t="t" r="r" b="b"/>
              <a:pathLst>
                <a:path w="181" h="189" extrusionOk="0">
                  <a:moveTo>
                    <a:pt x="98" y="1"/>
                  </a:moveTo>
                  <a:cubicBezTo>
                    <a:pt x="38" y="1"/>
                    <a:pt x="1" y="46"/>
                    <a:pt x="1" y="95"/>
                  </a:cubicBezTo>
                  <a:cubicBezTo>
                    <a:pt x="1" y="143"/>
                    <a:pt x="38" y="189"/>
                    <a:pt x="98" y="189"/>
                  </a:cubicBezTo>
                  <a:cubicBezTo>
                    <a:pt x="143" y="189"/>
                    <a:pt x="180" y="143"/>
                    <a:pt x="180" y="95"/>
                  </a:cubicBezTo>
                  <a:cubicBezTo>
                    <a:pt x="180" y="46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43"/>
            <p:cNvSpPr/>
            <p:nvPr/>
          </p:nvSpPr>
          <p:spPr>
            <a:xfrm>
              <a:off x="9110872" y="2649559"/>
              <a:ext cx="68062" cy="68260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7" y="1"/>
                  </a:moveTo>
                  <a:cubicBezTo>
                    <a:pt x="83" y="1"/>
                    <a:pt x="1" y="72"/>
                    <a:pt x="1" y="166"/>
                  </a:cubicBezTo>
                  <a:cubicBezTo>
                    <a:pt x="1" y="260"/>
                    <a:pt x="83" y="345"/>
                    <a:pt x="177" y="345"/>
                  </a:cubicBezTo>
                  <a:cubicBezTo>
                    <a:pt x="274" y="345"/>
                    <a:pt x="345" y="260"/>
                    <a:pt x="345" y="166"/>
                  </a:cubicBezTo>
                  <a:cubicBezTo>
                    <a:pt x="345" y="72"/>
                    <a:pt x="274" y="1"/>
                    <a:pt x="177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43"/>
            <p:cNvSpPr/>
            <p:nvPr/>
          </p:nvSpPr>
          <p:spPr>
            <a:xfrm>
              <a:off x="9365767" y="2838757"/>
              <a:ext cx="44389" cy="42416"/>
            </a:xfrm>
            <a:custGeom>
              <a:avLst/>
              <a:gdLst/>
              <a:ahLst/>
              <a:cxnLst/>
              <a:rect l="l" t="t" r="r" b="b"/>
              <a:pathLst>
                <a:path w="225" h="215" extrusionOk="0">
                  <a:moveTo>
                    <a:pt x="120" y="1"/>
                  </a:moveTo>
                  <a:cubicBezTo>
                    <a:pt x="49" y="1"/>
                    <a:pt x="0" y="49"/>
                    <a:pt x="0" y="109"/>
                  </a:cubicBezTo>
                  <a:cubicBezTo>
                    <a:pt x="0" y="169"/>
                    <a:pt x="49" y="214"/>
                    <a:pt x="120" y="214"/>
                  </a:cubicBezTo>
                  <a:cubicBezTo>
                    <a:pt x="179" y="214"/>
                    <a:pt x="225" y="169"/>
                    <a:pt x="225" y="109"/>
                  </a:cubicBezTo>
                  <a:cubicBezTo>
                    <a:pt x="225" y="49"/>
                    <a:pt x="179" y="1"/>
                    <a:pt x="12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43"/>
            <p:cNvSpPr/>
            <p:nvPr/>
          </p:nvSpPr>
          <p:spPr>
            <a:xfrm>
              <a:off x="9305002" y="2375725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43"/>
            <p:cNvSpPr/>
            <p:nvPr/>
          </p:nvSpPr>
          <p:spPr>
            <a:xfrm>
              <a:off x="9052474" y="2495281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06"/>
                    <a:pt x="35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43"/>
            <p:cNvSpPr/>
            <p:nvPr/>
          </p:nvSpPr>
          <p:spPr>
            <a:xfrm>
              <a:off x="9305002" y="2555848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43"/>
            <p:cNvSpPr/>
            <p:nvPr/>
          </p:nvSpPr>
          <p:spPr>
            <a:xfrm>
              <a:off x="8825791" y="2621544"/>
              <a:ext cx="60763" cy="60763"/>
            </a:xfrm>
            <a:custGeom>
              <a:avLst/>
              <a:gdLst/>
              <a:ahLst/>
              <a:cxnLst/>
              <a:rect l="l" t="t" r="r" b="b"/>
              <a:pathLst>
                <a:path w="308" h="308" extrusionOk="0">
                  <a:moveTo>
                    <a:pt x="154" y="1"/>
                  </a:moveTo>
                  <a:cubicBezTo>
                    <a:pt x="72" y="1"/>
                    <a:pt x="0" y="72"/>
                    <a:pt x="0" y="154"/>
                  </a:cubicBezTo>
                  <a:cubicBezTo>
                    <a:pt x="0" y="237"/>
                    <a:pt x="72" y="308"/>
                    <a:pt x="154" y="308"/>
                  </a:cubicBezTo>
                  <a:cubicBezTo>
                    <a:pt x="237" y="308"/>
                    <a:pt x="308" y="237"/>
                    <a:pt x="308" y="154"/>
                  </a:cubicBezTo>
                  <a:cubicBezTo>
                    <a:pt x="308" y="72"/>
                    <a:pt x="237" y="1"/>
                    <a:pt x="15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43"/>
            <p:cNvSpPr/>
            <p:nvPr/>
          </p:nvSpPr>
          <p:spPr>
            <a:xfrm>
              <a:off x="8687690" y="2951013"/>
              <a:ext cx="34919" cy="35511"/>
            </a:xfrm>
            <a:custGeom>
              <a:avLst/>
              <a:gdLst/>
              <a:ahLst/>
              <a:cxnLst/>
              <a:rect l="l" t="t" r="r" b="b"/>
              <a:pathLst>
                <a:path w="177" h="180" extrusionOk="0">
                  <a:moveTo>
                    <a:pt x="94" y="1"/>
                  </a:moveTo>
                  <a:cubicBezTo>
                    <a:pt x="35" y="1"/>
                    <a:pt x="1" y="49"/>
                    <a:pt x="1" y="97"/>
                  </a:cubicBezTo>
                  <a:cubicBezTo>
                    <a:pt x="1" y="143"/>
                    <a:pt x="35" y="180"/>
                    <a:pt x="94" y="180"/>
                  </a:cubicBezTo>
                  <a:cubicBezTo>
                    <a:pt x="143" y="180"/>
                    <a:pt x="177" y="143"/>
                    <a:pt x="177" y="97"/>
                  </a:cubicBezTo>
                  <a:cubicBezTo>
                    <a:pt x="177" y="49"/>
                    <a:pt x="143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43"/>
            <p:cNvSpPr/>
            <p:nvPr/>
          </p:nvSpPr>
          <p:spPr>
            <a:xfrm>
              <a:off x="8942585" y="2860064"/>
              <a:ext cx="34919" cy="35116"/>
            </a:xfrm>
            <a:custGeom>
              <a:avLst/>
              <a:gdLst/>
              <a:ahLst/>
              <a:cxnLst/>
              <a:rect l="l" t="t" r="r" b="b"/>
              <a:pathLst>
                <a:path w="177" h="178" extrusionOk="0">
                  <a:moveTo>
                    <a:pt x="83" y="1"/>
                  </a:moveTo>
                  <a:cubicBezTo>
                    <a:pt x="34" y="1"/>
                    <a:pt x="0" y="35"/>
                    <a:pt x="0" y="83"/>
                  </a:cubicBezTo>
                  <a:cubicBezTo>
                    <a:pt x="0" y="143"/>
                    <a:pt x="34" y="177"/>
                    <a:pt x="83" y="177"/>
                  </a:cubicBezTo>
                  <a:cubicBezTo>
                    <a:pt x="131" y="177"/>
                    <a:pt x="177" y="143"/>
                    <a:pt x="177" y="83"/>
                  </a:cubicBezTo>
                  <a:cubicBezTo>
                    <a:pt x="177" y="35"/>
                    <a:pt x="131" y="1"/>
                    <a:pt x="8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43"/>
            <p:cNvSpPr/>
            <p:nvPr/>
          </p:nvSpPr>
          <p:spPr>
            <a:xfrm>
              <a:off x="8666383" y="3189533"/>
              <a:ext cx="56226" cy="56423"/>
            </a:xfrm>
            <a:custGeom>
              <a:avLst/>
              <a:gdLst/>
              <a:ahLst/>
              <a:cxnLst/>
              <a:rect l="l" t="t" r="r" b="b"/>
              <a:pathLst>
                <a:path w="285" h="28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26"/>
                    <a:pt x="72" y="285"/>
                    <a:pt x="143" y="285"/>
                  </a:cubicBezTo>
                  <a:cubicBezTo>
                    <a:pt x="225" y="285"/>
                    <a:pt x="285" y="226"/>
                    <a:pt x="285" y="143"/>
                  </a:cubicBezTo>
                  <a:cubicBezTo>
                    <a:pt x="285" y="72"/>
                    <a:pt x="225" y="1"/>
                    <a:pt x="14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91" name="Google Shape;1491;p43"/>
          <p:cNvGrpSpPr/>
          <p:nvPr/>
        </p:nvGrpSpPr>
        <p:grpSpPr>
          <a:xfrm>
            <a:off x="3326076" y="830341"/>
            <a:ext cx="665028" cy="1255685"/>
            <a:chOff x="8034601" y="378891"/>
            <a:chExt cx="665028" cy="1255685"/>
          </a:xfrm>
        </p:grpSpPr>
        <p:grpSp>
          <p:nvGrpSpPr>
            <p:cNvPr id="1492" name="Google Shape;1492;p43"/>
            <p:cNvGrpSpPr/>
            <p:nvPr/>
          </p:nvGrpSpPr>
          <p:grpSpPr>
            <a:xfrm>
              <a:off x="8034601" y="378891"/>
              <a:ext cx="590428" cy="638707"/>
              <a:chOff x="8034601" y="378891"/>
              <a:chExt cx="590428" cy="638707"/>
            </a:xfrm>
          </p:grpSpPr>
          <p:grpSp>
            <p:nvGrpSpPr>
              <p:cNvPr id="1493" name="Google Shape;1493;p43"/>
              <p:cNvGrpSpPr/>
              <p:nvPr/>
            </p:nvGrpSpPr>
            <p:grpSpPr>
              <a:xfrm>
                <a:off x="8034601" y="378891"/>
                <a:ext cx="590428" cy="638707"/>
                <a:chOff x="9544651" y="2393791"/>
                <a:chExt cx="590428" cy="638707"/>
              </a:xfrm>
            </p:grpSpPr>
            <p:sp>
              <p:nvSpPr>
                <p:cNvPr id="1494" name="Google Shape;1494;p43"/>
                <p:cNvSpPr/>
                <p:nvPr/>
              </p:nvSpPr>
              <p:spPr>
                <a:xfrm>
                  <a:off x="9544651" y="2668546"/>
                  <a:ext cx="16572" cy="163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" h="83" extrusionOk="0">
                      <a:moveTo>
                        <a:pt x="35" y="0"/>
                      </a:moveTo>
                      <a:cubicBezTo>
                        <a:pt x="12" y="0"/>
                        <a:pt x="1" y="12"/>
                        <a:pt x="1" y="34"/>
                      </a:cubicBezTo>
                      <a:cubicBezTo>
                        <a:pt x="1" y="60"/>
                        <a:pt x="12" y="83"/>
                        <a:pt x="35" y="83"/>
                      </a:cubicBezTo>
                      <a:cubicBezTo>
                        <a:pt x="61" y="83"/>
                        <a:pt x="83" y="60"/>
                        <a:pt x="83" y="34"/>
                      </a:cubicBezTo>
                      <a:cubicBezTo>
                        <a:pt x="83" y="12"/>
                        <a:pt x="61" y="0"/>
                        <a:pt x="35" y="0"/>
                      </a:cubicBezTo>
                      <a:close/>
                    </a:path>
                  </a:pathLst>
                </a:custGeom>
                <a:solidFill>
                  <a:srgbClr val="EAE3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5" name="Google Shape;1495;p43"/>
                <p:cNvSpPr/>
                <p:nvPr/>
              </p:nvSpPr>
              <p:spPr>
                <a:xfrm>
                  <a:off x="10043646" y="2908991"/>
                  <a:ext cx="28409" cy="282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" h="143" extrusionOk="0">
                      <a:moveTo>
                        <a:pt x="72" y="0"/>
                      </a:moveTo>
                      <a:cubicBezTo>
                        <a:pt x="38" y="0"/>
                        <a:pt x="1" y="37"/>
                        <a:pt x="1" y="71"/>
                      </a:cubicBezTo>
                      <a:cubicBezTo>
                        <a:pt x="1" y="120"/>
                        <a:pt x="38" y="143"/>
                        <a:pt x="72" y="143"/>
                      </a:cubicBezTo>
                      <a:cubicBezTo>
                        <a:pt x="120" y="143"/>
                        <a:pt x="143" y="120"/>
                        <a:pt x="143" y="71"/>
                      </a:cubicBezTo>
                      <a:cubicBezTo>
                        <a:pt x="143" y="37"/>
                        <a:pt x="120" y="0"/>
                        <a:pt x="72" y="0"/>
                      </a:cubicBezTo>
                      <a:close/>
                    </a:path>
                  </a:pathLst>
                </a:custGeom>
                <a:solidFill>
                  <a:srgbClr val="EAE3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6" name="Google Shape;1496;p43"/>
                <p:cNvSpPr/>
                <p:nvPr/>
              </p:nvSpPr>
              <p:spPr>
                <a:xfrm>
                  <a:off x="9803360" y="2995211"/>
                  <a:ext cx="37681" cy="372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" h="189" extrusionOk="0">
                      <a:moveTo>
                        <a:pt x="97" y="0"/>
                      </a:moveTo>
                      <a:cubicBezTo>
                        <a:pt x="49" y="0"/>
                        <a:pt x="0" y="46"/>
                        <a:pt x="0" y="94"/>
                      </a:cubicBezTo>
                      <a:cubicBezTo>
                        <a:pt x="0" y="143"/>
                        <a:pt x="49" y="188"/>
                        <a:pt x="97" y="188"/>
                      </a:cubicBezTo>
                      <a:cubicBezTo>
                        <a:pt x="157" y="188"/>
                        <a:pt x="191" y="143"/>
                        <a:pt x="191" y="94"/>
                      </a:cubicBezTo>
                      <a:cubicBezTo>
                        <a:pt x="191" y="46"/>
                        <a:pt x="157" y="0"/>
                        <a:pt x="97" y="0"/>
                      </a:cubicBezTo>
                      <a:close/>
                    </a:path>
                  </a:pathLst>
                </a:custGeom>
                <a:solidFill>
                  <a:srgbClr val="EAE3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7" name="Google Shape;1497;p43"/>
                <p:cNvSpPr/>
                <p:nvPr/>
              </p:nvSpPr>
              <p:spPr>
                <a:xfrm>
                  <a:off x="10083176" y="2554909"/>
                  <a:ext cx="23674" cy="23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" h="120" extrusionOk="0">
                      <a:moveTo>
                        <a:pt x="60" y="1"/>
                      </a:moveTo>
                      <a:cubicBezTo>
                        <a:pt x="37" y="1"/>
                        <a:pt x="0" y="26"/>
                        <a:pt x="0" y="60"/>
                      </a:cubicBezTo>
                      <a:cubicBezTo>
                        <a:pt x="0" y="97"/>
                        <a:pt x="37" y="120"/>
                        <a:pt x="60" y="120"/>
                      </a:cubicBezTo>
                      <a:cubicBezTo>
                        <a:pt x="97" y="120"/>
                        <a:pt x="120" y="97"/>
                        <a:pt x="120" y="60"/>
                      </a:cubicBezTo>
                      <a:cubicBezTo>
                        <a:pt x="120" y="26"/>
                        <a:pt x="97" y="1"/>
                        <a:pt x="60" y="1"/>
                      </a:cubicBezTo>
                      <a:close/>
                    </a:path>
                  </a:pathLst>
                </a:custGeom>
                <a:solidFill>
                  <a:srgbClr val="EAE3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8" name="Google Shape;1498;p43"/>
                <p:cNvSpPr/>
                <p:nvPr/>
              </p:nvSpPr>
              <p:spPr>
                <a:xfrm>
                  <a:off x="9923143" y="2393791"/>
                  <a:ext cx="33341" cy="32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" h="166" extrusionOk="0">
                      <a:moveTo>
                        <a:pt x="86" y="0"/>
                      </a:moveTo>
                      <a:cubicBezTo>
                        <a:pt x="37" y="0"/>
                        <a:pt x="0" y="35"/>
                        <a:pt x="0" y="83"/>
                      </a:cubicBezTo>
                      <a:cubicBezTo>
                        <a:pt x="0" y="131"/>
                        <a:pt x="37" y="165"/>
                        <a:pt x="86" y="165"/>
                      </a:cubicBezTo>
                      <a:cubicBezTo>
                        <a:pt x="120" y="165"/>
                        <a:pt x="168" y="131"/>
                        <a:pt x="168" y="83"/>
                      </a:cubicBezTo>
                      <a:cubicBezTo>
                        <a:pt x="168" y="35"/>
                        <a:pt x="120" y="0"/>
                        <a:pt x="86" y="0"/>
                      </a:cubicBezTo>
                      <a:close/>
                    </a:path>
                  </a:pathLst>
                </a:custGeom>
                <a:solidFill>
                  <a:srgbClr val="EAE3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9" name="Google Shape;1499;p43"/>
                <p:cNvSpPr/>
                <p:nvPr/>
              </p:nvSpPr>
              <p:spPr>
                <a:xfrm>
                  <a:off x="10095031" y="2715767"/>
                  <a:ext cx="40048" cy="40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203" extrusionOk="0">
                      <a:moveTo>
                        <a:pt x="97" y="0"/>
                      </a:moveTo>
                      <a:cubicBezTo>
                        <a:pt x="49" y="0"/>
                        <a:pt x="0" y="46"/>
                        <a:pt x="0" y="106"/>
                      </a:cubicBezTo>
                      <a:cubicBezTo>
                        <a:pt x="0" y="154"/>
                        <a:pt x="49" y="202"/>
                        <a:pt x="97" y="202"/>
                      </a:cubicBezTo>
                      <a:cubicBezTo>
                        <a:pt x="157" y="202"/>
                        <a:pt x="202" y="154"/>
                        <a:pt x="202" y="106"/>
                      </a:cubicBezTo>
                      <a:cubicBezTo>
                        <a:pt x="202" y="46"/>
                        <a:pt x="157" y="0"/>
                        <a:pt x="97" y="0"/>
                      </a:cubicBezTo>
                      <a:close/>
                    </a:path>
                  </a:pathLst>
                </a:custGeom>
                <a:solidFill>
                  <a:srgbClr val="EAE3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500" name="Google Shape;1500;p43"/>
              <p:cNvSpPr/>
              <p:nvPr/>
            </p:nvSpPr>
            <p:spPr>
              <a:xfrm>
                <a:off x="8293296" y="686153"/>
                <a:ext cx="28409" cy="28211"/>
              </a:xfrm>
              <a:custGeom>
                <a:avLst/>
                <a:gdLst/>
                <a:ahLst/>
                <a:cxnLst/>
                <a:rect l="l" t="t" r="r" b="b"/>
                <a:pathLst>
                  <a:path w="144" h="143" extrusionOk="0">
                    <a:moveTo>
                      <a:pt x="72" y="0"/>
                    </a:moveTo>
                    <a:cubicBezTo>
                      <a:pt x="38" y="0"/>
                      <a:pt x="1" y="37"/>
                      <a:pt x="1" y="71"/>
                    </a:cubicBezTo>
                    <a:cubicBezTo>
                      <a:pt x="1" y="120"/>
                      <a:pt x="38" y="143"/>
                      <a:pt x="72" y="143"/>
                    </a:cubicBezTo>
                    <a:cubicBezTo>
                      <a:pt x="120" y="143"/>
                      <a:pt x="143" y="120"/>
                      <a:pt x="143" y="71"/>
                    </a:cubicBezTo>
                    <a:cubicBezTo>
                      <a:pt x="143" y="37"/>
                      <a:pt x="120" y="0"/>
                      <a:pt x="72" y="0"/>
                    </a:cubicBezTo>
                    <a:close/>
                  </a:path>
                </a:pathLst>
              </a:custGeom>
              <a:solidFill>
                <a:srgbClr val="EAE3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43"/>
              <p:cNvSpPr/>
              <p:nvPr/>
            </p:nvSpPr>
            <p:spPr>
              <a:xfrm>
                <a:off x="8153918" y="591391"/>
                <a:ext cx="33341" cy="32749"/>
              </a:xfrm>
              <a:custGeom>
                <a:avLst/>
                <a:gdLst/>
                <a:ahLst/>
                <a:cxnLst/>
                <a:rect l="l" t="t" r="r" b="b"/>
                <a:pathLst>
                  <a:path w="169" h="166" extrusionOk="0">
                    <a:moveTo>
                      <a:pt x="86" y="0"/>
                    </a:moveTo>
                    <a:cubicBezTo>
                      <a:pt x="37" y="0"/>
                      <a:pt x="0" y="35"/>
                      <a:pt x="0" y="83"/>
                    </a:cubicBezTo>
                    <a:cubicBezTo>
                      <a:pt x="0" y="131"/>
                      <a:pt x="37" y="165"/>
                      <a:pt x="86" y="165"/>
                    </a:cubicBezTo>
                    <a:cubicBezTo>
                      <a:pt x="120" y="165"/>
                      <a:pt x="168" y="131"/>
                      <a:pt x="168" y="83"/>
                    </a:cubicBezTo>
                    <a:cubicBezTo>
                      <a:pt x="168" y="35"/>
                      <a:pt x="120" y="0"/>
                      <a:pt x="86" y="0"/>
                    </a:cubicBezTo>
                    <a:close/>
                  </a:path>
                </a:pathLst>
              </a:custGeom>
              <a:solidFill>
                <a:srgbClr val="EAE3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02" name="Google Shape;1502;p43"/>
            <p:cNvSpPr/>
            <p:nvPr/>
          </p:nvSpPr>
          <p:spPr>
            <a:xfrm>
              <a:off x="8659581" y="1065567"/>
              <a:ext cx="40048" cy="40048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7" y="0"/>
                  </a:moveTo>
                  <a:cubicBezTo>
                    <a:pt x="49" y="0"/>
                    <a:pt x="0" y="46"/>
                    <a:pt x="0" y="106"/>
                  </a:cubicBezTo>
                  <a:cubicBezTo>
                    <a:pt x="0" y="154"/>
                    <a:pt x="49" y="202"/>
                    <a:pt x="97" y="202"/>
                  </a:cubicBezTo>
                  <a:cubicBezTo>
                    <a:pt x="157" y="202"/>
                    <a:pt x="202" y="154"/>
                    <a:pt x="202" y="106"/>
                  </a:cubicBezTo>
                  <a:cubicBezTo>
                    <a:pt x="202" y="46"/>
                    <a:pt x="157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43"/>
            <p:cNvSpPr/>
            <p:nvPr/>
          </p:nvSpPr>
          <p:spPr>
            <a:xfrm>
              <a:off x="8395596" y="1248841"/>
              <a:ext cx="28409" cy="28211"/>
            </a:xfrm>
            <a:custGeom>
              <a:avLst/>
              <a:gdLst/>
              <a:ahLst/>
              <a:cxnLst/>
              <a:rect l="l" t="t" r="r" b="b"/>
              <a:pathLst>
                <a:path w="144" h="143" extrusionOk="0">
                  <a:moveTo>
                    <a:pt x="72" y="0"/>
                  </a:moveTo>
                  <a:cubicBezTo>
                    <a:pt x="38" y="0"/>
                    <a:pt x="1" y="37"/>
                    <a:pt x="1" y="71"/>
                  </a:cubicBezTo>
                  <a:cubicBezTo>
                    <a:pt x="1" y="120"/>
                    <a:pt x="38" y="143"/>
                    <a:pt x="72" y="143"/>
                  </a:cubicBezTo>
                  <a:cubicBezTo>
                    <a:pt x="120" y="143"/>
                    <a:pt x="143" y="120"/>
                    <a:pt x="143" y="71"/>
                  </a:cubicBezTo>
                  <a:cubicBezTo>
                    <a:pt x="143" y="37"/>
                    <a:pt x="120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43"/>
            <p:cNvSpPr/>
            <p:nvPr/>
          </p:nvSpPr>
          <p:spPr>
            <a:xfrm>
              <a:off x="8567577" y="1405701"/>
              <a:ext cx="26200" cy="26175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7" y="0"/>
                  </a:moveTo>
                  <a:cubicBezTo>
                    <a:pt x="49" y="0"/>
                    <a:pt x="0" y="46"/>
                    <a:pt x="0" y="106"/>
                  </a:cubicBezTo>
                  <a:cubicBezTo>
                    <a:pt x="0" y="154"/>
                    <a:pt x="49" y="202"/>
                    <a:pt x="97" y="202"/>
                  </a:cubicBezTo>
                  <a:cubicBezTo>
                    <a:pt x="157" y="202"/>
                    <a:pt x="202" y="154"/>
                    <a:pt x="202" y="106"/>
                  </a:cubicBezTo>
                  <a:cubicBezTo>
                    <a:pt x="202" y="46"/>
                    <a:pt x="157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43"/>
            <p:cNvSpPr/>
            <p:nvPr/>
          </p:nvSpPr>
          <p:spPr>
            <a:xfrm>
              <a:off x="8504575" y="1104915"/>
              <a:ext cx="48700" cy="48350"/>
            </a:xfrm>
            <a:custGeom>
              <a:avLst/>
              <a:gdLst/>
              <a:ahLst/>
              <a:cxnLst/>
              <a:rect l="l" t="t" r="r" b="b"/>
              <a:pathLst>
                <a:path w="144" h="143" extrusionOk="0">
                  <a:moveTo>
                    <a:pt x="72" y="0"/>
                  </a:moveTo>
                  <a:cubicBezTo>
                    <a:pt x="38" y="0"/>
                    <a:pt x="1" y="37"/>
                    <a:pt x="1" y="71"/>
                  </a:cubicBezTo>
                  <a:cubicBezTo>
                    <a:pt x="1" y="120"/>
                    <a:pt x="38" y="143"/>
                    <a:pt x="72" y="143"/>
                  </a:cubicBezTo>
                  <a:cubicBezTo>
                    <a:pt x="120" y="143"/>
                    <a:pt x="143" y="120"/>
                    <a:pt x="143" y="71"/>
                  </a:cubicBezTo>
                  <a:cubicBezTo>
                    <a:pt x="143" y="37"/>
                    <a:pt x="120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43"/>
            <p:cNvSpPr/>
            <p:nvPr/>
          </p:nvSpPr>
          <p:spPr>
            <a:xfrm>
              <a:off x="8625024" y="1600901"/>
              <a:ext cx="33675" cy="33675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7" y="0"/>
                  </a:moveTo>
                  <a:cubicBezTo>
                    <a:pt x="49" y="0"/>
                    <a:pt x="0" y="46"/>
                    <a:pt x="0" y="106"/>
                  </a:cubicBezTo>
                  <a:cubicBezTo>
                    <a:pt x="0" y="154"/>
                    <a:pt x="49" y="202"/>
                    <a:pt x="97" y="202"/>
                  </a:cubicBezTo>
                  <a:cubicBezTo>
                    <a:pt x="157" y="202"/>
                    <a:pt x="202" y="154"/>
                    <a:pt x="202" y="106"/>
                  </a:cubicBezTo>
                  <a:cubicBezTo>
                    <a:pt x="202" y="46"/>
                    <a:pt x="157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B8450E90-717B-A63E-3DEE-CA51F4D7A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434" y="281966"/>
            <a:ext cx="3103133" cy="4444369"/>
          </a:xfrm>
          <a:prstGeom prst="rect">
            <a:avLst/>
          </a:prstGeom>
        </p:spPr>
      </p:pic>
      <p:sp>
        <p:nvSpPr>
          <p:cNvPr id="3" name="Google Shape;1601;p44">
            <a:extLst>
              <a:ext uri="{FF2B5EF4-FFF2-40B4-BE49-F238E27FC236}">
                <a16:creationId xmlns:a16="http://schemas.microsoft.com/office/drawing/2014/main" id="{6D09CFCB-75FE-3B22-86BD-BAC4A54BB87E}"/>
              </a:ext>
            </a:extLst>
          </p:cNvPr>
          <p:cNvSpPr/>
          <p:nvPr/>
        </p:nvSpPr>
        <p:spPr>
          <a:xfrm rot="12697325">
            <a:off x="1226416" y="1103364"/>
            <a:ext cx="260823" cy="364287"/>
          </a:xfrm>
          <a:custGeom>
            <a:avLst/>
            <a:gdLst/>
            <a:ahLst/>
            <a:cxnLst/>
            <a:rect l="l" t="t" r="r" b="b"/>
            <a:pathLst>
              <a:path w="2333" h="3262" extrusionOk="0">
                <a:moveTo>
                  <a:pt x="711" y="1"/>
                </a:moveTo>
                <a:cubicBezTo>
                  <a:pt x="450" y="1"/>
                  <a:pt x="213" y="61"/>
                  <a:pt x="0" y="166"/>
                </a:cubicBezTo>
                <a:cubicBezTo>
                  <a:pt x="34" y="155"/>
                  <a:pt x="71" y="155"/>
                  <a:pt x="117" y="155"/>
                </a:cubicBezTo>
                <a:cubicBezTo>
                  <a:pt x="925" y="155"/>
                  <a:pt x="1588" y="820"/>
                  <a:pt x="1588" y="1625"/>
                </a:cubicBezTo>
                <a:cubicBezTo>
                  <a:pt x="1588" y="2442"/>
                  <a:pt x="925" y="3096"/>
                  <a:pt x="117" y="3096"/>
                </a:cubicBezTo>
                <a:lnTo>
                  <a:pt x="0" y="3096"/>
                </a:lnTo>
                <a:cubicBezTo>
                  <a:pt x="213" y="3201"/>
                  <a:pt x="450" y="3261"/>
                  <a:pt x="711" y="3261"/>
                </a:cubicBezTo>
                <a:cubicBezTo>
                  <a:pt x="1610" y="3261"/>
                  <a:pt x="2333" y="2527"/>
                  <a:pt x="2333" y="1625"/>
                </a:cubicBezTo>
                <a:cubicBezTo>
                  <a:pt x="2333" y="724"/>
                  <a:pt x="1610" y="1"/>
                  <a:pt x="711" y="1"/>
                </a:cubicBezTo>
                <a:close/>
              </a:path>
            </a:pathLst>
          </a:custGeom>
          <a:solidFill>
            <a:srgbClr val="EAE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4">
          <a:extLst>
            <a:ext uri="{FF2B5EF4-FFF2-40B4-BE49-F238E27FC236}">
              <a16:creationId xmlns:a16="http://schemas.microsoft.com/office/drawing/2014/main" id="{BB9F911E-7147-4D57-3696-A9F7C249B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p43">
            <a:extLst>
              <a:ext uri="{FF2B5EF4-FFF2-40B4-BE49-F238E27FC236}">
                <a16:creationId xmlns:a16="http://schemas.microsoft.com/office/drawing/2014/main" id="{D98B37B7-1DE4-0367-9AD4-97B74B0E5835}"/>
              </a:ext>
            </a:extLst>
          </p:cNvPr>
          <p:cNvSpPr/>
          <p:nvPr/>
        </p:nvSpPr>
        <p:spPr>
          <a:xfrm>
            <a:off x="184003" y="1878308"/>
            <a:ext cx="3442826" cy="2886098"/>
          </a:xfrm>
          <a:custGeom>
            <a:avLst/>
            <a:gdLst/>
            <a:ahLst/>
            <a:cxnLst/>
            <a:rect l="l" t="t" r="r" b="b"/>
            <a:pathLst>
              <a:path w="15863" h="13298" extrusionOk="0">
                <a:moveTo>
                  <a:pt x="8687" y="0"/>
                </a:moveTo>
                <a:cubicBezTo>
                  <a:pt x="7777" y="0"/>
                  <a:pt x="6808" y="250"/>
                  <a:pt x="5880" y="892"/>
                </a:cubicBezTo>
                <a:cubicBezTo>
                  <a:pt x="3226" y="2727"/>
                  <a:pt x="4825" y="5028"/>
                  <a:pt x="5123" y="6129"/>
                </a:cubicBezTo>
                <a:cubicBezTo>
                  <a:pt x="5419" y="7233"/>
                  <a:pt x="2859" y="6829"/>
                  <a:pt x="1377" y="8300"/>
                </a:cubicBezTo>
                <a:cubicBezTo>
                  <a:pt x="0" y="9663"/>
                  <a:pt x="945" y="13297"/>
                  <a:pt x="6733" y="13297"/>
                </a:cubicBezTo>
                <a:cubicBezTo>
                  <a:pt x="7178" y="13297"/>
                  <a:pt x="7652" y="13276"/>
                  <a:pt x="8156" y="13230"/>
                </a:cubicBezTo>
                <a:cubicBezTo>
                  <a:pt x="15197" y="12590"/>
                  <a:pt x="15863" y="8857"/>
                  <a:pt x="14546" y="7207"/>
                </a:cubicBezTo>
                <a:cubicBezTo>
                  <a:pt x="13243" y="5560"/>
                  <a:pt x="14711" y="5444"/>
                  <a:pt x="14924" y="4186"/>
                </a:cubicBezTo>
                <a:cubicBezTo>
                  <a:pt x="15085" y="3252"/>
                  <a:pt x="14371" y="2855"/>
                  <a:pt x="13873" y="2855"/>
                </a:cubicBezTo>
                <a:cubicBezTo>
                  <a:pt x="13852" y="2855"/>
                  <a:pt x="13832" y="2856"/>
                  <a:pt x="13812" y="2857"/>
                </a:cubicBezTo>
                <a:cubicBezTo>
                  <a:pt x="13805" y="2858"/>
                  <a:pt x="13797" y="2858"/>
                  <a:pt x="13790" y="2858"/>
                </a:cubicBezTo>
                <a:cubicBezTo>
                  <a:pt x="13309" y="2858"/>
                  <a:pt x="13142" y="2002"/>
                  <a:pt x="11903" y="1079"/>
                </a:cubicBezTo>
                <a:cubicBezTo>
                  <a:pt x="11127" y="491"/>
                  <a:pt x="9965" y="0"/>
                  <a:pt x="8687" y="0"/>
                </a:cubicBezTo>
                <a:close/>
              </a:path>
            </a:pathLst>
          </a:custGeom>
          <a:solidFill>
            <a:srgbClr val="EAE3FF">
              <a:alpha val="8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66" name="Google Shape;1366;p43">
            <a:extLst>
              <a:ext uri="{FF2B5EF4-FFF2-40B4-BE49-F238E27FC236}">
                <a16:creationId xmlns:a16="http://schemas.microsoft.com/office/drawing/2014/main" id="{DC46B93C-415C-0C4F-0EE9-97ACC56F83A7}"/>
              </a:ext>
            </a:extLst>
          </p:cNvPr>
          <p:cNvGrpSpPr/>
          <p:nvPr/>
        </p:nvGrpSpPr>
        <p:grpSpPr>
          <a:xfrm>
            <a:off x="3206924" y="3485168"/>
            <a:ext cx="460438" cy="744436"/>
            <a:chOff x="8260775" y="3702569"/>
            <a:chExt cx="432661" cy="699526"/>
          </a:xfrm>
        </p:grpSpPr>
        <p:sp>
          <p:nvSpPr>
            <p:cNvPr id="1367" name="Google Shape;1367;p43">
              <a:extLst>
                <a:ext uri="{FF2B5EF4-FFF2-40B4-BE49-F238E27FC236}">
                  <a16:creationId xmlns:a16="http://schemas.microsoft.com/office/drawing/2014/main" id="{39508D36-6D6B-3579-E784-7BAE7AE5A772}"/>
                </a:ext>
              </a:extLst>
            </p:cNvPr>
            <p:cNvSpPr/>
            <p:nvPr/>
          </p:nvSpPr>
          <p:spPr>
            <a:xfrm>
              <a:off x="8282301" y="3996711"/>
              <a:ext cx="389609" cy="405384"/>
            </a:xfrm>
            <a:custGeom>
              <a:avLst/>
              <a:gdLst/>
              <a:ahLst/>
              <a:cxnLst/>
              <a:rect l="l" t="t" r="r" b="b"/>
              <a:pathLst>
                <a:path w="2371" h="2467" extrusionOk="0">
                  <a:moveTo>
                    <a:pt x="0" y="0"/>
                  </a:moveTo>
                  <a:lnTo>
                    <a:pt x="0" y="2467"/>
                  </a:lnTo>
                  <a:lnTo>
                    <a:pt x="2370" y="2467"/>
                  </a:lnTo>
                  <a:lnTo>
                    <a:pt x="2370" y="0"/>
                  </a:ln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43">
              <a:extLst>
                <a:ext uri="{FF2B5EF4-FFF2-40B4-BE49-F238E27FC236}">
                  <a16:creationId xmlns:a16="http://schemas.microsoft.com/office/drawing/2014/main" id="{4D6031F0-8053-EC18-EA1E-994C15066D11}"/>
                </a:ext>
              </a:extLst>
            </p:cNvPr>
            <p:cNvSpPr/>
            <p:nvPr/>
          </p:nvSpPr>
          <p:spPr>
            <a:xfrm>
              <a:off x="8260775" y="3994740"/>
              <a:ext cx="432661" cy="50611"/>
            </a:xfrm>
            <a:custGeom>
              <a:avLst/>
              <a:gdLst/>
              <a:ahLst/>
              <a:cxnLst/>
              <a:rect l="l" t="t" r="r" b="b"/>
              <a:pathLst>
                <a:path w="2633" h="308" extrusionOk="0">
                  <a:moveTo>
                    <a:pt x="1" y="1"/>
                  </a:moveTo>
                  <a:lnTo>
                    <a:pt x="1" y="308"/>
                  </a:lnTo>
                  <a:lnTo>
                    <a:pt x="2632" y="308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43">
              <a:extLst>
                <a:ext uri="{FF2B5EF4-FFF2-40B4-BE49-F238E27FC236}">
                  <a16:creationId xmlns:a16="http://schemas.microsoft.com/office/drawing/2014/main" id="{4AFEFA7C-5667-E186-91BC-B7D4C915FED2}"/>
                </a:ext>
              </a:extLst>
            </p:cNvPr>
            <p:cNvSpPr/>
            <p:nvPr/>
          </p:nvSpPr>
          <p:spPr>
            <a:xfrm>
              <a:off x="8480971" y="3718015"/>
              <a:ext cx="27278" cy="13803"/>
            </a:xfrm>
            <a:custGeom>
              <a:avLst/>
              <a:gdLst/>
              <a:ahLst/>
              <a:cxnLst/>
              <a:rect l="l" t="t" r="r" b="b"/>
              <a:pathLst>
                <a:path w="166" h="84" extrusionOk="0">
                  <a:moveTo>
                    <a:pt x="35" y="1"/>
                  </a:moveTo>
                  <a:cubicBezTo>
                    <a:pt x="12" y="1"/>
                    <a:pt x="1" y="23"/>
                    <a:pt x="1" y="49"/>
                  </a:cubicBezTo>
                  <a:cubicBezTo>
                    <a:pt x="1" y="60"/>
                    <a:pt x="12" y="83"/>
                    <a:pt x="35" y="83"/>
                  </a:cubicBezTo>
                  <a:lnTo>
                    <a:pt x="131" y="83"/>
                  </a:lnTo>
                  <a:cubicBezTo>
                    <a:pt x="143" y="83"/>
                    <a:pt x="166" y="60"/>
                    <a:pt x="166" y="49"/>
                  </a:cubicBezTo>
                  <a:cubicBezTo>
                    <a:pt x="166" y="23"/>
                    <a:pt x="143" y="1"/>
                    <a:pt x="131" y="1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43">
              <a:extLst>
                <a:ext uri="{FF2B5EF4-FFF2-40B4-BE49-F238E27FC236}">
                  <a16:creationId xmlns:a16="http://schemas.microsoft.com/office/drawing/2014/main" id="{D3D4BA9A-9941-4CFB-E84E-94B53D72FC7A}"/>
                </a:ext>
              </a:extLst>
            </p:cNvPr>
            <p:cNvSpPr/>
            <p:nvPr/>
          </p:nvSpPr>
          <p:spPr>
            <a:xfrm>
              <a:off x="8492638" y="3725903"/>
              <a:ext cx="3944" cy="52583"/>
            </a:xfrm>
            <a:custGeom>
              <a:avLst/>
              <a:gdLst/>
              <a:ahLst/>
              <a:cxnLst/>
              <a:rect l="l" t="t" r="r" b="b"/>
              <a:pathLst>
                <a:path w="24" h="320" extrusionOk="0">
                  <a:moveTo>
                    <a:pt x="12" y="1"/>
                  </a:moveTo>
                  <a:cubicBezTo>
                    <a:pt x="1" y="1"/>
                    <a:pt x="1" y="12"/>
                    <a:pt x="1" y="24"/>
                  </a:cubicBezTo>
                  <a:lnTo>
                    <a:pt x="1" y="308"/>
                  </a:lnTo>
                  <a:cubicBezTo>
                    <a:pt x="1" y="308"/>
                    <a:pt x="1" y="320"/>
                    <a:pt x="12" y="320"/>
                  </a:cubicBezTo>
                  <a:cubicBezTo>
                    <a:pt x="23" y="320"/>
                    <a:pt x="23" y="308"/>
                    <a:pt x="23" y="308"/>
                  </a:cubicBezTo>
                  <a:lnTo>
                    <a:pt x="23" y="24"/>
                  </a:lnTo>
                  <a:cubicBezTo>
                    <a:pt x="23" y="12"/>
                    <a:pt x="23" y="1"/>
                    <a:pt x="12" y="1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43">
              <a:extLst>
                <a:ext uri="{FF2B5EF4-FFF2-40B4-BE49-F238E27FC236}">
                  <a16:creationId xmlns:a16="http://schemas.microsoft.com/office/drawing/2014/main" id="{3FB02C4E-0AAE-3CFC-0FBD-8061E2819FC0}"/>
                </a:ext>
              </a:extLst>
            </p:cNvPr>
            <p:cNvSpPr/>
            <p:nvPr/>
          </p:nvSpPr>
          <p:spPr>
            <a:xfrm>
              <a:off x="8412776" y="3702569"/>
              <a:ext cx="163665" cy="75917"/>
            </a:xfrm>
            <a:custGeom>
              <a:avLst/>
              <a:gdLst/>
              <a:ahLst/>
              <a:cxnLst/>
              <a:rect l="l" t="t" r="r" b="b"/>
              <a:pathLst>
                <a:path w="996" h="462" extrusionOk="0">
                  <a:moveTo>
                    <a:pt x="498" y="1"/>
                  </a:moveTo>
                  <a:cubicBezTo>
                    <a:pt x="214" y="1"/>
                    <a:pt x="0" y="177"/>
                    <a:pt x="0" y="390"/>
                  </a:cubicBezTo>
                  <a:lnTo>
                    <a:pt x="0" y="462"/>
                  </a:lnTo>
                  <a:lnTo>
                    <a:pt x="49" y="462"/>
                  </a:lnTo>
                  <a:cubicBezTo>
                    <a:pt x="49" y="439"/>
                    <a:pt x="37" y="416"/>
                    <a:pt x="37" y="390"/>
                  </a:cubicBezTo>
                  <a:cubicBezTo>
                    <a:pt x="37" y="203"/>
                    <a:pt x="251" y="46"/>
                    <a:pt x="498" y="46"/>
                  </a:cubicBezTo>
                  <a:cubicBezTo>
                    <a:pt x="748" y="46"/>
                    <a:pt x="948" y="203"/>
                    <a:pt x="948" y="390"/>
                  </a:cubicBezTo>
                  <a:lnTo>
                    <a:pt x="948" y="462"/>
                  </a:lnTo>
                  <a:lnTo>
                    <a:pt x="985" y="462"/>
                  </a:lnTo>
                  <a:cubicBezTo>
                    <a:pt x="996" y="439"/>
                    <a:pt x="996" y="416"/>
                    <a:pt x="996" y="390"/>
                  </a:cubicBezTo>
                  <a:cubicBezTo>
                    <a:pt x="996" y="177"/>
                    <a:pt x="771" y="1"/>
                    <a:pt x="498" y="1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43">
              <a:extLst>
                <a:ext uri="{FF2B5EF4-FFF2-40B4-BE49-F238E27FC236}">
                  <a16:creationId xmlns:a16="http://schemas.microsoft.com/office/drawing/2014/main" id="{F87133EA-EDAA-E172-5908-2332BEBA2DA3}"/>
                </a:ext>
              </a:extLst>
            </p:cNvPr>
            <p:cNvSpPr/>
            <p:nvPr/>
          </p:nvSpPr>
          <p:spPr>
            <a:xfrm>
              <a:off x="8383690" y="3737241"/>
              <a:ext cx="85776" cy="74438"/>
            </a:xfrm>
            <a:custGeom>
              <a:avLst/>
              <a:gdLst/>
              <a:ahLst/>
              <a:cxnLst/>
              <a:rect l="l" t="t" r="r" b="b"/>
              <a:pathLst>
                <a:path w="522" h="453" extrusionOk="0">
                  <a:moveTo>
                    <a:pt x="283" y="0"/>
                  </a:moveTo>
                  <a:cubicBezTo>
                    <a:pt x="233" y="0"/>
                    <a:pt x="185" y="16"/>
                    <a:pt x="143" y="49"/>
                  </a:cubicBezTo>
                  <a:cubicBezTo>
                    <a:pt x="24" y="134"/>
                    <a:pt x="1" y="288"/>
                    <a:pt x="83" y="393"/>
                  </a:cubicBezTo>
                  <a:lnTo>
                    <a:pt x="117" y="453"/>
                  </a:lnTo>
                  <a:lnTo>
                    <a:pt x="521" y="168"/>
                  </a:lnTo>
                  <a:lnTo>
                    <a:pt x="484" y="108"/>
                  </a:lnTo>
                  <a:cubicBezTo>
                    <a:pt x="434" y="38"/>
                    <a:pt x="358" y="0"/>
                    <a:pt x="2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43">
              <a:extLst>
                <a:ext uri="{FF2B5EF4-FFF2-40B4-BE49-F238E27FC236}">
                  <a16:creationId xmlns:a16="http://schemas.microsoft.com/office/drawing/2014/main" id="{E0B624B8-B1CD-8E6D-F75C-B342427F95E2}"/>
                </a:ext>
              </a:extLst>
            </p:cNvPr>
            <p:cNvSpPr/>
            <p:nvPr/>
          </p:nvSpPr>
          <p:spPr>
            <a:xfrm>
              <a:off x="8537498" y="3953658"/>
              <a:ext cx="42724" cy="4124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6" y="0"/>
                  </a:moveTo>
                  <a:lnTo>
                    <a:pt x="1" y="60"/>
                  </a:lnTo>
                  <a:lnTo>
                    <a:pt x="154" y="239"/>
                  </a:lnTo>
                  <a:cubicBezTo>
                    <a:pt x="154" y="251"/>
                    <a:pt x="166" y="251"/>
                    <a:pt x="177" y="251"/>
                  </a:cubicBezTo>
                  <a:lnTo>
                    <a:pt x="237" y="251"/>
                  </a:lnTo>
                  <a:cubicBezTo>
                    <a:pt x="248" y="251"/>
                    <a:pt x="260" y="225"/>
                    <a:pt x="260" y="214"/>
                  </a:cubicBezTo>
                  <a:lnTo>
                    <a:pt x="1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43">
              <a:extLst>
                <a:ext uri="{FF2B5EF4-FFF2-40B4-BE49-F238E27FC236}">
                  <a16:creationId xmlns:a16="http://schemas.microsoft.com/office/drawing/2014/main" id="{F32BBB13-0391-E3FE-2824-DB4CC4F3B5C1}"/>
                </a:ext>
              </a:extLst>
            </p:cNvPr>
            <p:cNvSpPr/>
            <p:nvPr/>
          </p:nvSpPr>
          <p:spPr>
            <a:xfrm>
              <a:off x="8408996" y="3953658"/>
              <a:ext cx="42724" cy="4124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94" y="0"/>
                  </a:moveTo>
                  <a:lnTo>
                    <a:pt x="12" y="214"/>
                  </a:lnTo>
                  <a:cubicBezTo>
                    <a:pt x="0" y="225"/>
                    <a:pt x="23" y="251"/>
                    <a:pt x="35" y="251"/>
                  </a:cubicBezTo>
                  <a:lnTo>
                    <a:pt x="94" y="251"/>
                  </a:lnTo>
                  <a:cubicBezTo>
                    <a:pt x="106" y="251"/>
                    <a:pt x="106" y="251"/>
                    <a:pt x="117" y="239"/>
                  </a:cubicBezTo>
                  <a:lnTo>
                    <a:pt x="259" y="60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43">
              <a:extLst>
                <a:ext uri="{FF2B5EF4-FFF2-40B4-BE49-F238E27FC236}">
                  <a16:creationId xmlns:a16="http://schemas.microsoft.com/office/drawing/2014/main" id="{1A04FD7B-2680-F2F8-6B2E-72E5E4EE2F9B}"/>
                </a:ext>
              </a:extLst>
            </p:cNvPr>
            <p:cNvSpPr/>
            <p:nvPr/>
          </p:nvSpPr>
          <p:spPr>
            <a:xfrm>
              <a:off x="8387469" y="3766656"/>
              <a:ext cx="216084" cy="216577"/>
            </a:xfrm>
            <a:custGeom>
              <a:avLst/>
              <a:gdLst/>
              <a:ahLst/>
              <a:cxnLst/>
              <a:rect l="l" t="t" r="r" b="b"/>
              <a:pathLst>
                <a:path w="1315" h="1318" extrusionOk="0">
                  <a:moveTo>
                    <a:pt x="652" y="0"/>
                  </a:moveTo>
                  <a:cubicBezTo>
                    <a:pt x="296" y="0"/>
                    <a:pt x="1" y="296"/>
                    <a:pt x="1" y="666"/>
                  </a:cubicBezTo>
                  <a:cubicBezTo>
                    <a:pt x="1" y="1033"/>
                    <a:pt x="296" y="1318"/>
                    <a:pt x="652" y="1318"/>
                  </a:cubicBezTo>
                  <a:cubicBezTo>
                    <a:pt x="1019" y="1318"/>
                    <a:pt x="1315" y="1033"/>
                    <a:pt x="1315" y="666"/>
                  </a:cubicBezTo>
                  <a:cubicBezTo>
                    <a:pt x="1315" y="296"/>
                    <a:pt x="1019" y="0"/>
                    <a:pt x="652" y="0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43">
              <a:extLst>
                <a:ext uri="{FF2B5EF4-FFF2-40B4-BE49-F238E27FC236}">
                  <a16:creationId xmlns:a16="http://schemas.microsoft.com/office/drawing/2014/main" id="{4FB188CD-BA5B-15EC-ABA9-5D4FEEA085C5}"/>
                </a:ext>
              </a:extLst>
            </p:cNvPr>
            <p:cNvSpPr/>
            <p:nvPr/>
          </p:nvSpPr>
          <p:spPr>
            <a:xfrm>
              <a:off x="8408996" y="3788182"/>
              <a:ext cx="173525" cy="173525"/>
            </a:xfrm>
            <a:custGeom>
              <a:avLst/>
              <a:gdLst/>
              <a:ahLst/>
              <a:cxnLst/>
              <a:rect l="l" t="t" r="r" b="b"/>
              <a:pathLst>
                <a:path w="1056" h="1056" extrusionOk="0">
                  <a:moveTo>
                    <a:pt x="521" y="0"/>
                  </a:moveTo>
                  <a:cubicBezTo>
                    <a:pt x="237" y="0"/>
                    <a:pt x="0" y="236"/>
                    <a:pt x="0" y="535"/>
                  </a:cubicBezTo>
                  <a:cubicBezTo>
                    <a:pt x="0" y="820"/>
                    <a:pt x="237" y="1056"/>
                    <a:pt x="521" y="1056"/>
                  </a:cubicBezTo>
                  <a:cubicBezTo>
                    <a:pt x="817" y="1056"/>
                    <a:pt x="1056" y="820"/>
                    <a:pt x="1056" y="535"/>
                  </a:cubicBezTo>
                  <a:cubicBezTo>
                    <a:pt x="1056" y="236"/>
                    <a:pt x="817" y="0"/>
                    <a:pt x="521" y="0"/>
                  </a:cubicBezTo>
                  <a:close/>
                </a:path>
              </a:pathLst>
            </a:custGeom>
            <a:solidFill>
              <a:srgbClr val="F4B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43">
              <a:extLst>
                <a:ext uri="{FF2B5EF4-FFF2-40B4-BE49-F238E27FC236}">
                  <a16:creationId xmlns:a16="http://schemas.microsoft.com/office/drawing/2014/main" id="{EB4B1488-5D62-C749-A6D0-811E375127D0}"/>
                </a:ext>
              </a:extLst>
            </p:cNvPr>
            <p:cNvSpPr/>
            <p:nvPr/>
          </p:nvSpPr>
          <p:spPr>
            <a:xfrm>
              <a:off x="8408996" y="3788182"/>
              <a:ext cx="157750" cy="142303"/>
            </a:xfrm>
            <a:custGeom>
              <a:avLst/>
              <a:gdLst/>
              <a:ahLst/>
              <a:cxnLst/>
              <a:rect l="l" t="t" r="r" b="b"/>
              <a:pathLst>
                <a:path w="960" h="866" extrusionOk="0">
                  <a:moveTo>
                    <a:pt x="521" y="0"/>
                  </a:moveTo>
                  <a:cubicBezTo>
                    <a:pt x="237" y="0"/>
                    <a:pt x="0" y="236"/>
                    <a:pt x="0" y="535"/>
                  </a:cubicBezTo>
                  <a:cubicBezTo>
                    <a:pt x="0" y="663"/>
                    <a:pt x="46" y="771"/>
                    <a:pt x="117" y="865"/>
                  </a:cubicBezTo>
                  <a:cubicBezTo>
                    <a:pt x="60" y="783"/>
                    <a:pt x="35" y="689"/>
                    <a:pt x="35" y="581"/>
                  </a:cubicBezTo>
                  <a:cubicBezTo>
                    <a:pt x="35" y="285"/>
                    <a:pt x="259" y="49"/>
                    <a:pt x="558" y="49"/>
                  </a:cubicBezTo>
                  <a:cubicBezTo>
                    <a:pt x="723" y="49"/>
                    <a:pt x="865" y="120"/>
                    <a:pt x="959" y="236"/>
                  </a:cubicBezTo>
                  <a:cubicBezTo>
                    <a:pt x="877" y="94"/>
                    <a:pt x="712" y="0"/>
                    <a:pt x="5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43">
              <a:extLst>
                <a:ext uri="{FF2B5EF4-FFF2-40B4-BE49-F238E27FC236}">
                  <a16:creationId xmlns:a16="http://schemas.microsoft.com/office/drawing/2014/main" id="{51A236B3-46FC-D36F-33C9-BAEEA2C83D8F}"/>
                </a:ext>
              </a:extLst>
            </p:cNvPr>
            <p:cNvSpPr/>
            <p:nvPr/>
          </p:nvSpPr>
          <p:spPr>
            <a:xfrm>
              <a:off x="8521723" y="3737241"/>
              <a:ext cx="87913" cy="74438"/>
            </a:xfrm>
            <a:custGeom>
              <a:avLst/>
              <a:gdLst/>
              <a:ahLst/>
              <a:cxnLst/>
              <a:rect l="l" t="t" r="r" b="b"/>
              <a:pathLst>
                <a:path w="535" h="453" extrusionOk="0">
                  <a:moveTo>
                    <a:pt x="248" y="0"/>
                  </a:moveTo>
                  <a:cubicBezTo>
                    <a:pt x="169" y="0"/>
                    <a:pt x="92" y="38"/>
                    <a:pt x="48" y="108"/>
                  </a:cubicBezTo>
                  <a:lnTo>
                    <a:pt x="0" y="168"/>
                  </a:lnTo>
                  <a:lnTo>
                    <a:pt x="415" y="453"/>
                  </a:lnTo>
                  <a:lnTo>
                    <a:pt x="452" y="393"/>
                  </a:lnTo>
                  <a:cubicBezTo>
                    <a:pt x="535" y="288"/>
                    <a:pt x="512" y="134"/>
                    <a:pt x="393" y="49"/>
                  </a:cubicBezTo>
                  <a:cubicBezTo>
                    <a:pt x="350" y="16"/>
                    <a:pt x="299" y="0"/>
                    <a:pt x="2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43">
              <a:extLst>
                <a:ext uri="{FF2B5EF4-FFF2-40B4-BE49-F238E27FC236}">
                  <a16:creationId xmlns:a16="http://schemas.microsoft.com/office/drawing/2014/main" id="{EDC4B2DD-A218-1FA7-BCA2-CD53B19A77A7}"/>
                </a:ext>
              </a:extLst>
            </p:cNvPr>
            <p:cNvSpPr/>
            <p:nvPr/>
          </p:nvSpPr>
          <p:spPr>
            <a:xfrm>
              <a:off x="8490830" y="3796070"/>
              <a:ext cx="62278" cy="101223"/>
            </a:xfrm>
            <a:custGeom>
              <a:avLst/>
              <a:gdLst/>
              <a:ahLst/>
              <a:cxnLst/>
              <a:rect l="l" t="t" r="r" b="b"/>
              <a:pathLst>
                <a:path w="379" h="616" extrusionOk="0">
                  <a:moveTo>
                    <a:pt x="23" y="1"/>
                  </a:moveTo>
                  <a:cubicBezTo>
                    <a:pt x="12" y="1"/>
                    <a:pt x="0" y="12"/>
                    <a:pt x="0" y="23"/>
                  </a:cubicBezTo>
                  <a:lnTo>
                    <a:pt x="0" y="498"/>
                  </a:lnTo>
                  <a:lnTo>
                    <a:pt x="345" y="615"/>
                  </a:lnTo>
                  <a:lnTo>
                    <a:pt x="356" y="615"/>
                  </a:lnTo>
                  <a:lnTo>
                    <a:pt x="367" y="604"/>
                  </a:lnTo>
                  <a:cubicBezTo>
                    <a:pt x="379" y="592"/>
                    <a:pt x="367" y="581"/>
                    <a:pt x="356" y="570"/>
                  </a:cubicBezTo>
                  <a:lnTo>
                    <a:pt x="46" y="462"/>
                  </a:lnTo>
                  <a:lnTo>
                    <a:pt x="46" y="23"/>
                  </a:lnTo>
                  <a:cubicBezTo>
                    <a:pt x="46" y="12"/>
                    <a:pt x="34" y="1"/>
                    <a:pt x="23" y="1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43">
              <a:extLst>
                <a:ext uri="{FF2B5EF4-FFF2-40B4-BE49-F238E27FC236}">
                  <a16:creationId xmlns:a16="http://schemas.microsoft.com/office/drawing/2014/main" id="{926585E4-5F9A-8F3F-6825-CE5BB66442C5}"/>
                </a:ext>
              </a:extLst>
            </p:cNvPr>
            <p:cNvSpPr/>
            <p:nvPr/>
          </p:nvSpPr>
          <p:spPr>
            <a:xfrm>
              <a:off x="8486558" y="3866237"/>
              <a:ext cx="17911" cy="17418"/>
            </a:xfrm>
            <a:custGeom>
              <a:avLst/>
              <a:gdLst/>
              <a:ahLst/>
              <a:cxnLst/>
              <a:rect l="l" t="t" r="r" b="b"/>
              <a:pathLst>
                <a:path w="109" h="106" extrusionOk="0">
                  <a:moveTo>
                    <a:pt x="49" y="0"/>
                  </a:moveTo>
                  <a:cubicBezTo>
                    <a:pt x="26" y="0"/>
                    <a:pt x="1" y="23"/>
                    <a:pt x="1" y="46"/>
                  </a:cubicBezTo>
                  <a:cubicBezTo>
                    <a:pt x="1" y="83"/>
                    <a:pt x="26" y="106"/>
                    <a:pt x="49" y="106"/>
                  </a:cubicBezTo>
                  <a:cubicBezTo>
                    <a:pt x="86" y="106"/>
                    <a:pt x="109" y="83"/>
                    <a:pt x="109" y="46"/>
                  </a:cubicBezTo>
                  <a:cubicBezTo>
                    <a:pt x="109" y="23"/>
                    <a:pt x="86" y="0"/>
                    <a:pt x="49" y="0"/>
                  </a:cubicBezTo>
                  <a:close/>
                </a:path>
              </a:pathLst>
            </a:custGeom>
            <a:solidFill>
              <a:srgbClr val="001A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81" name="Google Shape;1381;p43">
            <a:extLst>
              <a:ext uri="{FF2B5EF4-FFF2-40B4-BE49-F238E27FC236}">
                <a16:creationId xmlns:a16="http://schemas.microsoft.com/office/drawing/2014/main" id="{2D8CDFFD-E58E-A800-D5C1-8DB4A2C46E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99785" y="1664150"/>
            <a:ext cx="6424225" cy="91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ru-RU" dirty="0"/>
              <a:t>Софтуерен Backend: Технологии</a:t>
            </a:r>
          </a:p>
        </p:txBody>
      </p:sp>
      <p:sp>
        <p:nvSpPr>
          <p:cNvPr id="1382" name="Google Shape;1382;p43">
            <a:extLst>
              <a:ext uri="{FF2B5EF4-FFF2-40B4-BE49-F238E27FC236}">
                <a16:creationId xmlns:a16="http://schemas.microsoft.com/office/drawing/2014/main" id="{5BBD50DA-C362-F631-A9B5-A65A2B761E7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085800" y="2429250"/>
            <a:ext cx="4627020" cy="16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245595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85E3"/>
              </a:buClr>
              <a:buSzPts val="1400"/>
              <a:buFont typeface="Quicksand" panose="020B0604020202020204" charset="0"/>
              <a:buChar char="●"/>
              <a:tabLst/>
              <a:defRPr/>
            </a:pPr>
            <a:r>
              <a:rPr kumimoji="0" lang="ru-RU" sz="1600" b="0" i="0" u="none" strike="noStrike" kern="0" cap="none" spc="0" normalizeH="0" baseline="0" noProof="0" dirty="0">
                <a:ln>
                  <a:noFill/>
                </a:ln>
                <a:solidFill>
                  <a:srgbClr val="EAE3FF"/>
                </a:solidFill>
                <a:effectLst/>
                <a:uLnTx/>
                <a:uFillTx/>
                <a:sym typeface="Quicksand"/>
              </a:rPr>
              <a:t>Език и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EAE3FF"/>
                </a:solidFill>
                <a:effectLst/>
                <a:uLnTx/>
                <a:uFillTx/>
                <a:latin typeface="Quicksand"/>
                <a:sym typeface="Quicksand"/>
              </a:rPr>
              <a:t>Framework: Python 3.11+,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EAE3FF"/>
                </a:solidFill>
                <a:effectLst/>
                <a:uLnTx/>
                <a:uFillTx/>
                <a:latin typeface="Quicksand"/>
                <a:sym typeface="Quicksand"/>
              </a:rPr>
              <a:t>FastAPI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EAE3FF"/>
              </a:solidFill>
              <a:effectLst/>
              <a:uLnTx/>
              <a:uFillTx/>
              <a:latin typeface="Quicksand"/>
              <a:sym typeface="Quicksand"/>
            </a:endParaRPr>
          </a:p>
          <a:p>
            <a:pPr marL="457200" marR="245595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85E3"/>
              </a:buClr>
              <a:buSzPts val="1400"/>
              <a:buFont typeface="Quicksand" panose="020B0604020202020204" charset="0"/>
              <a:buChar char="●"/>
              <a:tabLst/>
              <a:defRPr/>
            </a:pPr>
            <a:r>
              <a:rPr kumimoji="0" lang="ru-RU" sz="1600" b="0" i="0" u="none" strike="noStrike" kern="0" cap="none" spc="0" normalizeH="0" baseline="0" noProof="0" dirty="0">
                <a:ln>
                  <a:noFill/>
                </a:ln>
                <a:solidFill>
                  <a:srgbClr val="EAE3FF"/>
                </a:solidFill>
                <a:effectLst/>
                <a:uLnTx/>
                <a:uFillTx/>
                <a:sym typeface="Quicksand"/>
              </a:rPr>
              <a:t>Уеб сървър: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EAE3FF"/>
                </a:solidFill>
                <a:effectLst/>
                <a:uLnTx/>
                <a:uFillTx/>
                <a:latin typeface="Quicksand"/>
                <a:sym typeface="Quicksand"/>
              </a:rPr>
              <a:t>Uvicorn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EAE3FF"/>
                </a:solidFill>
                <a:effectLst/>
                <a:uLnTx/>
                <a:uFillTx/>
                <a:latin typeface="Quicksand"/>
                <a:sym typeface="Quicksand"/>
              </a:rPr>
              <a:t> &amp;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EAE3FF"/>
                </a:solidFill>
                <a:effectLst/>
                <a:uLnTx/>
                <a:uFillTx/>
                <a:latin typeface="Quicksand"/>
                <a:sym typeface="Quicksand"/>
              </a:rPr>
              <a:t>Gunicorn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EAE3FF"/>
              </a:solidFill>
              <a:effectLst/>
              <a:uLnTx/>
              <a:uFillTx/>
              <a:latin typeface="Quicksand"/>
              <a:sym typeface="Quicksand"/>
            </a:endParaRPr>
          </a:p>
          <a:p>
            <a:pPr marL="457200" marR="245595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85E3"/>
              </a:buClr>
              <a:buSzPts val="1400"/>
              <a:buFont typeface="Quicksand" panose="020B0604020202020204" charset="0"/>
              <a:buChar char="●"/>
              <a:tabLst/>
              <a:defRPr/>
            </a:pPr>
            <a:r>
              <a:rPr kumimoji="0" lang="ru-RU" sz="1600" b="0" i="0" u="none" strike="noStrike" kern="0" cap="none" spc="0" normalizeH="0" baseline="0" noProof="0" dirty="0">
                <a:ln>
                  <a:noFill/>
                </a:ln>
                <a:solidFill>
                  <a:srgbClr val="EAE3FF"/>
                </a:solidFill>
                <a:effectLst/>
                <a:uLnTx/>
                <a:uFillTx/>
                <a:sym typeface="Quicksand"/>
              </a:rPr>
              <a:t>База данни: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EAE3FF"/>
                </a:solidFill>
                <a:effectLst/>
                <a:uLnTx/>
                <a:uFillTx/>
                <a:latin typeface="Quicksand"/>
                <a:sym typeface="Quicksand"/>
              </a:rPr>
              <a:t>TimescaleDB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EAE3FF"/>
                </a:solidFill>
                <a:effectLst/>
                <a:uLnTx/>
                <a:uFillTx/>
                <a:latin typeface="Quicksand"/>
                <a:sym typeface="Quicksand"/>
              </a:rPr>
              <a:t> (PostgreSQL)</a:t>
            </a:r>
          </a:p>
          <a:p>
            <a:pPr marL="457200" marR="245595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85E3"/>
              </a:buClr>
              <a:buSzPts val="1400"/>
              <a:buFont typeface="Quicksand" panose="020B0604020202020204" charset="0"/>
              <a:buChar char="●"/>
              <a:tabLst/>
              <a:defRPr/>
            </a:pPr>
            <a:r>
              <a:rPr kumimoji="0" lang="ru-RU" sz="1600" b="0" i="0" u="none" strike="noStrike" kern="0" cap="none" spc="0" normalizeH="0" baseline="0" noProof="0" dirty="0">
                <a:ln>
                  <a:noFill/>
                </a:ln>
                <a:solidFill>
                  <a:srgbClr val="EAE3FF"/>
                </a:solidFill>
                <a:effectLst/>
                <a:uLnTx/>
                <a:uFillTx/>
                <a:sym typeface="Quicksand"/>
              </a:rPr>
              <a:t>Достъп до данни: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EAE3FF"/>
                </a:solidFill>
                <a:effectLst/>
                <a:uLnTx/>
                <a:uFillTx/>
                <a:latin typeface="Quicksand"/>
                <a:sym typeface="Quicksand"/>
              </a:rPr>
              <a:t>SQLAlchemy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EAE3FF"/>
                </a:solidFill>
                <a:effectLst/>
                <a:uLnTx/>
                <a:uFillTx/>
                <a:latin typeface="Quicksand"/>
                <a:sym typeface="Quicksand"/>
              </a:rPr>
              <a:t> &amp; Alembic</a:t>
            </a:r>
          </a:p>
          <a:p>
            <a:pPr marL="457200" marR="245595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85E3"/>
              </a:buClr>
              <a:buSzPts val="1400"/>
              <a:buFont typeface="Quicksand" panose="020B0604020202020204" charset="0"/>
              <a:buChar char="●"/>
              <a:tabLst/>
              <a:defRPr/>
            </a:pPr>
            <a:r>
              <a:rPr kumimoji="0" lang="ru-RU" sz="1600" b="0" i="0" u="none" strike="noStrike" kern="0" cap="none" spc="0" normalizeH="0" baseline="0" noProof="0" dirty="0">
                <a:ln>
                  <a:noFill/>
                </a:ln>
                <a:solidFill>
                  <a:srgbClr val="EAE3FF"/>
                </a:solidFill>
                <a:effectLst/>
                <a:uLnTx/>
                <a:uFillTx/>
                <a:sym typeface="Quicksand"/>
              </a:rPr>
              <a:t>Машинно обучение: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EAE3FF"/>
                </a:solidFill>
                <a:effectLst/>
                <a:uLnTx/>
                <a:uFillTx/>
                <a:latin typeface="Quicksand"/>
                <a:sym typeface="Quicksand"/>
              </a:rPr>
              <a:t>NumPy, Scikit-learn</a:t>
            </a:r>
          </a:p>
          <a:p>
            <a:pPr marL="457200" marR="245595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85E3"/>
              </a:buClr>
              <a:buSzPts val="1400"/>
              <a:buFont typeface="Quicksand" panose="020B0604020202020204" charset="0"/>
              <a:buChar char="●"/>
              <a:tabLst/>
              <a:defRPr/>
            </a:pPr>
            <a:r>
              <a:rPr kumimoji="0" lang="ru-RU" sz="1600" b="0" i="0" u="none" strike="noStrike" kern="0" cap="none" spc="0" normalizeH="0" baseline="0" noProof="0" dirty="0">
                <a:ln>
                  <a:noFill/>
                </a:ln>
                <a:solidFill>
                  <a:srgbClr val="EAE3FF"/>
                </a:solidFill>
                <a:effectLst/>
                <a:uLnTx/>
                <a:uFillTx/>
                <a:sym typeface="Quicksand"/>
              </a:rPr>
              <a:t>Контейнеризация: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EAE3FF"/>
                </a:solidFill>
                <a:effectLst/>
                <a:uLnTx/>
                <a:uFillTx/>
                <a:latin typeface="Quicksand"/>
                <a:sym typeface="Quicksand"/>
              </a:rPr>
              <a:t>Docker, Docker Compose</a:t>
            </a:r>
          </a:p>
        </p:txBody>
      </p:sp>
      <p:grpSp>
        <p:nvGrpSpPr>
          <p:cNvPr id="1383" name="Google Shape;1383;p43">
            <a:extLst>
              <a:ext uri="{FF2B5EF4-FFF2-40B4-BE49-F238E27FC236}">
                <a16:creationId xmlns:a16="http://schemas.microsoft.com/office/drawing/2014/main" id="{402E9C8D-4520-72F6-233C-34029DB89123}"/>
              </a:ext>
            </a:extLst>
          </p:cNvPr>
          <p:cNvGrpSpPr/>
          <p:nvPr/>
        </p:nvGrpSpPr>
        <p:grpSpPr>
          <a:xfrm>
            <a:off x="1242441" y="1956741"/>
            <a:ext cx="1633479" cy="1324481"/>
            <a:chOff x="6328637" y="1258062"/>
            <a:chExt cx="1534936" cy="1244579"/>
          </a:xfrm>
        </p:grpSpPr>
        <p:sp>
          <p:nvSpPr>
            <p:cNvPr id="1384" name="Google Shape;1384;p43">
              <a:extLst>
                <a:ext uri="{FF2B5EF4-FFF2-40B4-BE49-F238E27FC236}">
                  <a16:creationId xmlns:a16="http://schemas.microsoft.com/office/drawing/2014/main" id="{7F3D297E-7B10-2C9D-CBC4-1897F56FFCB6}"/>
                </a:ext>
              </a:extLst>
            </p:cNvPr>
            <p:cNvSpPr/>
            <p:nvPr/>
          </p:nvSpPr>
          <p:spPr>
            <a:xfrm>
              <a:off x="6328637" y="1258062"/>
              <a:ext cx="1534936" cy="1244579"/>
            </a:xfrm>
            <a:custGeom>
              <a:avLst/>
              <a:gdLst/>
              <a:ahLst/>
              <a:cxnLst/>
              <a:rect l="l" t="t" r="r" b="b"/>
              <a:pathLst>
                <a:path w="9341" h="7574" extrusionOk="0">
                  <a:moveTo>
                    <a:pt x="1" y="1"/>
                  </a:moveTo>
                  <a:lnTo>
                    <a:pt x="1" y="7574"/>
                  </a:lnTo>
                  <a:lnTo>
                    <a:pt x="9340" y="7574"/>
                  </a:lnTo>
                  <a:lnTo>
                    <a:pt x="93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43">
              <a:extLst>
                <a:ext uri="{FF2B5EF4-FFF2-40B4-BE49-F238E27FC236}">
                  <a16:creationId xmlns:a16="http://schemas.microsoft.com/office/drawing/2014/main" id="{AC06772E-B81E-2006-6F6D-671AD4B6CBD9}"/>
                </a:ext>
              </a:extLst>
            </p:cNvPr>
            <p:cNvSpPr/>
            <p:nvPr/>
          </p:nvSpPr>
          <p:spPr>
            <a:xfrm>
              <a:off x="7409724" y="1586101"/>
              <a:ext cx="256902" cy="358628"/>
            </a:xfrm>
            <a:custGeom>
              <a:avLst/>
              <a:gdLst/>
              <a:ahLst/>
              <a:cxnLst/>
              <a:rect l="l" t="t" r="r" b="b"/>
              <a:pathLst>
                <a:path w="2336" h="3261" extrusionOk="0">
                  <a:moveTo>
                    <a:pt x="711" y="0"/>
                  </a:moveTo>
                  <a:cubicBezTo>
                    <a:pt x="452" y="0"/>
                    <a:pt x="213" y="60"/>
                    <a:pt x="0" y="165"/>
                  </a:cubicBezTo>
                  <a:lnTo>
                    <a:pt x="120" y="165"/>
                  </a:lnTo>
                  <a:cubicBezTo>
                    <a:pt x="925" y="165"/>
                    <a:pt x="1590" y="817"/>
                    <a:pt x="1590" y="1636"/>
                  </a:cubicBezTo>
                  <a:cubicBezTo>
                    <a:pt x="1590" y="2441"/>
                    <a:pt x="925" y="3104"/>
                    <a:pt x="120" y="3104"/>
                  </a:cubicBezTo>
                  <a:cubicBezTo>
                    <a:pt x="71" y="3104"/>
                    <a:pt x="37" y="3104"/>
                    <a:pt x="0" y="3092"/>
                  </a:cubicBezTo>
                  <a:lnTo>
                    <a:pt x="0" y="3092"/>
                  </a:lnTo>
                  <a:cubicBezTo>
                    <a:pt x="213" y="3201"/>
                    <a:pt x="452" y="3260"/>
                    <a:pt x="711" y="3260"/>
                  </a:cubicBezTo>
                  <a:cubicBezTo>
                    <a:pt x="1613" y="3260"/>
                    <a:pt x="2336" y="2535"/>
                    <a:pt x="2336" y="1636"/>
                  </a:cubicBezTo>
                  <a:cubicBezTo>
                    <a:pt x="2336" y="734"/>
                    <a:pt x="1613" y="0"/>
                    <a:pt x="71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43">
              <a:extLst>
                <a:ext uri="{FF2B5EF4-FFF2-40B4-BE49-F238E27FC236}">
                  <a16:creationId xmlns:a16="http://schemas.microsoft.com/office/drawing/2014/main" id="{7A4ADEF7-0702-E9C6-6934-76BFD8B35723}"/>
                </a:ext>
              </a:extLst>
            </p:cNvPr>
            <p:cNvSpPr/>
            <p:nvPr/>
          </p:nvSpPr>
          <p:spPr>
            <a:xfrm>
              <a:off x="7099980" y="1435205"/>
              <a:ext cx="17583" cy="17583"/>
            </a:xfrm>
            <a:custGeom>
              <a:avLst/>
              <a:gdLst/>
              <a:ahLst/>
              <a:cxnLst/>
              <a:rect l="l" t="t" r="r" b="b"/>
              <a:pathLst>
                <a:path w="107" h="107" extrusionOk="0">
                  <a:moveTo>
                    <a:pt x="60" y="1"/>
                  </a:moveTo>
                  <a:cubicBezTo>
                    <a:pt x="24" y="1"/>
                    <a:pt x="1" y="24"/>
                    <a:pt x="1" y="61"/>
                  </a:cubicBezTo>
                  <a:cubicBezTo>
                    <a:pt x="1" y="83"/>
                    <a:pt x="24" y="106"/>
                    <a:pt x="60" y="106"/>
                  </a:cubicBezTo>
                  <a:cubicBezTo>
                    <a:pt x="83" y="106"/>
                    <a:pt x="106" y="83"/>
                    <a:pt x="106" y="61"/>
                  </a:cubicBezTo>
                  <a:cubicBezTo>
                    <a:pt x="106" y="24"/>
                    <a:pt x="83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43">
              <a:extLst>
                <a:ext uri="{FF2B5EF4-FFF2-40B4-BE49-F238E27FC236}">
                  <a16:creationId xmlns:a16="http://schemas.microsoft.com/office/drawing/2014/main" id="{3B4D6372-ECCF-3A40-2108-F5AEDD8AF7F4}"/>
                </a:ext>
              </a:extLst>
            </p:cNvPr>
            <p:cNvSpPr/>
            <p:nvPr/>
          </p:nvSpPr>
          <p:spPr>
            <a:xfrm>
              <a:off x="6969670" y="1499292"/>
              <a:ext cx="30893" cy="31550"/>
            </a:xfrm>
            <a:custGeom>
              <a:avLst/>
              <a:gdLst/>
              <a:ahLst/>
              <a:cxnLst/>
              <a:rect l="l" t="t" r="r" b="b"/>
              <a:pathLst>
                <a:path w="188" h="192" extrusionOk="0">
                  <a:moveTo>
                    <a:pt x="94" y="1"/>
                  </a:moveTo>
                  <a:cubicBezTo>
                    <a:pt x="46" y="1"/>
                    <a:pt x="0" y="49"/>
                    <a:pt x="0" y="97"/>
                  </a:cubicBezTo>
                  <a:cubicBezTo>
                    <a:pt x="0" y="143"/>
                    <a:pt x="46" y="191"/>
                    <a:pt x="94" y="191"/>
                  </a:cubicBezTo>
                  <a:cubicBezTo>
                    <a:pt x="142" y="191"/>
                    <a:pt x="188" y="143"/>
                    <a:pt x="188" y="97"/>
                  </a:cubicBezTo>
                  <a:cubicBezTo>
                    <a:pt x="188" y="49"/>
                    <a:pt x="142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43">
              <a:extLst>
                <a:ext uri="{FF2B5EF4-FFF2-40B4-BE49-F238E27FC236}">
                  <a16:creationId xmlns:a16="http://schemas.microsoft.com/office/drawing/2014/main" id="{27ACA239-4935-C00F-0E27-1D21451A0B65}"/>
                </a:ext>
              </a:extLst>
            </p:cNvPr>
            <p:cNvSpPr/>
            <p:nvPr/>
          </p:nvSpPr>
          <p:spPr>
            <a:xfrm>
              <a:off x="7162260" y="1546125"/>
              <a:ext cx="13639" cy="13639"/>
            </a:xfrm>
            <a:custGeom>
              <a:avLst/>
              <a:gdLst/>
              <a:ahLst/>
              <a:cxnLst/>
              <a:rect l="l" t="t" r="r" b="b"/>
              <a:pathLst>
                <a:path w="83" h="83" extrusionOk="0">
                  <a:moveTo>
                    <a:pt x="48" y="0"/>
                  </a:moveTo>
                  <a:cubicBezTo>
                    <a:pt x="23" y="0"/>
                    <a:pt x="0" y="12"/>
                    <a:pt x="0" y="37"/>
                  </a:cubicBezTo>
                  <a:cubicBezTo>
                    <a:pt x="0" y="60"/>
                    <a:pt x="23" y="83"/>
                    <a:pt x="48" y="83"/>
                  </a:cubicBezTo>
                  <a:cubicBezTo>
                    <a:pt x="71" y="83"/>
                    <a:pt x="83" y="60"/>
                    <a:pt x="83" y="37"/>
                  </a:cubicBezTo>
                  <a:cubicBezTo>
                    <a:pt x="83" y="12"/>
                    <a:pt x="71" y="0"/>
                    <a:pt x="48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43">
              <a:extLst>
                <a:ext uri="{FF2B5EF4-FFF2-40B4-BE49-F238E27FC236}">
                  <a16:creationId xmlns:a16="http://schemas.microsoft.com/office/drawing/2014/main" id="{3A1E3ED8-8253-3DBF-A9B1-6364DE321F9C}"/>
                </a:ext>
              </a:extLst>
            </p:cNvPr>
            <p:cNvSpPr/>
            <p:nvPr/>
          </p:nvSpPr>
          <p:spPr>
            <a:xfrm>
              <a:off x="6661560" y="1522626"/>
              <a:ext cx="56691" cy="54884"/>
            </a:xfrm>
            <a:custGeom>
              <a:avLst/>
              <a:gdLst/>
              <a:ahLst/>
              <a:cxnLst/>
              <a:rect l="l" t="t" r="r" b="b"/>
              <a:pathLst>
                <a:path w="345" h="334" extrusionOk="0">
                  <a:moveTo>
                    <a:pt x="168" y="1"/>
                  </a:moveTo>
                  <a:cubicBezTo>
                    <a:pt x="71" y="1"/>
                    <a:pt x="0" y="72"/>
                    <a:pt x="0" y="169"/>
                  </a:cubicBezTo>
                  <a:cubicBezTo>
                    <a:pt x="0" y="263"/>
                    <a:pt x="71" y="334"/>
                    <a:pt x="168" y="334"/>
                  </a:cubicBezTo>
                  <a:cubicBezTo>
                    <a:pt x="262" y="334"/>
                    <a:pt x="344" y="263"/>
                    <a:pt x="344" y="169"/>
                  </a:cubicBezTo>
                  <a:cubicBezTo>
                    <a:pt x="344" y="72"/>
                    <a:pt x="262" y="1"/>
                    <a:pt x="16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43">
              <a:extLst>
                <a:ext uri="{FF2B5EF4-FFF2-40B4-BE49-F238E27FC236}">
                  <a16:creationId xmlns:a16="http://schemas.microsoft.com/office/drawing/2014/main" id="{D9412CF4-2FCD-6FC9-C3DB-843528AAAE1B}"/>
                </a:ext>
              </a:extLst>
            </p:cNvPr>
            <p:cNvSpPr/>
            <p:nvPr/>
          </p:nvSpPr>
          <p:spPr>
            <a:xfrm>
              <a:off x="7039673" y="1791463"/>
              <a:ext cx="23498" cy="23498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8"/>
                    <a:pt x="1" y="72"/>
                  </a:cubicBezTo>
                  <a:cubicBezTo>
                    <a:pt x="1" y="120"/>
                    <a:pt x="35" y="143"/>
                    <a:pt x="72" y="143"/>
                  </a:cubicBezTo>
                  <a:cubicBezTo>
                    <a:pt x="106" y="143"/>
                    <a:pt x="143" y="120"/>
                    <a:pt x="143" y="72"/>
                  </a:cubicBezTo>
                  <a:cubicBezTo>
                    <a:pt x="143" y="38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43">
              <a:extLst>
                <a:ext uri="{FF2B5EF4-FFF2-40B4-BE49-F238E27FC236}">
                  <a16:creationId xmlns:a16="http://schemas.microsoft.com/office/drawing/2014/main" id="{2CCEDD17-2FFD-C96B-2E41-21CFB467BDC4}"/>
                </a:ext>
              </a:extLst>
            </p:cNvPr>
            <p:cNvSpPr/>
            <p:nvPr/>
          </p:nvSpPr>
          <p:spPr>
            <a:xfrm>
              <a:off x="6873704" y="1678900"/>
              <a:ext cx="35329" cy="36973"/>
            </a:xfrm>
            <a:custGeom>
              <a:avLst/>
              <a:gdLst/>
              <a:ahLst/>
              <a:cxnLst/>
              <a:rect l="l" t="t" r="r" b="b"/>
              <a:pathLst>
                <a:path w="215" h="225" extrusionOk="0">
                  <a:moveTo>
                    <a:pt x="109" y="0"/>
                  </a:moveTo>
                  <a:cubicBezTo>
                    <a:pt x="49" y="0"/>
                    <a:pt x="1" y="46"/>
                    <a:pt x="1" y="117"/>
                  </a:cubicBezTo>
                  <a:cubicBezTo>
                    <a:pt x="1" y="177"/>
                    <a:pt x="49" y="225"/>
                    <a:pt x="109" y="225"/>
                  </a:cubicBezTo>
                  <a:cubicBezTo>
                    <a:pt x="169" y="225"/>
                    <a:pt x="214" y="177"/>
                    <a:pt x="214" y="117"/>
                  </a:cubicBezTo>
                  <a:cubicBezTo>
                    <a:pt x="214" y="46"/>
                    <a:pt x="169" y="0"/>
                    <a:pt x="109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43">
              <a:extLst>
                <a:ext uri="{FF2B5EF4-FFF2-40B4-BE49-F238E27FC236}">
                  <a16:creationId xmlns:a16="http://schemas.microsoft.com/office/drawing/2014/main" id="{03F83245-2536-DB42-9923-94E9F1D1965B}"/>
                </a:ext>
              </a:extLst>
            </p:cNvPr>
            <p:cNvSpPr/>
            <p:nvPr/>
          </p:nvSpPr>
          <p:spPr>
            <a:xfrm>
              <a:off x="7298650" y="1684487"/>
              <a:ext cx="31057" cy="31386"/>
            </a:xfrm>
            <a:custGeom>
              <a:avLst/>
              <a:gdLst/>
              <a:ahLst/>
              <a:cxnLst/>
              <a:rect l="l" t="t" r="r" b="b"/>
              <a:pathLst>
                <a:path w="189" h="191" extrusionOk="0">
                  <a:moveTo>
                    <a:pt x="95" y="0"/>
                  </a:moveTo>
                  <a:cubicBezTo>
                    <a:pt x="35" y="0"/>
                    <a:pt x="1" y="37"/>
                    <a:pt x="1" y="94"/>
                  </a:cubicBezTo>
                  <a:cubicBezTo>
                    <a:pt x="1" y="143"/>
                    <a:pt x="35" y="191"/>
                    <a:pt x="95" y="191"/>
                  </a:cubicBezTo>
                  <a:cubicBezTo>
                    <a:pt x="143" y="191"/>
                    <a:pt x="189" y="143"/>
                    <a:pt x="189" y="94"/>
                  </a:cubicBezTo>
                  <a:cubicBezTo>
                    <a:pt x="189" y="37"/>
                    <a:pt x="143" y="0"/>
                    <a:pt x="95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43">
              <a:extLst>
                <a:ext uri="{FF2B5EF4-FFF2-40B4-BE49-F238E27FC236}">
                  <a16:creationId xmlns:a16="http://schemas.microsoft.com/office/drawing/2014/main" id="{341A7DA0-BE36-4348-1494-B66F7A301E65}"/>
                </a:ext>
              </a:extLst>
            </p:cNvPr>
            <p:cNvSpPr/>
            <p:nvPr/>
          </p:nvSpPr>
          <p:spPr>
            <a:xfrm>
              <a:off x="7138761" y="2017739"/>
              <a:ext cx="23662" cy="23498"/>
            </a:xfrm>
            <a:custGeom>
              <a:avLst/>
              <a:gdLst/>
              <a:ahLst/>
              <a:cxnLst/>
              <a:rect l="l" t="t" r="r" b="b"/>
              <a:pathLst>
                <a:path w="144" h="143" extrusionOk="0">
                  <a:moveTo>
                    <a:pt x="72" y="1"/>
                  </a:moveTo>
                  <a:cubicBezTo>
                    <a:pt x="38" y="1"/>
                    <a:pt x="1" y="35"/>
                    <a:pt x="1" y="72"/>
                  </a:cubicBezTo>
                  <a:cubicBezTo>
                    <a:pt x="1" y="106"/>
                    <a:pt x="38" y="143"/>
                    <a:pt x="72" y="143"/>
                  </a:cubicBezTo>
                  <a:cubicBezTo>
                    <a:pt x="109" y="143"/>
                    <a:pt x="143" y="106"/>
                    <a:pt x="143" y="72"/>
                  </a:cubicBezTo>
                  <a:cubicBezTo>
                    <a:pt x="143" y="35"/>
                    <a:pt x="109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43">
              <a:extLst>
                <a:ext uri="{FF2B5EF4-FFF2-40B4-BE49-F238E27FC236}">
                  <a16:creationId xmlns:a16="http://schemas.microsoft.com/office/drawing/2014/main" id="{DD2986B2-4741-5F7C-8245-0B714CCB1945}"/>
                </a:ext>
              </a:extLst>
            </p:cNvPr>
            <p:cNvSpPr/>
            <p:nvPr/>
          </p:nvSpPr>
          <p:spPr>
            <a:xfrm>
              <a:off x="7676434" y="1353535"/>
              <a:ext cx="13803" cy="11831"/>
            </a:xfrm>
            <a:custGeom>
              <a:avLst/>
              <a:gdLst/>
              <a:ahLst/>
              <a:cxnLst/>
              <a:rect l="l" t="t" r="r" b="b"/>
              <a:pathLst>
                <a:path w="84" h="72" extrusionOk="0">
                  <a:moveTo>
                    <a:pt x="49" y="0"/>
                  </a:moveTo>
                  <a:cubicBezTo>
                    <a:pt x="23" y="0"/>
                    <a:pt x="1" y="11"/>
                    <a:pt x="1" y="34"/>
                  </a:cubicBezTo>
                  <a:cubicBezTo>
                    <a:pt x="1" y="60"/>
                    <a:pt x="23" y="71"/>
                    <a:pt x="49" y="71"/>
                  </a:cubicBezTo>
                  <a:cubicBezTo>
                    <a:pt x="60" y="71"/>
                    <a:pt x="83" y="60"/>
                    <a:pt x="83" y="34"/>
                  </a:cubicBezTo>
                  <a:cubicBezTo>
                    <a:pt x="83" y="11"/>
                    <a:pt x="60" y="0"/>
                    <a:pt x="49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43">
              <a:extLst>
                <a:ext uri="{FF2B5EF4-FFF2-40B4-BE49-F238E27FC236}">
                  <a16:creationId xmlns:a16="http://schemas.microsoft.com/office/drawing/2014/main" id="{2633910B-FB76-F451-1DC8-50BE3AD581A4}"/>
                </a:ext>
              </a:extLst>
            </p:cNvPr>
            <p:cNvSpPr/>
            <p:nvPr/>
          </p:nvSpPr>
          <p:spPr>
            <a:xfrm>
              <a:off x="7493211" y="1281396"/>
              <a:ext cx="19719" cy="17583"/>
            </a:xfrm>
            <a:custGeom>
              <a:avLst/>
              <a:gdLst/>
              <a:ahLst/>
              <a:cxnLst/>
              <a:rect l="l" t="t" r="r" b="b"/>
              <a:pathLst>
                <a:path w="120" h="107" extrusionOk="0">
                  <a:moveTo>
                    <a:pt x="60" y="1"/>
                  </a:moveTo>
                  <a:cubicBezTo>
                    <a:pt x="26" y="1"/>
                    <a:pt x="0" y="24"/>
                    <a:pt x="0" y="58"/>
                  </a:cubicBezTo>
                  <a:cubicBezTo>
                    <a:pt x="0" y="83"/>
                    <a:pt x="26" y="106"/>
                    <a:pt x="60" y="106"/>
                  </a:cubicBezTo>
                  <a:cubicBezTo>
                    <a:pt x="97" y="106"/>
                    <a:pt x="120" y="83"/>
                    <a:pt x="120" y="58"/>
                  </a:cubicBezTo>
                  <a:cubicBezTo>
                    <a:pt x="120" y="24"/>
                    <a:pt x="97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43">
              <a:extLst>
                <a:ext uri="{FF2B5EF4-FFF2-40B4-BE49-F238E27FC236}">
                  <a16:creationId xmlns:a16="http://schemas.microsoft.com/office/drawing/2014/main" id="{B3C1A70E-AA20-3913-B4ED-8BE699512FD2}"/>
                </a:ext>
              </a:extLst>
            </p:cNvPr>
            <p:cNvSpPr/>
            <p:nvPr/>
          </p:nvSpPr>
          <p:spPr>
            <a:xfrm>
              <a:off x="7329543" y="1353535"/>
              <a:ext cx="27771" cy="27278"/>
            </a:xfrm>
            <a:custGeom>
              <a:avLst/>
              <a:gdLst/>
              <a:ahLst/>
              <a:cxnLst/>
              <a:rect l="l" t="t" r="r" b="b"/>
              <a:pathLst>
                <a:path w="169" h="166" extrusionOk="0">
                  <a:moveTo>
                    <a:pt x="86" y="0"/>
                  </a:moveTo>
                  <a:cubicBezTo>
                    <a:pt x="38" y="0"/>
                    <a:pt x="1" y="34"/>
                    <a:pt x="1" y="83"/>
                  </a:cubicBezTo>
                  <a:cubicBezTo>
                    <a:pt x="1" y="131"/>
                    <a:pt x="38" y="165"/>
                    <a:pt x="86" y="165"/>
                  </a:cubicBezTo>
                  <a:cubicBezTo>
                    <a:pt x="131" y="165"/>
                    <a:pt x="168" y="131"/>
                    <a:pt x="168" y="83"/>
                  </a:cubicBezTo>
                  <a:cubicBezTo>
                    <a:pt x="168" y="34"/>
                    <a:pt x="131" y="0"/>
                    <a:pt x="86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43">
              <a:extLst>
                <a:ext uri="{FF2B5EF4-FFF2-40B4-BE49-F238E27FC236}">
                  <a16:creationId xmlns:a16="http://schemas.microsoft.com/office/drawing/2014/main" id="{0795AD6B-D61B-053A-1C85-CB48222D385D}"/>
                </a:ext>
              </a:extLst>
            </p:cNvPr>
            <p:cNvSpPr/>
            <p:nvPr/>
          </p:nvSpPr>
          <p:spPr>
            <a:xfrm>
              <a:off x="7771742" y="1530678"/>
              <a:ext cx="29742" cy="29085"/>
            </a:xfrm>
            <a:custGeom>
              <a:avLst/>
              <a:gdLst/>
              <a:ahLst/>
              <a:cxnLst/>
              <a:rect l="l" t="t" r="r" b="b"/>
              <a:pathLst>
                <a:path w="181" h="177" extrusionOk="0">
                  <a:moveTo>
                    <a:pt x="98" y="0"/>
                  </a:moveTo>
                  <a:cubicBezTo>
                    <a:pt x="38" y="0"/>
                    <a:pt x="1" y="34"/>
                    <a:pt x="1" y="94"/>
                  </a:cubicBezTo>
                  <a:cubicBezTo>
                    <a:pt x="1" y="143"/>
                    <a:pt x="38" y="177"/>
                    <a:pt x="98" y="177"/>
                  </a:cubicBezTo>
                  <a:cubicBezTo>
                    <a:pt x="143" y="177"/>
                    <a:pt x="180" y="143"/>
                    <a:pt x="180" y="94"/>
                  </a:cubicBezTo>
                  <a:cubicBezTo>
                    <a:pt x="180" y="34"/>
                    <a:pt x="143" y="0"/>
                    <a:pt x="98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43">
              <a:extLst>
                <a:ext uri="{FF2B5EF4-FFF2-40B4-BE49-F238E27FC236}">
                  <a16:creationId xmlns:a16="http://schemas.microsoft.com/office/drawing/2014/main" id="{F15B88DB-42B4-588E-821C-35EF0E8D31AF}"/>
                </a:ext>
              </a:extLst>
            </p:cNvPr>
            <p:cNvSpPr/>
            <p:nvPr/>
          </p:nvSpPr>
          <p:spPr>
            <a:xfrm>
              <a:off x="7818575" y="1343676"/>
              <a:ext cx="33357" cy="33357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7" y="0"/>
                  </a:moveTo>
                  <a:cubicBezTo>
                    <a:pt x="49" y="0"/>
                    <a:pt x="0" y="49"/>
                    <a:pt x="0" y="106"/>
                  </a:cubicBezTo>
                  <a:cubicBezTo>
                    <a:pt x="0" y="165"/>
                    <a:pt x="49" y="202"/>
                    <a:pt x="97" y="202"/>
                  </a:cubicBezTo>
                  <a:cubicBezTo>
                    <a:pt x="154" y="202"/>
                    <a:pt x="202" y="165"/>
                    <a:pt x="202" y="106"/>
                  </a:cubicBezTo>
                  <a:cubicBezTo>
                    <a:pt x="202" y="49"/>
                    <a:pt x="154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43">
              <a:extLst>
                <a:ext uri="{FF2B5EF4-FFF2-40B4-BE49-F238E27FC236}">
                  <a16:creationId xmlns:a16="http://schemas.microsoft.com/office/drawing/2014/main" id="{C522CD13-140B-55BF-B3BF-296B4443E24F}"/>
                </a:ext>
              </a:extLst>
            </p:cNvPr>
            <p:cNvSpPr/>
            <p:nvPr/>
          </p:nvSpPr>
          <p:spPr>
            <a:xfrm>
              <a:off x="6821449" y="1295035"/>
              <a:ext cx="21691" cy="2169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71" y="0"/>
                  </a:moveTo>
                  <a:cubicBezTo>
                    <a:pt x="34" y="0"/>
                    <a:pt x="0" y="35"/>
                    <a:pt x="0" y="72"/>
                  </a:cubicBezTo>
                  <a:cubicBezTo>
                    <a:pt x="0" y="106"/>
                    <a:pt x="34" y="131"/>
                    <a:pt x="71" y="131"/>
                  </a:cubicBezTo>
                  <a:cubicBezTo>
                    <a:pt x="105" y="131"/>
                    <a:pt x="131" y="106"/>
                    <a:pt x="131" y="72"/>
                  </a:cubicBezTo>
                  <a:cubicBezTo>
                    <a:pt x="131" y="35"/>
                    <a:pt x="105" y="0"/>
                    <a:pt x="71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43">
              <a:extLst>
                <a:ext uri="{FF2B5EF4-FFF2-40B4-BE49-F238E27FC236}">
                  <a16:creationId xmlns:a16="http://schemas.microsoft.com/office/drawing/2014/main" id="{01534B6E-9AF5-E6E1-94A8-2B888FAC8CA6}"/>
                </a:ext>
              </a:extLst>
            </p:cNvPr>
            <p:cNvSpPr/>
            <p:nvPr/>
          </p:nvSpPr>
          <p:spPr>
            <a:xfrm>
              <a:off x="6599281" y="1322149"/>
              <a:ext cx="25470" cy="23498"/>
            </a:xfrm>
            <a:custGeom>
              <a:avLst/>
              <a:gdLst/>
              <a:ahLst/>
              <a:cxnLst/>
              <a:rect l="l" t="t" r="r" b="b"/>
              <a:pathLst>
                <a:path w="155" h="143" extrusionOk="0">
                  <a:moveTo>
                    <a:pt x="72" y="0"/>
                  </a:moveTo>
                  <a:cubicBezTo>
                    <a:pt x="35" y="0"/>
                    <a:pt x="1" y="37"/>
                    <a:pt x="1" y="72"/>
                  </a:cubicBezTo>
                  <a:cubicBezTo>
                    <a:pt x="1" y="120"/>
                    <a:pt x="35" y="143"/>
                    <a:pt x="72" y="143"/>
                  </a:cubicBezTo>
                  <a:cubicBezTo>
                    <a:pt x="120" y="143"/>
                    <a:pt x="154" y="120"/>
                    <a:pt x="154" y="72"/>
                  </a:cubicBezTo>
                  <a:cubicBezTo>
                    <a:pt x="154" y="37"/>
                    <a:pt x="120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43">
              <a:extLst>
                <a:ext uri="{FF2B5EF4-FFF2-40B4-BE49-F238E27FC236}">
                  <a16:creationId xmlns:a16="http://schemas.microsoft.com/office/drawing/2014/main" id="{972CAD41-03BE-1FA2-7A18-AC6C6FDC2B15}"/>
                </a:ext>
              </a:extLst>
            </p:cNvPr>
            <p:cNvSpPr/>
            <p:nvPr/>
          </p:nvSpPr>
          <p:spPr>
            <a:xfrm>
              <a:off x="6821449" y="1445065"/>
              <a:ext cx="21691" cy="21198"/>
            </a:xfrm>
            <a:custGeom>
              <a:avLst/>
              <a:gdLst/>
              <a:ahLst/>
              <a:cxnLst/>
              <a:rect l="l" t="t" r="r" b="b"/>
              <a:pathLst>
                <a:path w="132" h="129" extrusionOk="0">
                  <a:moveTo>
                    <a:pt x="71" y="1"/>
                  </a:moveTo>
                  <a:cubicBezTo>
                    <a:pt x="34" y="1"/>
                    <a:pt x="0" y="23"/>
                    <a:pt x="0" y="58"/>
                  </a:cubicBezTo>
                  <a:cubicBezTo>
                    <a:pt x="0" y="95"/>
                    <a:pt x="34" y="129"/>
                    <a:pt x="71" y="129"/>
                  </a:cubicBezTo>
                  <a:cubicBezTo>
                    <a:pt x="105" y="129"/>
                    <a:pt x="131" y="95"/>
                    <a:pt x="131" y="58"/>
                  </a:cubicBezTo>
                  <a:cubicBezTo>
                    <a:pt x="131" y="23"/>
                    <a:pt x="105" y="1"/>
                    <a:pt x="7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43">
              <a:extLst>
                <a:ext uri="{FF2B5EF4-FFF2-40B4-BE49-F238E27FC236}">
                  <a16:creationId xmlns:a16="http://schemas.microsoft.com/office/drawing/2014/main" id="{BA0783AC-C1D1-F879-522F-D499B07D80BD}"/>
                </a:ext>
              </a:extLst>
            </p:cNvPr>
            <p:cNvSpPr/>
            <p:nvPr/>
          </p:nvSpPr>
          <p:spPr>
            <a:xfrm>
              <a:off x="6424110" y="1499292"/>
              <a:ext cx="48639" cy="48804"/>
            </a:xfrm>
            <a:custGeom>
              <a:avLst/>
              <a:gdLst/>
              <a:ahLst/>
              <a:cxnLst/>
              <a:rect l="l" t="t" r="r" b="b"/>
              <a:pathLst>
                <a:path w="296" h="297" extrusionOk="0">
                  <a:moveTo>
                    <a:pt x="142" y="1"/>
                  </a:moveTo>
                  <a:cubicBezTo>
                    <a:pt x="60" y="1"/>
                    <a:pt x="0" y="72"/>
                    <a:pt x="0" y="154"/>
                  </a:cubicBezTo>
                  <a:cubicBezTo>
                    <a:pt x="0" y="240"/>
                    <a:pt x="60" y="297"/>
                    <a:pt x="142" y="297"/>
                  </a:cubicBezTo>
                  <a:cubicBezTo>
                    <a:pt x="225" y="297"/>
                    <a:pt x="296" y="240"/>
                    <a:pt x="296" y="154"/>
                  </a:cubicBezTo>
                  <a:cubicBezTo>
                    <a:pt x="296" y="72"/>
                    <a:pt x="225" y="1"/>
                    <a:pt x="14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43">
              <a:extLst>
                <a:ext uri="{FF2B5EF4-FFF2-40B4-BE49-F238E27FC236}">
                  <a16:creationId xmlns:a16="http://schemas.microsoft.com/office/drawing/2014/main" id="{9DB5E0A1-5118-D15F-4835-C0433D217E92}"/>
                </a:ext>
              </a:extLst>
            </p:cNvPr>
            <p:cNvSpPr/>
            <p:nvPr/>
          </p:nvSpPr>
          <p:spPr>
            <a:xfrm>
              <a:off x="6424110" y="1333816"/>
              <a:ext cx="29085" cy="29578"/>
            </a:xfrm>
            <a:custGeom>
              <a:avLst/>
              <a:gdLst/>
              <a:ahLst/>
              <a:cxnLst/>
              <a:rect l="l" t="t" r="r" b="b"/>
              <a:pathLst>
                <a:path w="177" h="180" extrusionOk="0">
                  <a:moveTo>
                    <a:pt x="83" y="1"/>
                  </a:moveTo>
                  <a:cubicBezTo>
                    <a:pt x="34" y="1"/>
                    <a:pt x="0" y="38"/>
                    <a:pt x="0" y="94"/>
                  </a:cubicBezTo>
                  <a:cubicBezTo>
                    <a:pt x="0" y="143"/>
                    <a:pt x="34" y="180"/>
                    <a:pt x="83" y="180"/>
                  </a:cubicBezTo>
                  <a:cubicBezTo>
                    <a:pt x="131" y="180"/>
                    <a:pt x="176" y="143"/>
                    <a:pt x="176" y="94"/>
                  </a:cubicBezTo>
                  <a:cubicBezTo>
                    <a:pt x="176" y="38"/>
                    <a:pt x="131" y="1"/>
                    <a:pt x="8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43">
              <a:extLst>
                <a:ext uri="{FF2B5EF4-FFF2-40B4-BE49-F238E27FC236}">
                  <a16:creationId xmlns:a16="http://schemas.microsoft.com/office/drawing/2014/main" id="{CAE6BC88-7CEA-5142-B56F-D0BCC8F7F872}"/>
                </a:ext>
              </a:extLst>
            </p:cNvPr>
            <p:cNvSpPr/>
            <p:nvPr/>
          </p:nvSpPr>
          <p:spPr>
            <a:xfrm>
              <a:off x="6519419" y="1697962"/>
              <a:ext cx="29578" cy="29578"/>
            </a:xfrm>
            <a:custGeom>
              <a:avLst/>
              <a:gdLst/>
              <a:ahLst/>
              <a:cxnLst/>
              <a:rect l="l" t="t" r="r" b="b"/>
              <a:pathLst>
                <a:path w="180" h="180" extrusionOk="0">
                  <a:moveTo>
                    <a:pt x="94" y="1"/>
                  </a:moveTo>
                  <a:cubicBezTo>
                    <a:pt x="49" y="1"/>
                    <a:pt x="0" y="38"/>
                    <a:pt x="0" y="83"/>
                  </a:cubicBezTo>
                  <a:cubicBezTo>
                    <a:pt x="0" y="132"/>
                    <a:pt x="49" y="180"/>
                    <a:pt x="94" y="180"/>
                  </a:cubicBezTo>
                  <a:cubicBezTo>
                    <a:pt x="143" y="180"/>
                    <a:pt x="180" y="132"/>
                    <a:pt x="180" y="83"/>
                  </a:cubicBezTo>
                  <a:cubicBezTo>
                    <a:pt x="180" y="38"/>
                    <a:pt x="143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43">
              <a:extLst>
                <a:ext uri="{FF2B5EF4-FFF2-40B4-BE49-F238E27FC236}">
                  <a16:creationId xmlns:a16="http://schemas.microsoft.com/office/drawing/2014/main" id="{712627D1-288A-61E1-8417-54FB3FDA9094}"/>
                </a:ext>
              </a:extLst>
            </p:cNvPr>
            <p:cNvSpPr/>
            <p:nvPr/>
          </p:nvSpPr>
          <p:spPr>
            <a:xfrm>
              <a:off x="6718088" y="1774209"/>
              <a:ext cx="29578" cy="29085"/>
            </a:xfrm>
            <a:custGeom>
              <a:avLst/>
              <a:gdLst/>
              <a:ahLst/>
              <a:cxnLst/>
              <a:rect l="l" t="t" r="r" b="b"/>
              <a:pathLst>
                <a:path w="180" h="177" extrusionOk="0">
                  <a:moveTo>
                    <a:pt x="83" y="0"/>
                  </a:moveTo>
                  <a:cubicBezTo>
                    <a:pt x="37" y="0"/>
                    <a:pt x="0" y="46"/>
                    <a:pt x="0" y="94"/>
                  </a:cubicBezTo>
                  <a:cubicBezTo>
                    <a:pt x="0" y="143"/>
                    <a:pt x="37" y="177"/>
                    <a:pt x="83" y="177"/>
                  </a:cubicBezTo>
                  <a:cubicBezTo>
                    <a:pt x="131" y="177"/>
                    <a:pt x="180" y="143"/>
                    <a:pt x="180" y="94"/>
                  </a:cubicBezTo>
                  <a:cubicBezTo>
                    <a:pt x="180" y="46"/>
                    <a:pt x="131" y="0"/>
                    <a:pt x="83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43">
              <a:extLst>
                <a:ext uri="{FF2B5EF4-FFF2-40B4-BE49-F238E27FC236}">
                  <a16:creationId xmlns:a16="http://schemas.microsoft.com/office/drawing/2014/main" id="{EC2AC8C3-49F9-384C-8C45-8B1DBACBD239}"/>
                </a:ext>
              </a:extLst>
            </p:cNvPr>
            <p:cNvSpPr/>
            <p:nvPr/>
          </p:nvSpPr>
          <p:spPr>
            <a:xfrm>
              <a:off x="6905090" y="2177135"/>
              <a:ext cx="45024" cy="45024"/>
            </a:xfrm>
            <a:custGeom>
              <a:avLst/>
              <a:gdLst/>
              <a:ahLst/>
              <a:cxnLst/>
              <a:rect l="l" t="t" r="r" b="b"/>
              <a:pathLst>
                <a:path w="274" h="274" extrusionOk="0">
                  <a:moveTo>
                    <a:pt x="143" y="1"/>
                  </a:moveTo>
                  <a:cubicBezTo>
                    <a:pt x="60" y="1"/>
                    <a:pt x="0" y="61"/>
                    <a:pt x="0" y="132"/>
                  </a:cubicBezTo>
                  <a:cubicBezTo>
                    <a:pt x="0" y="214"/>
                    <a:pt x="60" y="274"/>
                    <a:pt x="143" y="274"/>
                  </a:cubicBezTo>
                  <a:cubicBezTo>
                    <a:pt x="214" y="274"/>
                    <a:pt x="274" y="214"/>
                    <a:pt x="274" y="132"/>
                  </a:cubicBezTo>
                  <a:cubicBezTo>
                    <a:pt x="274" y="61"/>
                    <a:pt x="214" y="1"/>
                    <a:pt x="14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43">
              <a:extLst>
                <a:ext uri="{FF2B5EF4-FFF2-40B4-BE49-F238E27FC236}">
                  <a16:creationId xmlns:a16="http://schemas.microsoft.com/office/drawing/2014/main" id="{A7AFBA21-8A52-B047-E702-26918CCE58FF}"/>
                </a:ext>
              </a:extLst>
            </p:cNvPr>
            <p:cNvSpPr/>
            <p:nvPr/>
          </p:nvSpPr>
          <p:spPr>
            <a:xfrm>
              <a:off x="7275315" y="2282303"/>
              <a:ext cx="21691" cy="2169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0" y="1"/>
                  </a:moveTo>
                  <a:cubicBezTo>
                    <a:pt x="23" y="1"/>
                    <a:pt x="1" y="26"/>
                    <a:pt x="1" y="72"/>
                  </a:cubicBezTo>
                  <a:cubicBezTo>
                    <a:pt x="1" y="109"/>
                    <a:pt x="23" y="132"/>
                    <a:pt x="60" y="132"/>
                  </a:cubicBezTo>
                  <a:cubicBezTo>
                    <a:pt x="94" y="132"/>
                    <a:pt x="131" y="109"/>
                    <a:pt x="131" y="72"/>
                  </a:cubicBezTo>
                  <a:cubicBezTo>
                    <a:pt x="131" y="26"/>
                    <a:pt x="94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43">
              <a:extLst>
                <a:ext uri="{FF2B5EF4-FFF2-40B4-BE49-F238E27FC236}">
                  <a16:creationId xmlns:a16="http://schemas.microsoft.com/office/drawing/2014/main" id="{C679228C-9C19-DA21-C388-A243F4BDF246}"/>
                </a:ext>
              </a:extLst>
            </p:cNvPr>
            <p:cNvSpPr/>
            <p:nvPr/>
          </p:nvSpPr>
          <p:spPr>
            <a:xfrm>
              <a:off x="7481544" y="2126687"/>
              <a:ext cx="21691" cy="19883"/>
            </a:xfrm>
            <a:custGeom>
              <a:avLst/>
              <a:gdLst/>
              <a:ahLst/>
              <a:cxnLst/>
              <a:rect l="l" t="t" r="r" b="b"/>
              <a:pathLst>
                <a:path w="132" h="121" extrusionOk="0">
                  <a:moveTo>
                    <a:pt x="60" y="1"/>
                  </a:moveTo>
                  <a:cubicBezTo>
                    <a:pt x="37" y="1"/>
                    <a:pt x="0" y="23"/>
                    <a:pt x="0" y="60"/>
                  </a:cubicBezTo>
                  <a:cubicBezTo>
                    <a:pt x="0" y="94"/>
                    <a:pt x="37" y="120"/>
                    <a:pt x="60" y="120"/>
                  </a:cubicBezTo>
                  <a:cubicBezTo>
                    <a:pt x="97" y="120"/>
                    <a:pt x="131" y="94"/>
                    <a:pt x="131" y="60"/>
                  </a:cubicBezTo>
                  <a:cubicBezTo>
                    <a:pt x="131" y="23"/>
                    <a:pt x="97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43">
              <a:extLst>
                <a:ext uri="{FF2B5EF4-FFF2-40B4-BE49-F238E27FC236}">
                  <a16:creationId xmlns:a16="http://schemas.microsoft.com/office/drawing/2014/main" id="{0A8FED44-5A05-5487-4553-E116A75D5793}"/>
                </a:ext>
              </a:extLst>
            </p:cNvPr>
            <p:cNvSpPr/>
            <p:nvPr/>
          </p:nvSpPr>
          <p:spPr>
            <a:xfrm>
              <a:off x="7719487" y="1982738"/>
              <a:ext cx="35165" cy="35165"/>
            </a:xfrm>
            <a:custGeom>
              <a:avLst/>
              <a:gdLst/>
              <a:ahLst/>
              <a:cxnLst/>
              <a:rect l="l" t="t" r="r" b="b"/>
              <a:pathLst>
                <a:path w="214" h="214" extrusionOk="0">
                  <a:moveTo>
                    <a:pt x="106" y="0"/>
                  </a:moveTo>
                  <a:cubicBezTo>
                    <a:pt x="46" y="0"/>
                    <a:pt x="0" y="46"/>
                    <a:pt x="0" y="106"/>
                  </a:cubicBezTo>
                  <a:cubicBezTo>
                    <a:pt x="0" y="165"/>
                    <a:pt x="46" y="214"/>
                    <a:pt x="106" y="214"/>
                  </a:cubicBezTo>
                  <a:cubicBezTo>
                    <a:pt x="165" y="214"/>
                    <a:pt x="214" y="165"/>
                    <a:pt x="214" y="106"/>
                  </a:cubicBezTo>
                  <a:cubicBezTo>
                    <a:pt x="214" y="46"/>
                    <a:pt x="165" y="0"/>
                    <a:pt x="106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43">
              <a:extLst>
                <a:ext uri="{FF2B5EF4-FFF2-40B4-BE49-F238E27FC236}">
                  <a16:creationId xmlns:a16="http://schemas.microsoft.com/office/drawing/2014/main" id="{D64C72BE-F1E6-C29C-8041-10EB8F1FCF8C}"/>
                </a:ext>
              </a:extLst>
            </p:cNvPr>
            <p:cNvSpPr/>
            <p:nvPr/>
          </p:nvSpPr>
          <p:spPr>
            <a:xfrm>
              <a:off x="7592792" y="2231855"/>
              <a:ext cx="23498" cy="23498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1" y="1"/>
                  </a:moveTo>
                  <a:cubicBezTo>
                    <a:pt x="34" y="1"/>
                    <a:pt x="0" y="23"/>
                    <a:pt x="0" y="72"/>
                  </a:cubicBezTo>
                  <a:cubicBezTo>
                    <a:pt x="0" y="106"/>
                    <a:pt x="34" y="143"/>
                    <a:pt x="71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23"/>
                    <a:pt x="106" y="1"/>
                    <a:pt x="7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43">
              <a:extLst>
                <a:ext uri="{FF2B5EF4-FFF2-40B4-BE49-F238E27FC236}">
                  <a16:creationId xmlns:a16="http://schemas.microsoft.com/office/drawing/2014/main" id="{ECD7937C-7C67-8876-DBA9-B7F8D893012B}"/>
                </a:ext>
              </a:extLst>
            </p:cNvPr>
            <p:cNvSpPr/>
            <p:nvPr/>
          </p:nvSpPr>
          <p:spPr>
            <a:xfrm>
              <a:off x="7388043" y="2442192"/>
              <a:ext cx="21691" cy="23662"/>
            </a:xfrm>
            <a:custGeom>
              <a:avLst/>
              <a:gdLst/>
              <a:ahLst/>
              <a:cxnLst/>
              <a:rect l="l" t="t" r="r" b="b"/>
              <a:pathLst>
                <a:path w="132" h="144" extrusionOk="0">
                  <a:moveTo>
                    <a:pt x="71" y="1"/>
                  </a:moveTo>
                  <a:cubicBezTo>
                    <a:pt x="37" y="1"/>
                    <a:pt x="0" y="35"/>
                    <a:pt x="0" y="72"/>
                  </a:cubicBezTo>
                  <a:cubicBezTo>
                    <a:pt x="0" y="106"/>
                    <a:pt x="37" y="143"/>
                    <a:pt x="71" y="143"/>
                  </a:cubicBezTo>
                  <a:cubicBezTo>
                    <a:pt x="108" y="143"/>
                    <a:pt x="131" y="106"/>
                    <a:pt x="131" y="72"/>
                  </a:cubicBezTo>
                  <a:cubicBezTo>
                    <a:pt x="131" y="35"/>
                    <a:pt x="108" y="1"/>
                    <a:pt x="7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43">
              <a:extLst>
                <a:ext uri="{FF2B5EF4-FFF2-40B4-BE49-F238E27FC236}">
                  <a16:creationId xmlns:a16="http://schemas.microsoft.com/office/drawing/2014/main" id="{FB4151D9-C733-D766-50B9-82BC727AFF67}"/>
                </a:ext>
              </a:extLst>
            </p:cNvPr>
            <p:cNvSpPr/>
            <p:nvPr/>
          </p:nvSpPr>
          <p:spPr>
            <a:xfrm>
              <a:off x="7004672" y="2321577"/>
              <a:ext cx="37137" cy="38944"/>
            </a:xfrm>
            <a:custGeom>
              <a:avLst/>
              <a:gdLst/>
              <a:ahLst/>
              <a:cxnLst/>
              <a:rect l="l" t="t" r="r" b="b"/>
              <a:pathLst>
                <a:path w="226" h="237" extrusionOk="0">
                  <a:moveTo>
                    <a:pt x="117" y="1"/>
                  </a:moveTo>
                  <a:cubicBezTo>
                    <a:pt x="57" y="1"/>
                    <a:pt x="0" y="58"/>
                    <a:pt x="0" y="117"/>
                  </a:cubicBezTo>
                  <a:cubicBezTo>
                    <a:pt x="0" y="177"/>
                    <a:pt x="57" y="237"/>
                    <a:pt x="117" y="237"/>
                  </a:cubicBezTo>
                  <a:cubicBezTo>
                    <a:pt x="177" y="237"/>
                    <a:pt x="225" y="177"/>
                    <a:pt x="225" y="117"/>
                  </a:cubicBezTo>
                  <a:cubicBezTo>
                    <a:pt x="225" y="58"/>
                    <a:pt x="177" y="1"/>
                    <a:pt x="117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43">
              <a:extLst>
                <a:ext uri="{FF2B5EF4-FFF2-40B4-BE49-F238E27FC236}">
                  <a16:creationId xmlns:a16="http://schemas.microsoft.com/office/drawing/2014/main" id="{AB53A210-6E31-BF3A-8F6C-EF9BC5E2ABAC}"/>
                </a:ext>
              </a:extLst>
            </p:cNvPr>
            <p:cNvSpPr/>
            <p:nvPr/>
          </p:nvSpPr>
          <p:spPr>
            <a:xfrm>
              <a:off x="6494359" y="2291834"/>
              <a:ext cx="32864" cy="33357"/>
            </a:xfrm>
            <a:custGeom>
              <a:avLst/>
              <a:gdLst/>
              <a:ahLst/>
              <a:cxnLst/>
              <a:rect l="l" t="t" r="r" b="b"/>
              <a:pathLst>
                <a:path w="200" h="203" extrusionOk="0">
                  <a:moveTo>
                    <a:pt x="106" y="1"/>
                  </a:moveTo>
                  <a:cubicBezTo>
                    <a:pt x="46" y="1"/>
                    <a:pt x="0" y="49"/>
                    <a:pt x="0" y="98"/>
                  </a:cubicBezTo>
                  <a:cubicBezTo>
                    <a:pt x="0" y="157"/>
                    <a:pt x="46" y="203"/>
                    <a:pt x="106" y="203"/>
                  </a:cubicBezTo>
                  <a:cubicBezTo>
                    <a:pt x="154" y="203"/>
                    <a:pt x="200" y="157"/>
                    <a:pt x="200" y="98"/>
                  </a:cubicBezTo>
                  <a:cubicBezTo>
                    <a:pt x="200" y="49"/>
                    <a:pt x="154" y="1"/>
                    <a:pt x="106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43">
              <a:extLst>
                <a:ext uri="{FF2B5EF4-FFF2-40B4-BE49-F238E27FC236}">
                  <a16:creationId xmlns:a16="http://schemas.microsoft.com/office/drawing/2014/main" id="{B81FEC58-24DD-D2FF-4430-B8535345C5D4}"/>
                </a:ext>
              </a:extLst>
            </p:cNvPr>
            <p:cNvSpPr/>
            <p:nvPr/>
          </p:nvSpPr>
          <p:spPr>
            <a:xfrm>
              <a:off x="6425918" y="2118799"/>
              <a:ext cx="54884" cy="52912"/>
            </a:xfrm>
            <a:custGeom>
              <a:avLst/>
              <a:gdLst/>
              <a:ahLst/>
              <a:cxnLst/>
              <a:rect l="l" t="t" r="r" b="b"/>
              <a:pathLst>
                <a:path w="334" h="322" extrusionOk="0">
                  <a:moveTo>
                    <a:pt x="165" y="0"/>
                  </a:moveTo>
                  <a:cubicBezTo>
                    <a:pt x="83" y="0"/>
                    <a:pt x="0" y="71"/>
                    <a:pt x="0" y="168"/>
                  </a:cubicBezTo>
                  <a:cubicBezTo>
                    <a:pt x="0" y="251"/>
                    <a:pt x="83" y="322"/>
                    <a:pt x="165" y="322"/>
                  </a:cubicBezTo>
                  <a:cubicBezTo>
                    <a:pt x="262" y="322"/>
                    <a:pt x="333" y="251"/>
                    <a:pt x="333" y="168"/>
                  </a:cubicBezTo>
                  <a:cubicBezTo>
                    <a:pt x="333" y="71"/>
                    <a:pt x="262" y="0"/>
                    <a:pt x="165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43">
              <a:extLst>
                <a:ext uri="{FF2B5EF4-FFF2-40B4-BE49-F238E27FC236}">
                  <a16:creationId xmlns:a16="http://schemas.microsoft.com/office/drawing/2014/main" id="{4403EE49-7ADE-616A-7FB0-06A7EDD0D697}"/>
                </a:ext>
              </a:extLst>
            </p:cNvPr>
            <p:cNvSpPr/>
            <p:nvPr/>
          </p:nvSpPr>
          <p:spPr>
            <a:xfrm>
              <a:off x="6425918" y="1896631"/>
              <a:ext cx="37137" cy="35329"/>
            </a:xfrm>
            <a:custGeom>
              <a:avLst/>
              <a:gdLst/>
              <a:ahLst/>
              <a:cxnLst/>
              <a:rect l="l" t="t" r="r" b="b"/>
              <a:pathLst>
                <a:path w="226" h="215" extrusionOk="0">
                  <a:moveTo>
                    <a:pt x="120" y="1"/>
                  </a:moveTo>
                  <a:cubicBezTo>
                    <a:pt x="60" y="1"/>
                    <a:pt x="0" y="49"/>
                    <a:pt x="0" y="109"/>
                  </a:cubicBezTo>
                  <a:cubicBezTo>
                    <a:pt x="0" y="169"/>
                    <a:pt x="60" y="214"/>
                    <a:pt x="120" y="214"/>
                  </a:cubicBezTo>
                  <a:cubicBezTo>
                    <a:pt x="180" y="214"/>
                    <a:pt x="225" y="169"/>
                    <a:pt x="225" y="109"/>
                  </a:cubicBezTo>
                  <a:cubicBezTo>
                    <a:pt x="225" y="49"/>
                    <a:pt x="180" y="1"/>
                    <a:pt x="12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43">
              <a:extLst>
                <a:ext uri="{FF2B5EF4-FFF2-40B4-BE49-F238E27FC236}">
                  <a16:creationId xmlns:a16="http://schemas.microsoft.com/office/drawing/2014/main" id="{BB84ADC4-42F1-A84B-75AE-E1EAB13E4175}"/>
                </a:ext>
              </a:extLst>
            </p:cNvPr>
            <p:cNvSpPr/>
            <p:nvPr/>
          </p:nvSpPr>
          <p:spPr>
            <a:xfrm>
              <a:off x="7822683" y="1750874"/>
              <a:ext cx="21198" cy="21691"/>
            </a:xfrm>
            <a:custGeom>
              <a:avLst/>
              <a:gdLst/>
              <a:ahLst/>
              <a:cxnLst/>
              <a:rect l="l" t="t" r="r" b="b"/>
              <a:pathLst>
                <a:path w="129" h="132" extrusionOk="0">
                  <a:moveTo>
                    <a:pt x="72" y="0"/>
                  </a:moveTo>
                  <a:cubicBezTo>
                    <a:pt x="35" y="0"/>
                    <a:pt x="1" y="34"/>
                    <a:pt x="1" y="71"/>
                  </a:cubicBezTo>
                  <a:cubicBezTo>
                    <a:pt x="1" y="106"/>
                    <a:pt x="35" y="131"/>
                    <a:pt x="72" y="131"/>
                  </a:cubicBezTo>
                  <a:cubicBezTo>
                    <a:pt x="106" y="131"/>
                    <a:pt x="129" y="106"/>
                    <a:pt x="129" y="71"/>
                  </a:cubicBezTo>
                  <a:cubicBezTo>
                    <a:pt x="129" y="34"/>
                    <a:pt x="106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43">
              <a:extLst>
                <a:ext uri="{FF2B5EF4-FFF2-40B4-BE49-F238E27FC236}">
                  <a16:creationId xmlns:a16="http://schemas.microsoft.com/office/drawing/2014/main" id="{CF42E9BF-2B6E-40B5-0996-EF7D8488FDEE}"/>
                </a:ext>
              </a:extLst>
            </p:cNvPr>
            <p:cNvSpPr/>
            <p:nvPr/>
          </p:nvSpPr>
          <p:spPr>
            <a:xfrm>
              <a:off x="7360929" y="1869517"/>
              <a:ext cx="21691" cy="19883"/>
            </a:xfrm>
            <a:custGeom>
              <a:avLst/>
              <a:gdLst/>
              <a:ahLst/>
              <a:cxnLst/>
              <a:rect l="l" t="t" r="r" b="b"/>
              <a:pathLst>
                <a:path w="132" h="121" extrusionOk="0">
                  <a:moveTo>
                    <a:pt x="60" y="1"/>
                  </a:moveTo>
                  <a:cubicBezTo>
                    <a:pt x="23" y="1"/>
                    <a:pt x="0" y="24"/>
                    <a:pt x="0" y="61"/>
                  </a:cubicBezTo>
                  <a:cubicBezTo>
                    <a:pt x="0" y="95"/>
                    <a:pt x="23" y="120"/>
                    <a:pt x="60" y="120"/>
                  </a:cubicBezTo>
                  <a:cubicBezTo>
                    <a:pt x="94" y="120"/>
                    <a:pt x="131" y="95"/>
                    <a:pt x="131" y="61"/>
                  </a:cubicBezTo>
                  <a:cubicBezTo>
                    <a:pt x="131" y="24"/>
                    <a:pt x="94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43">
              <a:extLst>
                <a:ext uri="{FF2B5EF4-FFF2-40B4-BE49-F238E27FC236}">
                  <a16:creationId xmlns:a16="http://schemas.microsoft.com/office/drawing/2014/main" id="{8F515030-3DE8-0CA5-804F-A24A5DEDAE2E}"/>
                </a:ext>
              </a:extLst>
            </p:cNvPr>
            <p:cNvSpPr/>
            <p:nvPr/>
          </p:nvSpPr>
          <p:spPr>
            <a:xfrm>
              <a:off x="6916757" y="1999992"/>
              <a:ext cx="17911" cy="17911"/>
            </a:xfrm>
            <a:custGeom>
              <a:avLst/>
              <a:gdLst/>
              <a:ahLst/>
              <a:cxnLst/>
              <a:rect l="l" t="t" r="r" b="b"/>
              <a:pathLst>
                <a:path w="109" h="109" extrusionOk="0">
                  <a:moveTo>
                    <a:pt x="60" y="1"/>
                  </a:moveTo>
                  <a:cubicBezTo>
                    <a:pt x="23" y="1"/>
                    <a:pt x="1" y="23"/>
                    <a:pt x="1" y="60"/>
                  </a:cubicBezTo>
                  <a:cubicBezTo>
                    <a:pt x="1" y="83"/>
                    <a:pt x="23" y="109"/>
                    <a:pt x="60" y="109"/>
                  </a:cubicBezTo>
                  <a:cubicBezTo>
                    <a:pt x="83" y="109"/>
                    <a:pt x="109" y="83"/>
                    <a:pt x="109" y="60"/>
                  </a:cubicBezTo>
                  <a:cubicBezTo>
                    <a:pt x="109" y="23"/>
                    <a:pt x="83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9" name="Google Shape;1419;p43">
            <a:extLst>
              <a:ext uri="{FF2B5EF4-FFF2-40B4-BE49-F238E27FC236}">
                <a16:creationId xmlns:a16="http://schemas.microsoft.com/office/drawing/2014/main" id="{5423D25B-7337-FCD2-649C-695D2475D0FE}"/>
              </a:ext>
            </a:extLst>
          </p:cNvPr>
          <p:cNvGrpSpPr/>
          <p:nvPr/>
        </p:nvGrpSpPr>
        <p:grpSpPr>
          <a:xfrm>
            <a:off x="459113" y="2732854"/>
            <a:ext cx="3200158" cy="1982546"/>
            <a:chOff x="5275311" y="2995640"/>
            <a:chExt cx="3007102" cy="1862945"/>
          </a:xfrm>
        </p:grpSpPr>
        <p:sp>
          <p:nvSpPr>
            <p:cNvPr id="1420" name="Google Shape;1420;p43">
              <a:extLst>
                <a:ext uri="{FF2B5EF4-FFF2-40B4-BE49-F238E27FC236}">
                  <a16:creationId xmlns:a16="http://schemas.microsoft.com/office/drawing/2014/main" id="{1BD27946-E9F8-7BC5-2821-37182737D38E}"/>
                </a:ext>
              </a:extLst>
            </p:cNvPr>
            <p:cNvSpPr/>
            <p:nvPr/>
          </p:nvSpPr>
          <p:spPr>
            <a:xfrm>
              <a:off x="6094966" y="3877904"/>
              <a:ext cx="64086" cy="387637"/>
            </a:xfrm>
            <a:custGeom>
              <a:avLst/>
              <a:gdLst/>
              <a:ahLst/>
              <a:cxnLst/>
              <a:rect l="l" t="t" r="r" b="b"/>
              <a:pathLst>
                <a:path w="390" h="2359" extrusionOk="0">
                  <a:moveTo>
                    <a:pt x="0" y="0"/>
                  </a:moveTo>
                  <a:lnTo>
                    <a:pt x="0" y="2359"/>
                  </a:lnTo>
                  <a:lnTo>
                    <a:pt x="390" y="2359"/>
                  </a:lnTo>
                  <a:lnTo>
                    <a:pt x="390" y="0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43">
              <a:extLst>
                <a:ext uri="{FF2B5EF4-FFF2-40B4-BE49-F238E27FC236}">
                  <a16:creationId xmlns:a16="http://schemas.microsoft.com/office/drawing/2014/main" id="{BD4B6FDD-C358-1FF0-733C-46C7A3A8DABB}"/>
                </a:ext>
              </a:extLst>
            </p:cNvPr>
            <p:cNvSpPr/>
            <p:nvPr/>
          </p:nvSpPr>
          <p:spPr>
            <a:xfrm>
              <a:off x="6283776" y="3877904"/>
              <a:ext cx="66551" cy="387637"/>
            </a:xfrm>
            <a:custGeom>
              <a:avLst/>
              <a:gdLst/>
              <a:ahLst/>
              <a:cxnLst/>
              <a:rect l="l" t="t" r="r" b="b"/>
              <a:pathLst>
                <a:path w="405" h="2359" extrusionOk="0">
                  <a:moveTo>
                    <a:pt x="1" y="0"/>
                  </a:moveTo>
                  <a:lnTo>
                    <a:pt x="1" y="2359"/>
                  </a:lnTo>
                  <a:lnTo>
                    <a:pt x="405" y="2359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43">
              <a:extLst>
                <a:ext uri="{FF2B5EF4-FFF2-40B4-BE49-F238E27FC236}">
                  <a16:creationId xmlns:a16="http://schemas.microsoft.com/office/drawing/2014/main" id="{6864D295-7E8B-9CB8-A259-0C2B1018F632}"/>
                </a:ext>
              </a:extLst>
            </p:cNvPr>
            <p:cNvSpPr/>
            <p:nvPr/>
          </p:nvSpPr>
          <p:spPr>
            <a:xfrm>
              <a:off x="6474558" y="3877904"/>
              <a:ext cx="64579" cy="387637"/>
            </a:xfrm>
            <a:custGeom>
              <a:avLst/>
              <a:gdLst/>
              <a:ahLst/>
              <a:cxnLst/>
              <a:rect l="l" t="t" r="r" b="b"/>
              <a:pathLst>
                <a:path w="393" h="2359" extrusionOk="0">
                  <a:moveTo>
                    <a:pt x="0" y="0"/>
                  </a:moveTo>
                  <a:lnTo>
                    <a:pt x="0" y="2359"/>
                  </a:lnTo>
                  <a:lnTo>
                    <a:pt x="393" y="2359"/>
                  </a:lnTo>
                  <a:lnTo>
                    <a:pt x="393" y="0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43">
              <a:extLst>
                <a:ext uri="{FF2B5EF4-FFF2-40B4-BE49-F238E27FC236}">
                  <a16:creationId xmlns:a16="http://schemas.microsoft.com/office/drawing/2014/main" id="{18B00C15-F36F-B00F-7578-924BFC479987}"/>
                </a:ext>
              </a:extLst>
            </p:cNvPr>
            <p:cNvSpPr/>
            <p:nvPr/>
          </p:nvSpPr>
          <p:spPr>
            <a:xfrm>
              <a:off x="6665668" y="3877904"/>
              <a:ext cx="64250" cy="387637"/>
            </a:xfrm>
            <a:custGeom>
              <a:avLst/>
              <a:gdLst/>
              <a:ahLst/>
              <a:cxnLst/>
              <a:rect l="l" t="t" r="r" b="b"/>
              <a:pathLst>
                <a:path w="391" h="2359" extrusionOk="0">
                  <a:moveTo>
                    <a:pt x="1" y="0"/>
                  </a:moveTo>
                  <a:lnTo>
                    <a:pt x="1" y="2359"/>
                  </a:lnTo>
                  <a:lnTo>
                    <a:pt x="391" y="2359"/>
                  </a:lnTo>
                  <a:lnTo>
                    <a:pt x="391" y="0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43">
              <a:extLst>
                <a:ext uri="{FF2B5EF4-FFF2-40B4-BE49-F238E27FC236}">
                  <a16:creationId xmlns:a16="http://schemas.microsoft.com/office/drawing/2014/main" id="{04C7DBF9-9474-DB7A-DFFB-CBC6491D16FE}"/>
                </a:ext>
              </a:extLst>
            </p:cNvPr>
            <p:cNvSpPr/>
            <p:nvPr/>
          </p:nvSpPr>
          <p:spPr>
            <a:xfrm>
              <a:off x="6856450" y="3877904"/>
              <a:ext cx="64250" cy="387637"/>
            </a:xfrm>
            <a:custGeom>
              <a:avLst/>
              <a:gdLst/>
              <a:ahLst/>
              <a:cxnLst/>
              <a:rect l="l" t="t" r="r" b="b"/>
              <a:pathLst>
                <a:path w="391" h="2359" extrusionOk="0">
                  <a:moveTo>
                    <a:pt x="1" y="0"/>
                  </a:moveTo>
                  <a:lnTo>
                    <a:pt x="1" y="2359"/>
                  </a:lnTo>
                  <a:lnTo>
                    <a:pt x="390" y="2359"/>
                  </a:lnTo>
                  <a:lnTo>
                    <a:pt x="390" y="0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43">
              <a:extLst>
                <a:ext uri="{FF2B5EF4-FFF2-40B4-BE49-F238E27FC236}">
                  <a16:creationId xmlns:a16="http://schemas.microsoft.com/office/drawing/2014/main" id="{CC5689A0-22B5-DF03-2C14-028399FBC900}"/>
                </a:ext>
              </a:extLst>
            </p:cNvPr>
            <p:cNvSpPr/>
            <p:nvPr/>
          </p:nvSpPr>
          <p:spPr>
            <a:xfrm>
              <a:off x="7047232" y="3877904"/>
              <a:ext cx="64579" cy="387637"/>
            </a:xfrm>
            <a:custGeom>
              <a:avLst/>
              <a:gdLst/>
              <a:ahLst/>
              <a:cxnLst/>
              <a:rect l="l" t="t" r="r" b="b"/>
              <a:pathLst>
                <a:path w="393" h="2359" extrusionOk="0">
                  <a:moveTo>
                    <a:pt x="0" y="0"/>
                  </a:moveTo>
                  <a:lnTo>
                    <a:pt x="0" y="2359"/>
                  </a:lnTo>
                  <a:lnTo>
                    <a:pt x="393" y="2359"/>
                  </a:lnTo>
                  <a:lnTo>
                    <a:pt x="393" y="0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43">
              <a:extLst>
                <a:ext uri="{FF2B5EF4-FFF2-40B4-BE49-F238E27FC236}">
                  <a16:creationId xmlns:a16="http://schemas.microsoft.com/office/drawing/2014/main" id="{00806BC0-B404-07A1-DFD2-BB141559F846}"/>
                </a:ext>
              </a:extLst>
            </p:cNvPr>
            <p:cNvSpPr/>
            <p:nvPr/>
          </p:nvSpPr>
          <p:spPr>
            <a:xfrm>
              <a:off x="7238342" y="3877904"/>
              <a:ext cx="64250" cy="387637"/>
            </a:xfrm>
            <a:custGeom>
              <a:avLst/>
              <a:gdLst/>
              <a:ahLst/>
              <a:cxnLst/>
              <a:rect l="l" t="t" r="r" b="b"/>
              <a:pathLst>
                <a:path w="391" h="2359" extrusionOk="0">
                  <a:moveTo>
                    <a:pt x="1" y="0"/>
                  </a:moveTo>
                  <a:lnTo>
                    <a:pt x="1" y="2359"/>
                  </a:lnTo>
                  <a:lnTo>
                    <a:pt x="391" y="2359"/>
                  </a:lnTo>
                  <a:lnTo>
                    <a:pt x="391" y="0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43">
              <a:extLst>
                <a:ext uri="{FF2B5EF4-FFF2-40B4-BE49-F238E27FC236}">
                  <a16:creationId xmlns:a16="http://schemas.microsoft.com/office/drawing/2014/main" id="{74C01B73-71A4-201F-696C-702C8DFCE6F5}"/>
                </a:ext>
              </a:extLst>
            </p:cNvPr>
            <p:cNvSpPr/>
            <p:nvPr/>
          </p:nvSpPr>
          <p:spPr>
            <a:xfrm>
              <a:off x="7429124" y="3877904"/>
              <a:ext cx="64250" cy="387637"/>
            </a:xfrm>
            <a:custGeom>
              <a:avLst/>
              <a:gdLst/>
              <a:ahLst/>
              <a:cxnLst/>
              <a:rect l="l" t="t" r="r" b="b"/>
              <a:pathLst>
                <a:path w="391" h="2359" extrusionOk="0">
                  <a:moveTo>
                    <a:pt x="1" y="0"/>
                  </a:moveTo>
                  <a:lnTo>
                    <a:pt x="1" y="2359"/>
                  </a:lnTo>
                  <a:lnTo>
                    <a:pt x="390" y="2359"/>
                  </a:lnTo>
                  <a:lnTo>
                    <a:pt x="390" y="0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43">
              <a:extLst>
                <a:ext uri="{FF2B5EF4-FFF2-40B4-BE49-F238E27FC236}">
                  <a16:creationId xmlns:a16="http://schemas.microsoft.com/office/drawing/2014/main" id="{AA759DCF-D8C8-91E0-71D3-9EE8EE023D0E}"/>
                </a:ext>
              </a:extLst>
            </p:cNvPr>
            <p:cNvSpPr/>
            <p:nvPr/>
          </p:nvSpPr>
          <p:spPr>
            <a:xfrm>
              <a:off x="5954632" y="3761069"/>
              <a:ext cx="1678883" cy="132444"/>
            </a:xfrm>
            <a:custGeom>
              <a:avLst/>
              <a:gdLst/>
              <a:ahLst/>
              <a:cxnLst/>
              <a:rect l="l" t="t" r="r" b="b"/>
              <a:pathLst>
                <a:path w="10217" h="806" extrusionOk="0">
                  <a:moveTo>
                    <a:pt x="1" y="0"/>
                  </a:moveTo>
                  <a:lnTo>
                    <a:pt x="1" y="805"/>
                  </a:lnTo>
                  <a:lnTo>
                    <a:pt x="10217" y="805"/>
                  </a:lnTo>
                  <a:lnTo>
                    <a:pt x="10217" y="0"/>
                  </a:ln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43">
              <a:extLst>
                <a:ext uri="{FF2B5EF4-FFF2-40B4-BE49-F238E27FC236}">
                  <a16:creationId xmlns:a16="http://schemas.microsoft.com/office/drawing/2014/main" id="{220C867D-2516-1A15-4478-3720833D4934}"/>
                </a:ext>
              </a:extLst>
            </p:cNvPr>
            <p:cNvSpPr/>
            <p:nvPr/>
          </p:nvSpPr>
          <p:spPr>
            <a:xfrm>
              <a:off x="5954632" y="3761069"/>
              <a:ext cx="1678883" cy="33357"/>
            </a:xfrm>
            <a:custGeom>
              <a:avLst/>
              <a:gdLst/>
              <a:ahLst/>
              <a:cxnLst/>
              <a:rect l="l" t="t" r="r" b="b"/>
              <a:pathLst>
                <a:path w="10217" h="203" extrusionOk="0">
                  <a:moveTo>
                    <a:pt x="1" y="0"/>
                  </a:moveTo>
                  <a:lnTo>
                    <a:pt x="1" y="202"/>
                  </a:lnTo>
                  <a:lnTo>
                    <a:pt x="10217" y="202"/>
                  </a:lnTo>
                  <a:lnTo>
                    <a:pt x="10217" y="0"/>
                  </a:ln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43">
              <a:extLst>
                <a:ext uri="{FF2B5EF4-FFF2-40B4-BE49-F238E27FC236}">
                  <a16:creationId xmlns:a16="http://schemas.microsoft.com/office/drawing/2014/main" id="{0A62DF00-A4A2-A1AE-58A7-098C49FA8840}"/>
                </a:ext>
              </a:extLst>
            </p:cNvPr>
            <p:cNvSpPr/>
            <p:nvPr/>
          </p:nvSpPr>
          <p:spPr>
            <a:xfrm>
              <a:off x="5853244" y="3452958"/>
              <a:ext cx="80025" cy="315664"/>
            </a:xfrm>
            <a:custGeom>
              <a:avLst/>
              <a:gdLst/>
              <a:ahLst/>
              <a:cxnLst/>
              <a:rect l="l" t="t" r="r" b="b"/>
              <a:pathLst>
                <a:path w="487" h="1921" extrusionOk="0">
                  <a:moveTo>
                    <a:pt x="0" y="0"/>
                  </a:moveTo>
                  <a:lnTo>
                    <a:pt x="0" y="1921"/>
                  </a:lnTo>
                  <a:lnTo>
                    <a:pt x="487" y="1921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43">
              <a:extLst>
                <a:ext uri="{FF2B5EF4-FFF2-40B4-BE49-F238E27FC236}">
                  <a16:creationId xmlns:a16="http://schemas.microsoft.com/office/drawing/2014/main" id="{9B195C1D-C5A5-07BF-21A8-FFF10CE4674C}"/>
                </a:ext>
              </a:extLst>
            </p:cNvPr>
            <p:cNvSpPr/>
            <p:nvPr/>
          </p:nvSpPr>
          <p:spPr>
            <a:xfrm>
              <a:off x="5806411" y="3704541"/>
              <a:ext cx="173689" cy="489024"/>
            </a:xfrm>
            <a:custGeom>
              <a:avLst/>
              <a:gdLst/>
              <a:ahLst/>
              <a:cxnLst/>
              <a:rect l="l" t="t" r="r" b="b"/>
              <a:pathLst>
                <a:path w="1057" h="2976" extrusionOk="0">
                  <a:moveTo>
                    <a:pt x="1" y="0"/>
                  </a:moveTo>
                  <a:lnTo>
                    <a:pt x="1" y="2976"/>
                  </a:lnTo>
                  <a:lnTo>
                    <a:pt x="1056" y="2976"/>
                  </a:lnTo>
                  <a:lnTo>
                    <a:pt x="1056" y="0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43">
              <a:extLst>
                <a:ext uri="{FF2B5EF4-FFF2-40B4-BE49-F238E27FC236}">
                  <a16:creationId xmlns:a16="http://schemas.microsoft.com/office/drawing/2014/main" id="{AFD04DE2-581F-FCE0-C7A0-79D51E44C2A7}"/>
                </a:ext>
              </a:extLst>
            </p:cNvPr>
            <p:cNvSpPr/>
            <p:nvPr/>
          </p:nvSpPr>
          <p:spPr>
            <a:xfrm>
              <a:off x="5831717" y="3392651"/>
              <a:ext cx="123078" cy="121270"/>
            </a:xfrm>
            <a:custGeom>
              <a:avLst/>
              <a:gdLst/>
              <a:ahLst/>
              <a:cxnLst/>
              <a:rect l="l" t="t" r="r" b="b"/>
              <a:pathLst>
                <a:path w="749" h="738" extrusionOk="0">
                  <a:moveTo>
                    <a:pt x="382" y="1"/>
                  </a:moveTo>
                  <a:cubicBezTo>
                    <a:pt x="168" y="1"/>
                    <a:pt x="1" y="168"/>
                    <a:pt x="1" y="367"/>
                  </a:cubicBezTo>
                  <a:cubicBezTo>
                    <a:pt x="1" y="569"/>
                    <a:pt x="168" y="737"/>
                    <a:pt x="382" y="737"/>
                  </a:cubicBezTo>
                  <a:cubicBezTo>
                    <a:pt x="581" y="737"/>
                    <a:pt x="749" y="569"/>
                    <a:pt x="749" y="367"/>
                  </a:cubicBezTo>
                  <a:cubicBezTo>
                    <a:pt x="749" y="168"/>
                    <a:pt x="581" y="1"/>
                    <a:pt x="382" y="1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43">
              <a:extLst>
                <a:ext uri="{FF2B5EF4-FFF2-40B4-BE49-F238E27FC236}">
                  <a16:creationId xmlns:a16="http://schemas.microsoft.com/office/drawing/2014/main" id="{3836F96D-6CF6-D81C-79E8-D81EF7B12557}"/>
                </a:ext>
              </a:extLst>
            </p:cNvPr>
            <p:cNvSpPr/>
            <p:nvPr/>
          </p:nvSpPr>
          <p:spPr>
            <a:xfrm>
              <a:off x="7653099" y="3452958"/>
              <a:ext cx="81997" cy="315664"/>
            </a:xfrm>
            <a:custGeom>
              <a:avLst/>
              <a:gdLst/>
              <a:ahLst/>
              <a:cxnLst/>
              <a:rect l="l" t="t" r="r" b="b"/>
              <a:pathLst>
                <a:path w="499" h="1921" extrusionOk="0">
                  <a:moveTo>
                    <a:pt x="0" y="0"/>
                  </a:moveTo>
                  <a:lnTo>
                    <a:pt x="0" y="1921"/>
                  </a:lnTo>
                  <a:lnTo>
                    <a:pt x="498" y="1921"/>
                  </a:lnTo>
                  <a:lnTo>
                    <a:pt x="498" y="0"/>
                  </a:ln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43">
              <a:extLst>
                <a:ext uri="{FF2B5EF4-FFF2-40B4-BE49-F238E27FC236}">
                  <a16:creationId xmlns:a16="http://schemas.microsoft.com/office/drawing/2014/main" id="{BE1DDA4D-184F-41CB-E5CB-CB37D827CC2C}"/>
                </a:ext>
              </a:extLst>
            </p:cNvPr>
            <p:cNvSpPr/>
            <p:nvPr/>
          </p:nvSpPr>
          <p:spPr>
            <a:xfrm>
              <a:off x="7608239" y="3704541"/>
              <a:ext cx="171717" cy="489024"/>
            </a:xfrm>
            <a:custGeom>
              <a:avLst/>
              <a:gdLst/>
              <a:ahLst/>
              <a:cxnLst/>
              <a:rect l="l" t="t" r="r" b="b"/>
              <a:pathLst>
                <a:path w="1045" h="2976" extrusionOk="0">
                  <a:moveTo>
                    <a:pt x="0" y="0"/>
                  </a:moveTo>
                  <a:lnTo>
                    <a:pt x="0" y="2976"/>
                  </a:lnTo>
                  <a:lnTo>
                    <a:pt x="1044" y="2976"/>
                  </a:lnTo>
                  <a:lnTo>
                    <a:pt x="1044" y="0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43">
              <a:extLst>
                <a:ext uri="{FF2B5EF4-FFF2-40B4-BE49-F238E27FC236}">
                  <a16:creationId xmlns:a16="http://schemas.microsoft.com/office/drawing/2014/main" id="{FAEE26B3-16F8-0C32-4E7E-38845C07DA42}"/>
                </a:ext>
              </a:extLst>
            </p:cNvPr>
            <p:cNvSpPr/>
            <p:nvPr/>
          </p:nvSpPr>
          <p:spPr>
            <a:xfrm>
              <a:off x="7633380" y="3392651"/>
              <a:ext cx="121270" cy="121270"/>
            </a:xfrm>
            <a:custGeom>
              <a:avLst/>
              <a:gdLst/>
              <a:ahLst/>
              <a:cxnLst/>
              <a:rect l="l" t="t" r="r" b="b"/>
              <a:pathLst>
                <a:path w="738" h="738" extrusionOk="0">
                  <a:moveTo>
                    <a:pt x="371" y="1"/>
                  </a:moveTo>
                  <a:cubicBezTo>
                    <a:pt x="169" y="1"/>
                    <a:pt x="1" y="168"/>
                    <a:pt x="1" y="367"/>
                  </a:cubicBezTo>
                  <a:cubicBezTo>
                    <a:pt x="1" y="569"/>
                    <a:pt x="169" y="737"/>
                    <a:pt x="371" y="737"/>
                  </a:cubicBezTo>
                  <a:cubicBezTo>
                    <a:pt x="570" y="737"/>
                    <a:pt x="738" y="569"/>
                    <a:pt x="738" y="367"/>
                  </a:cubicBezTo>
                  <a:cubicBezTo>
                    <a:pt x="738" y="168"/>
                    <a:pt x="570" y="1"/>
                    <a:pt x="371" y="1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43">
              <a:extLst>
                <a:ext uri="{FF2B5EF4-FFF2-40B4-BE49-F238E27FC236}">
                  <a16:creationId xmlns:a16="http://schemas.microsoft.com/office/drawing/2014/main" id="{43B05F7C-5796-03E8-859E-B058772E6800}"/>
                </a:ext>
              </a:extLst>
            </p:cNvPr>
            <p:cNvSpPr/>
            <p:nvPr/>
          </p:nvSpPr>
          <p:spPr>
            <a:xfrm>
              <a:off x="5275311" y="4127843"/>
              <a:ext cx="3007102" cy="730742"/>
            </a:xfrm>
            <a:custGeom>
              <a:avLst/>
              <a:gdLst/>
              <a:ahLst/>
              <a:cxnLst/>
              <a:rect l="l" t="t" r="r" b="b"/>
              <a:pathLst>
                <a:path w="18300" h="4447" extrusionOk="0">
                  <a:moveTo>
                    <a:pt x="15348" y="1"/>
                  </a:moveTo>
                  <a:cubicBezTo>
                    <a:pt x="15219" y="1"/>
                    <a:pt x="15076" y="11"/>
                    <a:pt x="14920" y="33"/>
                  </a:cubicBezTo>
                  <a:cubicBezTo>
                    <a:pt x="13580" y="220"/>
                    <a:pt x="13010" y="652"/>
                    <a:pt x="12245" y="652"/>
                  </a:cubicBezTo>
                  <a:cubicBezTo>
                    <a:pt x="12198" y="652"/>
                    <a:pt x="12150" y="651"/>
                    <a:pt x="12100" y="647"/>
                  </a:cubicBezTo>
                  <a:cubicBezTo>
                    <a:pt x="11408" y="590"/>
                    <a:pt x="10770" y="283"/>
                    <a:pt x="9965" y="283"/>
                  </a:cubicBezTo>
                  <a:cubicBezTo>
                    <a:pt x="9778" y="283"/>
                    <a:pt x="9581" y="300"/>
                    <a:pt x="9372" y="340"/>
                  </a:cubicBezTo>
                  <a:cubicBezTo>
                    <a:pt x="8564" y="503"/>
                    <a:pt x="7492" y="793"/>
                    <a:pt x="6544" y="793"/>
                  </a:cubicBezTo>
                  <a:cubicBezTo>
                    <a:pt x="6187" y="793"/>
                    <a:pt x="5847" y="752"/>
                    <a:pt x="5546" y="647"/>
                  </a:cubicBezTo>
                  <a:cubicBezTo>
                    <a:pt x="4765" y="369"/>
                    <a:pt x="4174" y="131"/>
                    <a:pt x="3584" y="131"/>
                  </a:cubicBezTo>
                  <a:cubicBezTo>
                    <a:pt x="3348" y="131"/>
                    <a:pt x="3113" y="169"/>
                    <a:pt x="2866" y="258"/>
                  </a:cubicBezTo>
                  <a:cubicBezTo>
                    <a:pt x="1990" y="553"/>
                    <a:pt x="1620" y="755"/>
                    <a:pt x="1005" y="1370"/>
                  </a:cubicBezTo>
                  <a:cubicBezTo>
                    <a:pt x="399" y="1999"/>
                    <a:pt x="175" y="2664"/>
                    <a:pt x="81" y="2889"/>
                  </a:cubicBezTo>
                  <a:cubicBezTo>
                    <a:pt x="1" y="3117"/>
                    <a:pt x="696" y="4256"/>
                    <a:pt x="2339" y="4256"/>
                  </a:cubicBezTo>
                  <a:cubicBezTo>
                    <a:pt x="2395" y="4256"/>
                    <a:pt x="2452" y="4254"/>
                    <a:pt x="2510" y="4252"/>
                  </a:cubicBezTo>
                  <a:cubicBezTo>
                    <a:pt x="4002" y="4182"/>
                    <a:pt x="5298" y="3512"/>
                    <a:pt x="6507" y="3512"/>
                  </a:cubicBezTo>
                  <a:cubicBezTo>
                    <a:pt x="6730" y="3512"/>
                    <a:pt x="6950" y="3535"/>
                    <a:pt x="7167" y="3589"/>
                  </a:cubicBezTo>
                  <a:cubicBezTo>
                    <a:pt x="8230" y="3850"/>
                    <a:pt x="8666" y="4447"/>
                    <a:pt x="9488" y="4447"/>
                  </a:cubicBezTo>
                  <a:cubicBezTo>
                    <a:pt x="9740" y="4447"/>
                    <a:pt x="10028" y="4391"/>
                    <a:pt x="10382" y="4252"/>
                  </a:cubicBezTo>
                  <a:cubicBezTo>
                    <a:pt x="11523" y="3812"/>
                    <a:pt x="11683" y="3290"/>
                    <a:pt x="12638" y="3290"/>
                  </a:cubicBezTo>
                  <a:cubicBezTo>
                    <a:pt x="12942" y="3290"/>
                    <a:pt x="13328" y="3343"/>
                    <a:pt x="13853" y="3469"/>
                  </a:cubicBezTo>
                  <a:cubicBezTo>
                    <a:pt x="14771" y="3690"/>
                    <a:pt x="15657" y="3777"/>
                    <a:pt x="16385" y="3777"/>
                  </a:cubicBezTo>
                  <a:cubicBezTo>
                    <a:pt x="17377" y="3777"/>
                    <a:pt x="18075" y="3615"/>
                    <a:pt x="18157" y="3410"/>
                  </a:cubicBezTo>
                  <a:cubicBezTo>
                    <a:pt x="18299" y="3065"/>
                    <a:pt x="16997" y="1085"/>
                    <a:pt x="16593" y="647"/>
                  </a:cubicBezTo>
                  <a:cubicBezTo>
                    <a:pt x="16593" y="647"/>
                    <a:pt x="16394" y="1"/>
                    <a:pt x="153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43">
              <a:extLst>
                <a:ext uri="{FF2B5EF4-FFF2-40B4-BE49-F238E27FC236}">
                  <a16:creationId xmlns:a16="http://schemas.microsoft.com/office/drawing/2014/main" id="{2E28950D-5566-62D1-BA58-BE0A660A00F5}"/>
                </a:ext>
              </a:extLst>
            </p:cNvPr>
            <p:cNvSpPr/>
            <p:nvPr/>
          </p:nvSpPr>
          <p:spPr>
            <a:xfrm>
              <a:off x="5481540" y="4127843"/>
              <a:ext cx="2570826" cy="463225"/>
            </a:xfrm>
            <a:custGeom>
              <a:avLst/>
              <a:gdLst/>
              <a:ahLst/>
              <a:cxnLst/>
              <a:rect l="l" t="t" r="r" b="b"/>
              <a:pathLst>
                <a:path w="15645" h="2819" extrusionOk="0">
                  <a:moveTo>
                    <a:pt x="14089" y="1"/>
                  </a:moveTo>
                  <a:cubicBezTo>
                    <a:pt x="13961" y="1"/>
                    <a:pt x="13820" y="11"/>
                    <a:pt x="13665" y="33"/>
                  </a:cubicBezTo>
                  <a:cubicBezTo>
                    <a:pt x="12325" y="220"/>
                    <a:pt x="11755" y="652"/>
                    <a:pt x="10990" y="652"/>
                  </a:cubicBezTo>
                  <a:cubicBezTo>
                    <a:pt x="10943" y="652"/>
                    <a:pt x="10895" y="651"/>
                    <a:pt x="10845" y="647"/>
                  </a:cubicBezTo>
                  <a:cubicBezTo>
                    <a:pt x="10153" y="590"/>
                    <a:pt x="9515" y="283"/>
                    <a:pt x="8710" y="283"/>
                  </a:cubicBezTo>
                  <a:cubicBezTo>
                    <a:pt x="8523" y="283"/>
                    <a:pt x="8326" y="300"/>
                    <a:pt x="8117" y="340"/>
                  </a:cubicBezTo>
                  <a:cubicBezTo>
                    <a:pt x="7309" y="503"/>
                    <a:pt x="6237" y="793"/>
                    <a:pt x="5289" y="793"/>
                  </a:cubicBezTo>
                  <a:cubicBezTo>
                    <a:pt x="4932" y="793"/>
                    <a:pt x="4592" y="752"/>
                    <a:pt x="4291" y="647"/>
                  </a:cubicBezTo>
                  <a:cubicBezTo>
                    <a:pt x="3510" y="369"/>
                    <a:pt x="2919" y="131"/>
                    <a:pt x="2329" y="131"/>
                  </a:cubicBezTo>
                  <a:cubicBezTo>
                    <a:pt x="2093" y="131"/>
                    <a:pt x="1858" y="169"/>
                    <a:pt x="1611" y="258"/>
                  </a:cubicBezTo>
                  <a:cubicBezTo>
                    <a:pt x="1005" y="460"/>
                    <a:pt x="638" y="625"/>
                    <a:pt x="271" y="909"/>
                  </a:cubicBezTo>
                  <a:cubicBezTo>
                    <a:pt x="166" y="1122"/>
                    <a:pt x="117" y="1287"/>
                    <a:pt x="80" y="1384"/>
                  </a:cubicBezTo>
                  <a:cubicBezTo>
                    <a:pt x="1" y="1590"/>
                    <a:pt x="604" y="2643"/>
                    <a:pt x="2001" y="2643"/>
                  </a:cubicBezTo>
                  <a:cubicBezTo>
                    <a:pt x="2052" y="2643"/>
                    <a:pt x="2104" y="2642"/>
                    <a:pt x="2157" y="2639"/>
                  </a:cubicBezTo>
                  <a:cubicBezTo>
                    <a:pt x="3435" y="2569"/>
                    <a:pt x="4545" y="1952"/>
                    <a:pt x="5573" y="1952"/>
                  </a:cubicBezTo>
                  <a:cubicBezTo>
                    <a:pt x="5764" y="1952"/>
                    <a:pt x="5953" y="1974"/>
                    <a:pt x="6140" y="2024"/>
                  </a:cubicBezTo>
                  <a:cubicBezTo>
                    <a:pt x="7055" y="2268"/>
                    <a:pt x="7429" y="2819"/>
                    <a:pt x="8134" y="2819"/>
                  </a:cubicBezTo>
                  <a:cubicBezTo>
                    <a:pt x="8350" y="2819"/>
                    <a:pt x="8597" y="2767"/>
                    <a:pt x="8900" y="2639"/>
                  </a:cubicBezTo>
                  <a:cubicBezTo>
                    <a:pt x="9883" y="2235"/>
                    <a:pt x="10016" y="1754"/>
                    <a:pt x="10838" y="1754"/>
                  </a:cubicBezTo>
                  <a:cubicBezTo>
                    <a:pt x="11098" y="1754"/>
                    <a:pt x="11428" y="1802"/>
                    <a:pt x="11875" y="1916"/>
                  </a:cubicBezTo>
                  <a:cubicBezTo>
                    <a:pt x="12663" y="2122"/>
                    <a:pt x="13423" y="2203"/>
                    <a:pt x="14047" y="2203"/>
                  </a:cubicBezTo>
                  <a:cubicBezTo>
                    <a:pt x="14897" y="2203"/>
                    <a:pt x="15493" y="2053"/>
                    <a:pt x="15562" y="1868"/>
                  </a:cubicBezTo>
                  <a:cubicBezTo>
                    <a:pt x="15645" y="1654"/>
                    <a:pt x="15195" y="790"/>
                    <a:pt x="14769" y="115"/>
                  </a:cubicBezTo>
                  <a:cubicBezTo>
                    <a:pt x="14596" y="49"/>
                    <a:pt x="14374" y="1"/>
                    <a:pt x="14089" y="1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43">
              <a:extLst>
                <a:ext uri="{FF2B5EF4-FFF2-40B4-BE49-F238E27FC236}">
                  <a16:creationId xmlns:a16="http://schemas.microsoft.com/office/drawing/2014/main" id="{CA7D9DEB-34B4-1216-63E4-FF46FCFB0A66}"/>
                </a:ext>
              </a:extLst>
            </p:cNvPr>
            <p:cNvSpPr/>
            <p:nvPr/>
          </p:nvSpPr>
          <p:spPr>
            <a:xfrm>
              <a:off x="5933106" y="4225288"/>
              <a:ext cx="1376365" cy="327002"/>
            </a:xfrm>
            <a:custGeom>
              <a:avLst/>
              <a:gdLst/>
              <a:ahLst/>
              <a:cxnLst/>
              <a:rect l="l" t="t" r="r" b="b"/>
              <a:pathLst>
                <a:path w="8376" h="1990" extrusionOk="0">
                  <a:moveTo>
                    <a:pt x="754" y="1"/>
                  </a:moveTo>
                  <a:cubicBezTo>
                    <a:pt x="493" y="1"/>
                    <a:pt x="251" y="27"/>
                    <a:pt x="177" y="114"/>
                  </a:cubicBezTo>
                  <a:cubicBezTo>
                    <a:pt x="1" y="327"/>
                    <a:pt x="1068" y="945"/>
                    <a:pt x="2026" y="1076"/>
                  </a:cubicBezTo>
                  <a:cubicBezTo>
                    <a:pt x="1530" y="1318"/>
                    <a:pt x="1295" y="1942"/>
                    <a:pt x="2741" y="1942"/>
                  </a:cubicBezTo>
                  <a:cubicBezTo>
                    <a:pt x="2910" y="1942"/>
                    <a:pt x="3103" y="1934"/>
                    <a:pt x="3321" y="1915"/>
                  </a:cubicBezTo>
                  <a:cubicBezTo>
                    <a:pt x="3913" y="1843"/>
                    <a:pt x="4133" y="1687"/>
                    <a:pt x="4490" y="1687"/>
                  </a:cubicBezTo>
                  <a:cubicBezTo>
                    <a:pt x="4655" y="1687"/>
                    <a:pt x="4849" y="1720"/>
                    <a:pt x="5122" y="1810"/>
                  </a:cubicBezTo>
                  <a:cubicBezTo>
                    <a:pt x="5485" y="1931"/>
                    <a:pt x="5945" y="1990"/>
                    <a:pt x="6352" y="1990"/>
                  </a:cubicBezTo>
                  <a:cubicBezTo>
                    <a:pt x="6900" y="1990"/>
                    <a:pt x="7351" y="1883"/>
                    <a:pt x="7338" y="1679"/>
                  </a:cubicBezTo>
                  <a:cubicBezTo>
                    <a:pt x="7304" y="1323"/>
                    <a:pt x="6829" y="1133"/>
                    <a:pt x="6567" y="1110"/>
                  </a:cubicBezTo>
                  <a:cubicBezTo>
                    <a:pt x="7349" y="1076"/>
                    <a:pt x="8262" y="694"/>
                    <a:pt x="8322" y="399"/>
                  </a:cubicBezTo>
                  <a:cubicBezTo>
                    <a:pt x="8375" y="136"/>
                    <a:pt x="8184" y="50"/>
                    <a:pt x="7643" y="50"/>
                  </a:cubicBezTo>
                  <a:cubicBezTo>
                    <a:pt x="7574" y="50"/>
                    <a:pt x="7500" y="52"/>
                    <a:pt x="7420" y="54"/>
                  </a:cubicBezTo>
                  <a:cubicBezTo>
                    <a:pt x="7183" y="63"/>
                    <a:pt x="6451" y="66"/>
                    <a:pt x="5580" y="66"/>
                  </a:cubicBezTo>
                  <a:cubicBezTo>
                    <a:pt x="3839" y="66"/>
                    <a:pt x="1543" y="54"/>
                    <a:pt x="1543" y="54"/>
                  </a:cubicBezTo>
                  <a:cubicBezTo>
                    <a:pt x="1543" y="54"/>
                    <a:pt x="1130" y="1"/>
                    <a:pt x="754" y="1"/>
                  </a:cubicBez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43">
              <a:extLst>
                <a:ext uri="{FF2B5EF4-FFF2-40B4-BE49-F238E27FC236}">
                  <a16:creationId xmlns:a16="http://schemas.microsoft.com/office/drawing/2014/main" id="{8E4C2036-68A5-2B2B-A925-90EEFD6F060A}"/>
                </a:ext>
              </a:extLst>
            </p:cNvPr>
            <p:cNvSpPr/>
            <p:nvPr/>
          </p:nvSpPr>
          <p:spPr>
            <a:xfrm>
              <a:off x="6133747" y="4074766"/>
              <a:ext cx="1042133" cy="278198"/>
            </a:xfrm>
            <a:custGeom>
              <a:avLst/>
              <a:gdLst/>
              <a:ahLst/>
              <a:cxnLst/>
              <a:rect l="l" t="t" r="r" b="b"/>
              <a:pathLst>
                <a:path w="6342" h="1693" extrusionOk="0">
                  <a:moveTo>
                    <a:pt x="5562" y="1"/>
                  </a:moveTo>
                  <a:cubicBezTo>
                    <a:pt x="5156" y="1"/>
                    <a:pt x="4670" y="20"/>
                    <a:pt x="4305" y="94"/>
                  </a:cubicBezTo>
                  <a:cubicBezTo>
                    <a:pt x="3910" y="174"/>
                    <a:pt x="3280" y="193"/>
                    <a:pt x="2764" y="193"/>
                  </a:cubicBezTo>
                  <a:cubicBezTo>
                    <a:pt x="2287" y="193"/>
                    <a:pt x="1909" y="177"/>
                    <a:pt x="1909" y="177"/>
                  </a:cubicBezTo>
                  <a:cubicBezTo>
                    <a:pt x="1909" y="177"/>
                    <a:pt x="1071" y="2"/>
                    <a:pt x="375" y="2"/>
                  </a:cubicBezTo>
                  <a:cubicBezTo>
                    <a:pt x="243" y="2"/>
                    <a:pt x="116" y="8"/>
                    <a:pt x="0" y="23"/>
                  </a:cubicBezTo>
                  <a:cubicBezTo>
                    <a:pt x="877" y="1266"/>
                    <a:pt x="3141" y="1693"/>
                    <a:pt x="3141" y="1693"/>
                  </a:cubicBezTo>
                  <a:cubicBezTo>
                    <a:pt x="3141" y="1693"/>
                    <a:pt x="5869" y="484"/>
                    <a:pt x="6069" y="356"/>
                  </a:cubicBezTo>
                  <a:cubicBezTo>
                    <a:pt x="6069" y="259"/>
                    <a:pt x="6342" y="23"/>
                    <a:pt x="6342" y="23"/>
                  </a:cubicBezTo>
                  <a:cubicBezTo>
                    <a:pt x="6342" y="23"/>
                    <a:pt x="5998" y="1"/>
                    <a:pt x="5562" y="1"/>
                  </a:cubicBezTo>
                  <a:close/>
                </a:path>
              </a:pathLst>
            </a:custGeom>
            <a:solidFill>
              <a:srgbClr val="9A6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43">
              <a:extLst>
                <a:ext uri="{FF2B5EF4-FFF2-40B4-BE49-F238E27FC236}">
                  <a16:creationId xmlns:a16="http://schemas.microsoft.com/office/drawing/2014/main" id="{4C34271E-F58E-807C-2695-17B544D8C943}"/>
                </a:ext>
              </a:extLst>
            </p:cNvPr>
            <p:cNvSpPr/>
            <p:nvPr/>
          </p:nvSpPr>
          <p:spPr>
            <a:xfrm>
              <a:off x="6459111" y="4074437"/>
              <a:ext cx="915441" cy="393552"/>
            </a:xfrm>
            <a:custGeom>
              <a:avLst/>
              <a:gdLst/>
              <a:ahLst/>
              <a:cxnLst/>
              <a:rect l="l" t="t" r="r" b="b"/>
              <a:pathLst>
                <a:path w="5571" h="2395" extrusionOk="0">
                  <a:moveTo>
                    <a:pt x="4149" y="0"/>
                  </a:moveTo>
                  <a:cubicBezTo>
                    <a:pt x="2803" y="0"/>
                    <a:pt x="0" y="1979"/>
                    <a:pt x="0" y="1979"/>
                  </a:cubicBezTo>
                  <a:lnTo>
                    <a:pt x="225" y="2395"/>
                  </a:lnTo>
                  <a:cubicBezTo>
                    <a:pt x="225" y="2395"/>
                    <a:pt x="2845" y="1908"/>
                    <a:pt x="3841" y="1496"/>
                  </a:cubicBezTo>
                  <a:cubicBezTo>
                    <a:pt x="4458" y="1245"/>
                    <a:pt x="5571" y="216"/>
                    <a:pt x="4327" y="14"/>
                  </a:cubicBezTo>
                  <a:cubicBezTo>
                    <a:pt x="4272" y="5"/>
                    <a:pt x="4212" y="0"/>
                    <a:pt x="4149" y="0"/>
                  </a:cubicBezTo>
                  <a:close/>
                </a:path>
              </a:pathLst>
            </a:custGeom>
            <a:solidFill>
              <a:srgbClr val="9A6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43">
              <a:extLst>
                <a:ext uri="{FF2B5EF4-FFF2-40B4-BE49-F238E27FC236}">
                  <a16:creationId xmlns:a16="http://schemas.microsoft.com/office/drawing/2014/main" id="{6FED67D5-5104-2B55-88F4-BE2B9BC57789}"/>
                </a:ext>
              </a:extLst>
            </p:cNvPr>
            <p:cNvSpPr/>
            <p:nvPr/>
          </p:nvSpPr>
          <p:spPr>
            <a:xfrm>
              <a:off x="6459111" y="4074437"/>
              <a:ext cx="804687" cy="393552"/>
            </a:xfrm>
            <a:custGeom>
              <a:avLst/>
              <a:gdLst/>
              <a:ahLst/>
              <a:cxnLst/>
              <a:rect l="l" t="t" r="r" b="b"/>
              <a:pathLst>
                <a:path w="4897" h="2395" extrusionOk="0">
                  <a:moveTo>
                    <a:pt x="4149" y="0"/>
                  </a:moveTo>
                  <a:cubicBezTo>
                    <a:pt x="2803" y="0"/>
                    <a:pt x="0" y="1979"/>
                    <a:pt x="0" y="1979"/>
                  </a:cubicBezTo>
                  <a:lnTo>
                    <a:pt x="225" y="2395"/>
                  </a:lnTo>
                  <a:lnTo>
                    <a:pt x="262" y="2395"/>
                  </a:lnTo>
                  <a:lnTo>
                    <a:pt x="214" y="2312"/>
                  </a:lnTo>
                  <a:cubicBezTo>
                    <a:pt x="214" y="2312"/>
                    <a:pt x="3018" y="319"/>
                    <a:pt x="4364" y="319"/>
                  </a:cubicBezTo>
                  <a:cubicBezTo>
                    <a:pt x="4426" y="319"/>
                    <a:pt x="4485" y="323"/>
                    <a:pt x="4541" y="332"/>
                  </a:cubicBezTo>
                  <a:cubicBezTo>
                    <a:pt x="4683" y="358"/>
                    <a:pt x="4800" y="403"/>
                    <a:pt x="4896" y="440"/>
                  </a:cubicBezTo>
                  <a:cubicBezTo>
                    <a:pt x="4896" y="250"/>
                    <a:pt x="4754" y="85"/>
                    <a:pt x="4327" y="14"/>
                  </a:cubicBezTo>
                  <a:cubicBezTo>
                    <a:pt x="4272" y="5"/>
                    <a:pt x="4212" y="0"/>
                    <a:pt x="41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43">
              <a:extLst>
                <a:ext uri="{FF2B5EF4-FFF2-40B4-BE49-F238E27FC236}">
                  <a16:creationId xmlns:a16="http://schemas.microsoft.com/office/drawing/2014/main" id="{6F498BBD-D58E-4611-C137-C161338F93FA}"/>
                </a:ext>
              </a:extLst>
            </p:cNvPr>
            <p:cNvSpPr/>
            <p:nvPr/>
          </p:nvSpPr>
          <p:spPr>
            <a:xfrm>
              <a:off x="6231028" y="4361185"/>
              <a:ext cx="346885" cy="149862"/>
            </a:xfrm>
            <a:custGeom>
              <a:avLst/>
              <a:gdLst/>
              <a:ahLst/>
              <a:cxnLst/>
              <a:rect l="l" t="t" r="r" b="b"/>
              <a:pathLst>
                <a:path w="2111" h="912" extrusionOk="0">
                  <a:moveTo>
                    <a:pt x="275" y="0"/>
                  </a:moveTo>
                  <a:cubicBezTo>
                    <a:pt x="183" y="0"/>
                    <a:pt x="119" y="34"/>
                    <a:pt x="85" y="129"/>
                  </a:cubicBezTo>
                  <a:cubicBezTo>
                    <a:pt x="0" y="365"/>
                    <a:pt x="262" y="650"/>
                    <a:pt x="512" y="758"/>
                  </a:cubicBezTo>
                  <a:cubicBezTo>
                    <a:pt x="706" y="835"/>
                    <a:pt x="1147" y="912"/>
                    <a:pt x="1431" y="912"/>
                  </a:cubicBezTo>
                  <a:cubicBezTo>
                    <a:pt x="1493" y="912"/>
                    <a:pt x="1548" y="908"/>
                    <a:pt x="1590" y="900"/>
                  </a:cubicBezTo>
                  <a:cubicBezTo>
                    <a:pt x="1827" y="840"/>
                    <a:pt x="1684" y="687"/>
                    <a:pt x="2111" y="556"/>
                  </a:cubicBezTo>
                  <a:cubicBezTo>
                    <a:pt x="1721" y="377"/>
                    <a:pt x="1696" y="294"/>
                    <a:pt x="1707" y="47"/>
                  </a:cubicBezTo>
                  <a:lnTo>
                    <a:pt x="1707" y="47"/>
                  </a:lnTo>
                  <a:cubicBezTo>
                    <a:pt x="1707" y="47"/>
                    <a:pt x="1471" y="157"/>
                    <a:pt x="1138" y="157"/>
                  </a:cubicBezTo>
                  <a:cubicBezTo>
                    <a:pt x="1049" y="157"/>
                    <a:pt x="953" y="149"/>
                    <a:pt x="854" y="129"/>
                  </a:cubicBezTo>
                  <a:cubicBezTo>
                    <a:pt x="608" y="73"/>
                    <a:pt x="411" y="0"/>
                    <a:pt x="275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43">
              <a:extLst>
                <a:ext uri="{FF2B5EF4-FFF2-40B4-BE49-F238E27FC236}">
                  <a16:creationId xmlns:a16="http://schemas.microsoft.com/office/drawing/2014/main" id="{AFB20ADD-054E-FFD7-D43D-766577A44423}"/>
                </a:ext>
              </a:extLst>
            </p:cNvPr>
            <p:cNvSpPr/>
            <p:nvPr/>
          </p:nvSpPr>
          <p:spPr>
            <a:xfrm>
              <a:off x="6252390" y="4360857"/>
              <a:ext cx="53076" cy="95471"/>
            </a:xfrm>
            <a:custGeom>
              <a:avLst/>
              <a:gdLst/>
              <a:ahLst/>
              <a:cxnLst/>
              <a:rect l="l" t="t" r="r" b="b"/>
              <a:pathLst>
                <a:path w="323" h="581" extrusionOk="0">
                  <a:moveTo>
                    <a:pt x="143" y="0"/>
                  </a:moveTo>
                  <a:cubicBezTo>
                    <a:pt x="203" y="165"/>
                    <a:pt x="132" y="322"/>
                    <a:pt x="1" y="438"/>
                  </a:cubicBezTo>
                  <a:cubicBezTo>
                    <a:pt x="38" y="487"/>
                    <a:pt x="72" y="535"/>
                    <a:pt x="120" y="581"/>
                  </a:cubicBezTo>
                  <a:cubicBezTo>
                    <a:pt x="274" y="450"/>
                    <a:pt x="322" y="225"/>
                    <a:pt x="285" y="12"/>
                  </a:cubicBezTo>
                  <a:cubicBezTo>
                    <a:pt x="240" y="12"/>
                    <a:pt x="192" y="0"/>
                    <a:pt x="143" y="0"/>
                  </a:cubicBezTo>
                  <a:close/>
                </a:path>
              </a:pathLst>
            </a:custGeom>
            <a:solidFill>
              <a:srgbClr val="F4B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43">
              <a:extLst>
                <a:ext uri="{FF2B5EF4-FFF2-40B4-BE49-F238E27FC236}">
                  <a16:creationId xmlns:a16="http://schemas.microsoft.com/office/drawing/2014/main" id="{52BCDDC4-B493-B071-9EC0-680C027A20B5}"/>
                </a:ext>
              </a:extLst>
            </p:cNvPr>
            <p:cNvSpPr/>
            <p:nvPr/>
          </p:nvSpPr>
          <p:spPr>
            <a:xfrm>
              <a:off x="6295443" y="4368744"/>
              <a:ext cx="64250" cy="124556"/>
            </a:xfrm>
            <a:custGeom>
              <a:avLst/>
              <a:gdLst/>
              <a:ahLst/>
              <a:cxnLst/>
              <a:rect l="l" t="t" r="r" b="b"/>
              <a:pathLst>
                <a:path w="391" h="758" extrusionOk="0">
                  <a:moveTo>
                    <a:pt x="154" y="1"/>
                  </a:moveTo>
                  <a:cubicBezTo>
                    <a:pt x="214" y="225"/>
                    <a:pt x="154" y="473"/>
                    <a:pt x="1" y="652"/>
                  </a:cubicBezTo>
                  <a:cubicBezTo>
                    <a:pt x="35" y="675"/>
                    <a:pt x="72" y="700"/>
                    <a:pt x="120" y="712"/>
                  </a:cubicBezTo>
                  <a:cubicBezTo>
                    <a:pt x="154" y="723"/>
                    <a:pt x="203" y="746"/>
                    <a:pt x="262" y="757"/>
                  </a:cubicBezTo>
                  <a:cubicBezTo>
                    <a:pt x="390" y="544"/>
                    <a:pt x="356" y="260"/>
                    <a:pt x="274" y="35"/>
                  </a:cubicBezTo>
                  <a:cubicBezTo>
                    <a:pt x="225" y="23"/>
                    <a:pt x="191" y="12"/>
                    <a:pt x="154" y="1"/>
                  </a:cubicBezTo>
                  <a:close/>
                </a:path>
              </a:pathLst>
            </a:custGeom>
            <a:solidFill>
              <a:srgbClr val="F4B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43">
              <a:extLst>
                <a:ext uri="{FF2B5EF4-FFF2-40B4-BE49-F238E27FC236}">
                  <a16:creationId xmlns:a16="http://schemas.microsoft.com/office/drawing/2014/main" id="{35881840-A1ED-9A96-2BCC-CCFB6A988C82}"/>
                </a:ext>
              </a:extLst>
            </p:cNvPr>
            <p:cNvSpPr/>
            <p:nvPr/>
          </p:nvSpPr>
          <p:spPr>
            <a:xfrm>
              <a:off x="6361831" y="4378604"/>
              <a:ext cx="72138" cy="130636"/>
            </a:xfrm>
            <a:custGeom>
              <a:avLst/>
              <a:gdLst/>
              <a:ahLst/>
              <a:cxnLst/>
              <a:rect l="l" t="t" r="r" b="b"/>
              <a:pathLst>
                <a:path w="439" h="795" extrusionOk="0">
                  <a:moveTo>
                    <a:pt x="1" y="0"/>
                  </a:moveTo>
                  <a:lnTo>
                    <a:pt x="1" y="0"/>
                  </a:lnTo>
                  <a:cubicBezTo>
                    <a:pt x="154" y="214"/>
                    <a:pt x="188" y="510"/>
                    <a:pt x="95" y="757"/>
                  </a:cubicBezTo>
                  <a:cubicBezTo>
                    <a:pt x="188" y="768"/>
                    <a:pt x="271" y="783"/>
                    <a:pt x="356" y="794"/>
                  </a:cubicBezTo>
                  <a:cubicBezTo>
                    <a:pt x="439" y="544"/>
                    <a:pt x="402" y="248"/>
                    <a:pt x="248" y="46"/>
                  </a:cubicBezTo>
                  <a:cubicBezTo>
                    <a:pt x="188" y="35"/>
                    <a:pt x="129" y="35"/>
                    <a:pt x="58" y="23"/>
                  </a:cubicBezTo>
                  <a:cubicBezTo>
                    <a:pt x="35" y="12"/>
                    <a:pt x="23" y="12"/>
                    <a:pt x="1" y="0"/>
                  </a:cubicBezTo>
                  <a:close/>
                </a:path>
              </a:pathLst>
            </a:custGeom>
            <a:solidFill>
              <a:srgbClr val="F4B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43">
              <a:extLst>
                <a:ext uri="{FF2B5EF4-FFF2-40B4-BE49-F238E27FC236}">
                  <a16:creationId xmlns:a16="http://schemas.microsoft.com/office/drawing/2014/main" id="{2E9D1428-7AAB-865E-DD9A-898A13FF3643}"/>
                </a:ext>
              </a:extLst>
            </p:cNvPr>
            <p:cNvSpPr/>
            <p:nvPr/>
          </p:nvSpPr>
          <p:spPr>
            <a:xfrm>
              <a:off x="6425918" y="4384191"/>
              <a:ext cx="54884" cy="126857"/>
            </a:xfrm>
            <a:custGeom>
              <a:avLst/>
              <a:gdLst/>
              <a:ahLst/>
              <a:cxnLst/>
              <a:rect l="l" t="t" r="r" b="b"/>
              <a:pathLst>
                <a:path w="334" h="772" extrusionOk="0">
                  <a:moveTo>
                    <a:pt x="131" y="1"/>
                  </a:moveTo>
                  <a:cubicBezTo>
                    <a:pt x="94" y="12"/>
                    <a:pt x="49" y="12"/>
                    <a:pt x="0" y="12"/>
                  </a:cubicBezTo>
                  <a:cubicBezTo>
                    <a:pt x="120" y="251"/>
                    <a:pt x="143" y="510"/>
                    <a:pt x="94" y="771"/>
                  </a:cubicBezTo>
                  <a:lnTo>
                    <a:pt x="308" y="771"/>
                  </a:lnTo>
                  <a:cubicBezTo>
                    <a:pt x="333" y="498"/>
                    <a:pt x="308" y="214"/>
                    <a:pt x="131" y="1"/>
                  </a:cubicBezTo>
                  <a:close/>
                </a:path>
              </a:pathLst>
            </a:custGeom>
            <a:solidFill>
              <a:srgbClr val="F4B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43">
              <a:extLst>
                <a:ext uri="{FF2B5EF4-FFF2-40B4-BE49-F238E27FC236}">
                  <a16:creationId xmlns:a16="http://schemas.microsoft.com/office/drawing/2014/main" id="{DCEE7865-9F09-A909-60B2-EE3EFECF32F2}"/>
                </a:ext>
              </a:extLst>
            </p:cNvPr>
            <p:cNvSpPr/>
            <p:nvPr/>
          </p:nvSpPr>
          <p:spPr>
            <a:xfrm>
              <a:off x="6472586" y="4374331"/>
              <a:ext cx="76410" cy="109603"/>
            </a:xfrm>
            <a:custGeom>
              <a:avLst/>
              <a:gdLst/>
              <a:ahLst/>
              <a:cxnLst/>
              <a:rect l="l" t="t" r="r" b="b"/>
              <a:pathLst>
                <a:path w="465" h="667" extrusionOk="0">
                  <a:moveTo>
                    <a:pt x="132" y="1"/>
                  </a:moveTo>
                  <a:cubicBezTo>
                    <a:pt x="95" y="12"/>
                    <a:pt x="49" y="26"/>
                    <a:pt x="1" y="38"/>
                  </a:cubicBezTo>
                  <a:cubicBezTo>
                    <a:pt x="95" y="251"/>
                    <a:pt x="166" y="499"/>
                    <a:pt x="308" y="666"/>
                  </a:cubicBezTo>
                  <a:cubicBezTo>
                    <a:pt x="345" y="629"/>
                    <a:pt x="393" y="581"/>
                    <a:pt x="465" y="547"/>
                  </a:cubicBezTo>
                  <a:cubicBezTo>
                    <a:pt x="297" y="405"/>
                    <a:pt x="166" y="214"/>
                    <a:pt x="132" y="1"/>
                  </a:cubicBezTo>
                  <a:close/>
                </a:path>
              </a:pathLst>
            </a:custGeom>
            <a:solidFill>
              <a:srgbClr val="F4B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43">
              <a:extLst>
                <a:ext uri="{FF2B5EF4-FFF2-40B4-BE49-F238E27FC236}">
                  <a16:creationId xmlns:a16="http://schemas.microsoft.com/office/drawing/2014/main" id="{03ED32A9-D0E8-B1A1-D06C-338DC171DBDF}"/>
                </a:ext>
              </a:extLst>
            </p:cNvPr>
            <p:cNvSpPr/>
            <p:nvPr/>
          </p:nvSpPr>
          <p:spPr>
            <a:xfrm>
              <a:off x="5915359" y="4074437"/>
              <a:ext cx="915934" cy="393552"/>
            </a:xfrm>
            <a:custGeom>
              <a:avLst/>
              <a:gdLst/>
              <a:ahLst/>
              <a:cxnLst/>
              <a:rect l="l" t="t" r="r" b="b"/>
              <a:pathLst>
                <a:path w="5574" h="2395" extrusionOk="0">
                  <a:moveTo>
                    <a:pt x="1425" y="0"/>
                  </a:moveTo>
                  <a:cubicBezTo>
                    <a:pt x="1362" y="0"/>
                    <a:pt x="1303" y="5"/>
                    <a:pt x="1247" y="14"/>
                  </a:cubicBezTo>
                  <a:cubicBezTo>
                    <a:pt x="1" y="216"/>
                    <a:pt x="1116" y="1245"/>
                    <a:pt x="1733" y="1496"/>
                  </a:cubicBezTo>
                  <a:cubicBezTo>
                    <a:pt x="2729" y="1908"/>
                    <a:pt x="5349" y="2395"/>
                    <a:pt x="5349" y="2395"/>
                  </a:cubicBezTo>
                  <a:lnTo>
                    <a:pt x="5574" y="1979"/>
                  </a:lnTo>
                  <a:cubicBezTo>
                    <a:pt x="5574" y="1979"/>
                    <a:pt x="2771" y="0"/>
                    <a:pt x="14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43">
              <a:extLst>
                <a:ext uri="{FF2B5EF4-FFF2-40B4-BE49-F238E27FC236}">
                  <a16:creationId xmlns:a16="http://schemas.microsoft.com/office/drawing/2014/main" id="{25220AF6-1C12-8AD1-ADFC-9347C721D395}"/>
                </a:ext>
              </a:extLst>
            </p:cNvPr>
            <p:cNvSpPr/>
            <p:nvPr/>
          </p:nvSpPr>
          <p:spPr>
            <a:xfrm>
              <a:off x="6018719" y="4074437"/>
              <a:ext cx="812575" cy="348692"/>
            </a:xfrm>
            <a:custGeom>
              <a:avLst/>
              <a:gdLst/>
              <a:ahLst/>
              <a:cxnLst/>
              <a:rect l="l" t="t" r="r" b="b"/>
              <a:pathLst>
                <a:path w="4945" h="2122" extrusionOk="0">
                  <a:moveTo>
                    <a:pt x="796" y="0"/>
                  </a:moveTo>
                  <a:cubicBezTo>
                    <a:pt x="733" y="0"/>
                    <a:pt x="674" y="5"/>
                    <a:pt x="618" y="14"/>
                  </a:cubicBezTo>
                  <a:cubicBezTo>
                    <a:pt x="120" y="96"/>
                    <a:pt x="1" y="309"/>
                    <a:pt x="72" y="557"/>
                  </a:cubicBezTo>
                  <a:cubicBezTo>
                    <a:pt x="120" y="440"/>
                    <a:pt x="285" y="332"/>
                    <a:pt x="641" y="287"/>
                  </a:cubicBezTo>
                  <a:cubicBezTo>
                    <a:pt x="700" y="277"/>
                    <a:pt x="762" y="272"/>
                    <a:pt x="829" y="272"/>
                  </a:cubicBezTo>
                  <a:cubicBezTo>
                    <a:pt x="2057" y="272"/>
                    <a:pt x="4469" y="1865"/>
                    <a:pt x="4874" y="2122"/>
                  </a:cubicBezTo>
                  <a:lnTo>
                    <a:pt x="4945" y="1979"/>
                  </a:lnTo>
                  <a:cubicBezTo>
                    <a:pt x="4945" y="1979"/>
                    <a:pt x="2142" y="0"/>
                    <a:pt x="796" y="0"/>
                  </a:cubicBezTo>
                  <a:close/>
                </a:path>
              </a:pathLst>
            </a:custGeom>
            <a:solidFill>
              <a:srgbClr val="9A6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43">
              <a:extLst>
                <a:ext uri="{FF2B5EF4-FFF2-40B4-BE49-F238E27FC236}">
                  <a16:creationId xmlns:a16="http://schemas.microsoft.com/office/drawing/2014/main" id="{123ABB67-2D1A-5EC7-29C4-CB1D6563243D}"/>
                </a:ext>
              </a:extLst>
            </p:cNvPr>
            <p:cNvSpPr/>
            <p:nvPr/>
          </p:nvSpPr>
          <p:spPr>
            <a:xfrm>
              <a:off x="6719896" y="4358556"/>
              <a:ext cx="347049" cy="152656"/>
            </a:xfrm>
            <a:custGeom>
              <a:avLst/>
              <a:gdLst/>
              <a:ahLst/>
              <a:cxnLst/>
              <a:rect l="l" t="t" r="r" b="b"/>
              <a:pathLst>
                <a:path w="2112" h="929" extrusionOk="0">
                  <a:moveTo>
                    <a:pt x="1800" y="0"/>
                  </a:moveTo>
                  <a:cubicBezTo>
                    <a:pt x="1665" y="0"/>
                    <a:pt x="1482" y="61"/>
                    <a:pt x="1258" y="134"/>
                  </a:cubicBezTo>
                  <a:cubicBezTo>
                    <a:pt x="1160" y="161"/>
                    <a:pt x="1060" y="172"/>
                    <a:pt x="964" y="172"/>
                  </a:cubicBezTo>
                  <a:cubicBezTo>
                    <a:pt x="655" y="172"/>
                    <a:pt x="394" y="63"/>
                    <a:pt x="393" y="63"/>
                  </a:cubicBezTo>
                  <a:lnTo>
                    <a:pt x="393" y="63"/>
                  </a:lnTo>
                  <a:cubicBezTo>
                    <a:pt x="416" y="310"/>
                    <a:pt x="263" y="535"/>
                    <a:pt x="1" y="583"/>
                  </a:cubicBezTo>
                  <a:cubicBezTo>
                    <a:pt x="416" y="714"/>
                    <a:pt x="285" y="856"/>
                    <a:pt x="524" y="916"/>
                  </a:cubicBezTo>
                  <a:cubicBezTo>
                    <a:pt x="568" y="925"/>
                    <a:pt x="624" y="929"/>
                    <a:pt x="689" y="929"/>
                  </a:cubicBezTo>
                  <a:cubicBezTo>
                    <a:pt x="960" y="929"/>
                    <a:pt x="1375" y="859"/>
                    <a:pt x="1566" y="774"/>
                  </a:cubicBezTo>
                  <a:cubicBezTo>
                    <a:pt x="1805" y="677"/>
                    <a:pt x="2112" y="381"/>
                    <a:pt x="2029" y="145"/>
                  </a:cubicBezTo>
                  <a:cubicBezTo>
                    <a:pt x="1986" y="40"/>
                    <a:pt x="1908" y="0"/>
                    <a:pt x="1800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43">
              <a:extLst>
                <a:ext uri="{FF2B5EF4-FFF2-40B4-BE49-F238E27FC236}">
                  <a16:creationId xmlns:a16="http://schemas.microsoft.com/office/drawing/2014/main" id="{E8C16897-2D87-2F04-2566-01768495AEAA}"/>
                </a:ext>
              </a:extLst>
            </p:cNvPr>
            <p:cNvSpPr/>
            <p:nvPr/>
          </p:nvSpPr>
          <p:spPr>
            <a:xfrm>
              <a:off x="6948144" y="4362664"/>
              <a:ext cx="62278" cy="116998"/>
            </a:xfrm>
            <a:custGeom>
              <a:avLst/>
              <a:gdLst/>
              <a:ahLst/>
              <a:cxnLst/>
              <a:rect l="l" t="t" r="r" b="b"/>
              <a:pathLst>
                <a:path w="379" h="712" extrusionOk="0">
                  <a:moveTo>
                    <a:pt x="214" y="1"/>
                  </a:moveTo>
                  <a:lnTo>
                    <a:pt x="214" y="1"/>
                  </a:lnTo>
                  <a:cubicBezTo>
                    <a:pt x="165" y="12"/>
                    <a:pt x="105" y="38"/>
                    <a:pt x="34" y="49"/>
                  </a:cubicBezTo>
                  <a:cubicBezTo>
                    <a:pt x="0" y="285"/>
                    <a:pt x="71" y="570"/>
                    <a:pt x="259" y="712"/>
                  </a:cubicBezTo>
                  <a:cubicBezTo>
                    <a:pt x="296" y="689"/>
                    <a:pt x="344" y="666"/>
                    <a:pt x="379" y="641"/>
                  </a:cubicBezTo>
                  <a:cubicBezTo>
                    <a:pt x="330" y="618"/>
                    <a:pt x="307" y="581"/>
                    <a:pt x="285" y="535"/>
                  </a:cubicBezTo>
                  <a:cubicBezTo>
                    <a:pt x="214" y="368"/>
                    <a:pt x="131" y="180"/>
                    <a:pt x="214" y="1"/>
                  </a:cubicBezTo>
                  <a:close/>
                </a:path>
              </a:pathLst>
            </a:custGeom>
            <a:solidFill>
              <a:srgbClr val="F4B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43">
              <a:extLst>
                <a:ext uri="{FF2B5EF4-FFF2-40B4-BE49-F238E27FC236}">
                  <a16:creationId xmlns:a16="http://schemas.microsoft.com/office/drawing/2014/main" id="{A06602EB-6D35-4396-B727-8F96A31C0D94}"/>
                </a:ext>
              </a:extLst>
            </p:cNvPr>
            <p:cNvSpPr/>
            <p:nvPr/>
          </p:nvSpPr>
          <p:spPr>
            <a:xfrm>
              <a:off x="6887836" y="4378604"/>
              <a:ext cx="67865" cy="122585"/>
            </a:xfrm>
            <a:custGeom>
              <a:avLst/>
              <a:gdLst/>
              <a:ahLst/>
              <a:cxnLst/>
              <a:rect l="l" t="t" r="r" b="b"/>
              <a:pathLst>
                <a:path w="413" h="746" extrusionOk="0">
                  <a:moveTo>
                    <a:pt x="248" y="0"/>
                  </a:moveTo>
                  <a:cubicBezTo>
                    <a:pt x="236" y="0"/>
                    <a:pt x="236" y="0"/>
                    <a:pt x="236" y="12"/>
                  </a:cubicBezTo>
                  <a:cubicBezTo>
                    <a:pt x="177" y="23"/>
                    <a:pt x="128" y="35"/>
                    <a:pt x="83" y="35"/>
                  </a:cubicBezTo>
                  <a:cubicBezTo>
                    <a:pt x="0" y="271"/>
                    <a:pt x="71" y="544"/>
                    <a:pt x="214" y="746"/>
                  </a:cubicBezTo>
                  <a:cubicBezTo>
                    <a:pt x="285" y="734"/>
                    <a:pt x="356" y="712"/>
                    <a:pt x="413" y="697"/>
                  </a:cubicBezTo>
                  <a:cubicBezTo>
                    <a:pt x="248" y="521"/>
                    <a:pt x="177" y="237"/>
                    <a:pt x="248" y="0"/>
                  </a:cubicBezTo>
                  <a:close/>
                </a:path>
              </a:pathLst>
            </a:custGeom>
            <a:solidFill>
              <a:srgbClr val="F4B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43">
              <a:extLst>
                <a:ext uri="{FF2B5EF4-FFF2-40B4-BE49-F238E27FC236}">
                  <a16:creationId xmlns:a16="http://schemas.microsoft.com/office/drawing/2014/main" id="{B9C2F9C5-E689-EECD-3E44-64E4C3AE0335}"/>
                </a:ext>
              </a:extLst>
            </p:cNvPr>
            <p:cNvSpPr/>
            <p:nvPr/>
          </p:nvSpPr>
          <p:spPr>
            <a:xfrm>
              <a:off x="6747502" y="4372524"/>
              <a:ext cx="68030" cy="107138"/>
            </a:xfrm>
            <a:custGeom>
              <a:avLst/>
              <a:gdLst/>
              <a:ahLst/>
              <a:cxnLst/>
              <a:rect l="l" t="t" r="r" b="b"/>
              <a:pathLst>
                <a:path w="414" h="652" extrusionOk="0">
                  <a:moveTo>
                    <a:pt x="308" y="0"/>
                  </a:moveTo>
                  <a:lnTo>
                    <a:pt x="308" y="0"/>
                  </a:lnTo>
                  <a:cubicBezTo>
                    <a:pt x="342" y="237"/>
                    <a:pt x="200" y="450"/>
                    <a:pt x="1" y="558"/>
                  </a:cubicBezTo>
                  <a:cubicBezTo>
                    <a:pt x="58" y="592"/>
                    <a:pt x="95" y="618"/>
                    <a:pt x="129" y="652"/>
                  </a:cubicBezTo>
                  <a:cubicBezTo>
                    <a:pt x="342" y="547"/>
                    <a:pt x="413" y="274"/>
                    <a:pt x="413" y="37"/>
                  </a:cubicBezTo>
                  <a:cubicBezTo>
                    <a:pt x="368" y="23"/>
                    <a:pt x="331" y="12"/>
                    <a:pt x="308" y="0"/>
                  </a:cubicBezTo>
                  <a:close/>
                </a:path>
              </a:pathLst>
            </a:custGeom>
            <a:solidFill>
              <a:srgbClr val="F4B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43">
              <a:extLst>
                <a:ext uri="{FF2B5EF4-FFF2-40B4-BE49-F238E27FC236}">
                  <a16:creationId xmlns:a16="http://schemas.microsoft.com/office/drawing/2014/main" id="{C301E170-44A3-ABB8-86A3-ADA57663ABC5}"/>
                </a:ext>
              </a:extLst>
            </p:cNvPr>
            <p:cNvSpPr/>
            <p:nvPr/>
          </p:nvSpPr>
          <p:spPr>
            <a:xfrm>
              <a:off x="6799922" y="4382383"/>
              <a:ext cx="60471" cy="128665"/>
            </a:xfrm>
            <a:custGeom>
              <a:avLst/>
              <a:gdLst/>
              <a:ahLst/>
              <a:cxnLst/>
              <a:rect l="l" t="t" r="r" b="b"/>
              <a:pathLst>
                <a:path w="368" h="783" extrusionOk="0">
                  <a:moveTo>
                    <a:pt x="236" y="0"/>
                  </a:moveTo>
                  <a:cubicBezTo>
                    <a:pt x="214" y="34"/>
                    <a:pt x="191" y="60"/>
                    <a:pt x="191" y="94"/>
                  </a:cubicBezTo>
                  <a:cubicBezTo>
                    <a:pt x="165" y="307"/>
                    <a:pt x="165" y="603"/>
                    <a:pt x="0" y="760"/>
                  </a:cubicBezTo>
                  <a:cubicBezTo>
                    <a:pt x="12" y="760"/>
                    <a:pt x="23" y="760"/>
                    <a:pt x="37" y="771"/>
                  </a:cubicBezTo>
                  <a:cubicBezTo>
                    <a:pt x="94" y="782"/>
                    <a:pt x="191" y="782"/>
                    <a:pt x="296" y="782"/>
                  </a:cubicBezTo>
                  <a:cubicBezTo>
                    <a:pt x="367" y="532"/>
                    <a:pt x="251" y="262"/>
                    <a:pt x="345" y="23"/>
                  </a:cubicBezTo>
                  <a:cubicBezTo>
                    <a:pt x="308" y="12"/>
                    <a:pt x="273" y="12"/>
                    <a:pt x="236" y="0"/>
                  </a:cubicBezTo>
                  <a:close/>
                </a:path>
              </a:pathLst>
            </a:custGeom>
            <a:solidFill>
              <a:srgbClr val="F4B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43">
              <a:extLst>
                <a:ext uri="{FF2B5EF4-FFF2-40B4-BE49-F238E27FC236}">
                  <a16:creationId xmlns:a16="http://schemas.microsoft.com/office/drawing/2014/main" id="{D1B29810-AE07-5AB0-C05B-C8E9B1723C85}"/>
                </a:ext>
              </a:extLst>
            </p:cNvPr>
            <p:cNvSpPr/>
            <p:nvPr/>
          </p:nvSpPr>
          <p:spPr>
            <a:xfrm>
              <a:off x="6848562" y="4385999"/>
              <a:ext cx="46832" cy="123242"/>
            </a:xfrm>
            <a:custGeom>
              <a:avLst/>
              <a:gdLst/>
              <a:ahLst/>
              <a:cxnLst/>
              <a:rect l="l" t="t" r="r" b="b"/>
              <a:pathLst>
                <a:path w="285" h="750" extrusionOk="0">
                  <a:moveTo>
                    <a:pt x="142" y="1"/>
                  </a:moveTo>
                  <a:cubicBezTo>
                    <a:pt x="0" y="214"/>
                    <a:pt x="60" y="510"/>
                    <a:pt x="168" y="749"/>
                  </a:cubicBezTo>
                  <a:cubicBezTo>
                    <a:pt x="214" y="738"/>
                    <a:pt x="251" y="738"/>
                    <a:pt x="285" y="738"/>
                  </a:cubicBezTo>
                  <a:cubicBezTo>
                    <a:pt x="179" y="499"/>
                    <a:pt x="120" y="226"/>
                    <a:pt x="225" y="1"/>
                  </a:cubicBezTo>
                  <a:close/>
                </a:path>
              </a:pathLst>
            </a:custGeom>
            <a:solidFill>
              <a:srgbClr val="F4B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43">
              <a:extLst>
                <a:ext uri="{FF2B5EF4-FFF2-40B4-BE49-F238E27FC236}">
                  <a16:creationId xmlns:a16="http://schemas.microsoft.com/office/drawing/2014/main" id="{E07D50C5-2ED6-A152-181B-1476B61796DC}"/>
                </a:ext>
              </a:extLst>
            </p:cNvPr>
            <p:cNvSpPr/>
            <p:nvPr/>
          </p:nvSpPr>
          <p:spPr>
            <a:xfrm>
              <a:off x="6993004" y="4358885"/>
              <a:ext cx="52419" cy="85776"/>
            </a:xfrm>
            <a:custGeom>
              <a:avLst/>
              <a:gdLst/>
              <a:ahLst/>
              <a:cxnLst/>
              <a:rect l="l" t="t" r="r" b="b"/>
              <a:pathLst>
                <a:path w="319" h="522" extrusionOk="0">
                  <a:moveTo>
                    <a:pt x="83" y="1"/>
                  </a:moveTo>
                  <a:cubicBezTo>
                    <a:pt x="0" y="203"/>
                    <a:pt x="106" y="379"/>
                    <a:pt x="236" y="522"/>
                  </a:cubicBezTo>
                  <a:cubicBezTo>
                    <a:pt x="271" y="499"/>
                    <a:pt x="296" y="462"/>
                    <a:pt x="319" y="428"/>
                  </a:cubicBezTo>
                  <a:cubicBezTo>
                    <a:pt x="199" y="308"/>
                    <a:pt x="177" y="155"/>
                    <a:pt x="188" y="1"/>
                  </a:cubicBezTo>
                  <a:close/>
                </a:path>
              </a:pathLst>
            </a:custGeom>
            <a:solidFill>
              <a:srgbClr val="F4B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43">
              <a:extLst>
                <a:ext uri="{FF2B5EF4-FFF2-40B4-BE49-F238E27FC236}">
                  <a16:creationId xmlns:a16="http://schemas.microsoft.com/office/drawing/2014/main" id="{58798730-53B2-7BCB-81CA-DCAC4A97BEDE}"/>
                </a:ext>
              </a:extLst>
            </p:cNvPr>
            <p:cNvSpPr/>
            <p:nvPr/>
          </p:nvSpPr>
          <p:spPr>
            <a:xfrm>
              <a:off x="6447444" y="2995640"/>
              <a:ext cx="352636" cy="331274"/>
            </a:xfrm>
            <a:custGeom>
              <a:avLst/>
              <a:gdLst/>
              <a:ahLst/>
              <a:cxnLst/>
              <a:rect l="l" t="t" r="r" b="b"/>
              <a:pathLst>
                <a:path w="2146" h="2016" extrusionOk="0">
                  <a:moveTo>
                    <a:pt x="980" y="1"/>
                  </a:moveTo>
                  <a:cubicBezTo>
                    <a:pt x="947" y="1"/>
                    <a:pt x="912" y="4"/>
                    <a:pt x="877" y="10"/>
                  </a:cubicBezTo>
                  <a:cubicBezTo>
                    <a:pt x="1056" y="47"/>
                    <a:pt x="1127" y="152"/>
                    <a:pt x="1127" y="152"/>
                  </a:cubicBezTo>
                  <a:cubicBezTo>
                    <a:pt x="1127" y="152"/>
                    <a:pt x="956" y="67"/>
                    <a:pt x="763" y="67"/>
                  </a:cubicBezTo>
                  <a:cubicBezTo>
                    <a:pt x="687" y="67"/>
                    <a:pt x="607" y="81"/>
                    <a:pt x="532" y="118"/>
                  </a:cubicBezTo>
                  <a:cubicBezTo>
                    <a:pt x="711" y="129"/>
                    <a:pt x="760" y="178"/>
                    <a:pt x="760" y="178"/>
                  </a:cubicBezTo>
                  <a:cubicBezTo>
                    <a:pt x="760" y="178"/>
                    <a:pt x="745" y="177"/>
                    <a:pt x="719" y="177"/>
                  </a:cubicBezTo>
                  <a:cubicBezTo>
                    <a:pt x="614" y="177"/>
                    <a:pt x="331" y="193"/>
                    <a:pt x="225" y="365"/>
                  </a:cubicBezTo>
                  <a:cubicBezTo>
                    <a:pt x="344" y="343"/>
                    <a:pt x="416" y="343"/>
                    <a:pt x="416" y="343"/>
                  </a:cubicBezTo>
                  <a:lnTo>
                    <a:pt x="416" y="343"/>
                  </a:lnTo>
                  <a:cubicBezTo>
                    <a:pt x="416" y="343"/>
                    <a:pt x="71" y="402"/>
                    <a:pt x="0" y="721"/>
                  </a:cubicBezTo>
                  <a:cubicBezTo>
                    <a:pt x="106" y="638"/>
                    <a:pt x="236" y="579"/>
                    <a:pt x="236" y="579"/>
                  </a:cubicBezTo>
                  <a:lnTo>
                    <a:pt x="236" y="579"/>
                  </a:lnTo>
                  <a:cubicBezTo>
                    <a:pt x="236" y="579"/>
                    <a:pt x="49" y="758"/>
                    <a:pt x="60" y="983"/>
                  </a:cubicBezTo>
                  <a:cubicBezTo>
                    <a:pt x="232" y="752"/>
                    <a:pt x="599" y="533"/>
                    <a:pt x="1024" y="533"/>
                  </a:cubicBezTo>
                  <a:cubicBezTo>
                    <a:pt x="1034" y="533"/>
                    <a:pt x="1045" y="533"/>
                    <a:pt x="1056" y="533"/>
                  </a:cubicBezTo>
                  <a:cubicBezTo>
                    <a:pt x="1502" y="544"/>
                    <a:pt x="1612" y="1279"/>
                    <a:pt x="1647" y="1279"/>
                  </a:cubicBezTo>
                  <a:cubicBezTo>
                    <a:pt x="1647" y="1279"/>
                    <a:pt x="1647" y="1279"/>
                    <a:pt x="1647" y="1279"/>
                  </a:cubicBezTo>
                  <a:cubicBezTo>
                    <a:pt x="1648" y="1278"/>
                    <a:pt x="1648" y="1278"/>
                    <a:pt x="1648" y="1278"/>
                  </a:cubicBezTo>
                  <a:cubicBezTo>
                    <a:pt x="1670" y="1278"/>
                    <a:pt x="1625" y="2015"/>
                    <a:pt x="1625" y="2015"/>
                  </a:cubicBezTo>
                  <a:cubicBezTo>
                    <a:pt x="1625" y="2015"/>
                    <a:pt x="2145" y="1290"/>
                    <a:pt x="2097" y="818"/>
                  </a:cubicBezTo>
                  <a:cubicBezTo>
                    <a:pt x="2065" y="490"/>
                    <a:pt x="1949" y="442"/>
                    <a:pt x="1884" y="442"/>
                  </a:cubicBezTo>
                  <a:cubicBezTo>
                    <a:pt x="1857" y="442"/>
                    <a:pt x="1838" y="451"/>
                    <a:pt x="1838" y="451"/>
                  </a:cubicBezTo>
                  <a:cubicBezTo>
                    <a:pt x="1838" y="451"/>
                    <a:pt x="1670" y="47"/>
                    <a:pt x="1280" y="10"/>
                  </a:cubicBezTo>
                  <a:lnTo>
                    <a:pt x="1280" y="10"/>
                  </a:lnTo>
                  <a:cubicBezTo>
                    <a:pt x="1411" y="106"/>
                    <a:pt x="1423" y="189"/>
                    <a:pt x="1423" y="189"/>
                  </a:cubicBezTo>
                  <a:cubicBezTo>
                    <a:pt x="1423" y="189"/>
                    <a:pt x="1253" y="1"/>
                    <a:pt x="9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43">
              <a:extLst>
                <a:ext uri="{FF2B5EF4-FFF2-40B4-BE49-F238E27FC236}">
                  <a16:creationId xmlns:a16="http://schemas.microsoft.com/office/drawing/2014/main" id="{951378C6-7212-C986-4BF6-E0BA29548729}"/>
                </a:ext>
              </a:extLst>
            </p:cNvPr>
            <p:cNvSpPr/>
            <p:nvPr/>
          </p:nvSpPr>
          <p:spPr>
            <a:xfrm>
              <a:off x="6250582" y="3447371"/>
              <a:ext cx="251742" cy="592876"/>
            </a:xfrm>
            <a:custGeom>
              <a:avLst/>
              <a:gdLst/>
              <a:ahLst/>
              <a:cxnLst/>
              <a:rect l="l" t="t" r="r" b="b"/>
              <a:pathLst>
                <a:path w="1532" h="3608" extrusionOk="0">
                  <a:moveTo>
                    <a:pt x="1531" y="0"/>
                  </a:moveTo>
                  <a:cubicBezTo>
                    <a:pt x="1531" y="0"/>
                    <a:pt x="1221" y="83"/>
                    <a:pt x="1008" y="367"/>
                  </a:cubicBezTo>
                  <a:cubicBezTo>
                    <a:pt x="843" y="592"/>
                    <a:pt x="678" y="925"/>
                    <a:pt x="535" y="1258"/>
                  </a:cubicBezTo>
                  <a:cubicBezTo>
                    <a:pt x="308" y="1838"/>
                    <a:pt x="1" y="3070"/>
                    <a:pt x="120" y="3403"/>
                  </a:cubicBezTo>
                  <a:cubicBezTo>
                    <a:pt x="172" y="3539"/>
                    <a:pt x="275" y="3608"/>
                    <a:pt x="388" y="3608"/>
                  </a:cubicBezTo>
                  <a:cubicBezTo>
                    <a:pt x="560" y="3608"/>
                    <a:pt x="755" y="3447"/>
                    <a:pt x="820" y="3118"/>
                  </a:cubicBezTo>
                  <a:cubicBezTo>
                    <a:pt x="937" y="2561"/>
                    <a:pt x="1531" y="0"/>
                    <a:pt x="1531" y="0"/>
                  </a:cubicBezTo>
                  <a:close/>
                </a:path>
              </a:pathLst>
            </a:custGeom>
            <a:solidFill>
              <a:srgbClr val="FF71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43">
              <a:extLst>
                <a:ext uri="{FF2B5EF4-FFF2-40B4-BE49-F238E27FC236}">
                  <a16:creationId xmlns:a16="http://schemas.microsoft.com/office/drawing/2014/main" id="{27C849C0-2A73-B02D-0D70-A9C5A8DAB108}"/>
                </a:ext>
              </a:extLst>
            </p:cNvPr>
            <p:cNvSpPr/>
            <p:nvPr/>
          </p:nvSpPr>
          <p:spPr>
            <a:xfrm>
              <a:off x="6347863" y="3419436"/>
              <a:ext cx="596162" cy="749475"/>
            </a:xfrm>
            <a:custGeom>
              <a:avLst/>
              <a:gdLst/>
              <a:ahLst/>
              <a:cxnLst/>
              <a:rect l="l" t="t" r="r" b="b"/>
              <a:pathLst>
                <a:path w="3628" h="4561" extrusionOk="0">
                  <a:moveTo>
                    <a:pt x="1858" y="0"/>
                  </a:moveTo>
                  <a:cubicBezTo>
                    <a:pt x="1730" y="0"/>
                    <a:pt x="1593" y="4"/>
                    <a:pt x="1471" y="17"/>
                  </a:cubicBezTo>
                  <a:cubicBezTo>
                    <a:pt x="1352" y="28"/>
                    <a:pt x="1022" y="99"/>
                    <a:pt x="868" y="219"/>
                  </a:cubicBezTo>
                  <a:cubicBezTo>
                    <a:pt x="749" y="290"/>
                    <a:pt x="640" y="361"/>
                    <a:pt x="584" y="478"/>
                  </a:cubicBezTo>
                  <a:cubicBezTo>
                    <a:pt x="475" y="668"/>
                    <a:pt x="310" y="987"/>
                    <a:pt x="191" y="1297"/>
                  </a:cubicBezTo>
                  <a:cubicBezTo>
                    <a:pt x="0" y="1783"/>
                    <a:pt x="26" y="2020"/>
                    <a:pt x="168" y="2293"/>
                  </a:cubicBezTo>
                  <a:cubicBezTo>
                    <a:pt x="299" y="2577"/>
                    <a:pt x="427" y="3109"/>
                    <a:pt x="191" y="4093"/>
                  </a:cubicBezTo>
                  <a:cubicBezTo>
                    <a:pt x="268" y="4269"/>
                    <a:pt x="844" y="4560"/>
                    <a:pt x="1663" y="4560"/>
                  </a:cubicBezTo>
                  <a:cubicBezTo>
                    <a:pt x="2227" y="4560"/>
                    <a:pt x="2906" y="4422"/>
                    <a:pt x="3616" y="4011"/>
                  </a:cubicBezTo>
                  <a:cubicBezTo>
                    <a:pt x="3628" y="3880"/>
                    <a:pt x="3096" y="3761"/>
                    <a:pt x="3130" y="3169"/>
                  </a:cubicBezTo>
                  <a:cubicBezTo>
                    <a:pt x="3178" y="2552"/>
                    <a:pt x="3261" y="1499"/>
                    <a:pt x="3320" y="372"/>
                  </a:cubicBezTo>
                  <a:cubicBezTo>
                    <a:pt x="2763" y="99"/>
                    <a:pt x="2336" y="17"/>
                    <a:pt x="2336" y="17"/>
                  </a:cubicBezTo>
                  <a:cubicBezTo>
                    <a:pt x="2336" y="17"/>
                    <a:pt x="2115" y="0"/>
                    <a:pt x="1858" y="0"/>
                  </a:cubicBezTo>
                  <a:close/>
                </a:path>
              </a:pathLst>
            </a:custGeom>
            <a:solidFill>
              <a:srgbClr val="FF71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43">
              <a:extLst>
                <a:ext uri="{FF2B5EF4-FFF2-40B4-BE49-F238E27FC236}">
                  <a16:creationId xmlns:a16="http://schemas.microsoft.com/office/drawing/2014/main" id="{F7591D60-D6D1-7BDB-20FD-77C3814F5D54}"/>
                </a:ext>
              </a:extLst>
            </p:cNvPr>
            <p:cNvSpPr/>
            <p:nvPr/>
          </p:nvSpPr>
          <p:spPr>
            <a:xfrm>
              <a:off x="6387137" y="3941991"/>
              <a:ext cx="549494" cy="226929"/>
            </a:xfrm>
            <a:custGeom>
              <a:avLst/>
              <a:gdLst/>
              <a:ahLst/>
              <a:cxnLst/>
              <a:rect l="l" t="t" r="r" b="b"/>
              <a:pathLst>
                <a:path w="3344" h="1381" extrusionOk="0">
                  <a:moveTo>
                    <a:pt x="2891" y="0"/>
                  </a:moveTo>
                  <a:lnTo>
                    <a:pt x="2891" y="0"/>
                  </a:lnTo>
                  <a:cubicBezTo>
                    <a:pt x="2322" y="30"/>
                    <a:pt x="1745" y="68"/>
                    <a:pt x="1167" y="68"/>
                  </a:cubicBezTo>
                  <a:cubicBezTo>
                    <a:pt x="806" y="68"/>
                    <a:pt x="443" y="53"/>
                    <a:pt x="83" y="12"/>
                  </a:cubicBezTo>
                  <a:cubicBezTo>
                    <a:pt x="83" y="225"/>
                    <a:pt x="60" y="464"/>
                    <a:pt x="0" y="748"/>
                  </a:cubicBezTo>
                  <a:cubicBezTo>
                    <a:pt x="94" y="723"/>
                    <a:pt x="188" y="689"/>
                    <a:pt x="248" y="606"/>
                  </a:cubicBezTo>
                  <a:cubicBezTo>
                    <a:pt x="273" y="925"/>
                    <a:pt x="438" y="1138"/>
                    <a:pt x="652" y="1292"/>
                  </a:cubicBezTo>
                  <a:cubicBezTo>
                    <a:pt x="868" y="1345"/>
                    <a:pt x="1125" y="1381"/>
                    <a:pt x="1413" y="1381"/>
                  </a:cubicBezTo>
                  <a:cubicBezTo>
                    <a:pt x="1835" y="1381"/>
                    <a:pt x="2323" y="1304"/>
                    <a:pt x="2845" y="1093"/>
                  </a:cubicBezTo>
                  <a:cubicBezTo>
                    <a:pt x="2999" y="973"/>
                    <a:pt x="3175" y="865"/>
                    <a:pt x="3343" y="760"/>
                  </a:cubicBezTo>
                  <a:cubicBezTo>
                    <a:pt x="3224" y="652"/>
                    <a:pt x="2868" y="475"/>
                    <a:pt x="2891" y="0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43">
              <a:extLst>
                <a:ext uri="{FF2B5EF4-FFF2-40B4-BE49-F238E27FC236}">
                  <a16:creationId xmlns:a16="http://schemas.microsoft.com/office/drawing/2014/main" id="{ED18EBDE-DC6F-445C-714E-FC96E6CDAB51}"/>
                </a:ext>
              </a:extLst>
            </p:cNvPr>
            <p:cNvSpPr/>
            <p:nvPr/>
          </p:nvSpPr>
          <p:spPr>
            <a:xfrm>
              <a:off x="6519747" y="3256589"/>
              <a:ext cx="258808" cy="262916"/>
            </a:xfrm>
            <a:custGeom>
              <a:avLst/>
              <a:gdLst/>
              <a:ahLst/>
              <a:cxnLst/>
              <a:rect l="l" t="t" r="r" b="b"/>
              <a:pathLst>
                <a:path w="1575" h="1600" extrusionOk="0">
                  <a:moveTo>
                    <a:pt x="1173" y="1"/>
                  </a:moveTo>
                  <a:lnTo>
                    <a:pt x="402" y="854"/>
                  </a:lnTo>
                  <a:cubicBezTo>
                    <a:pt x="402" y="854"/>
                    <a:pt x="425" y="1008"/>
                    <a:pt x="331" y="1053"/>
                  </a:cubicBezTo>
                  <a:cubicBezTo>
                    <a:pt x="260" y="1090"/>
                    <a:pt x="249" y="1079"/>
                    <a:pt x="141" y="1124"/>
                  </a:cubicBezTo>
                  <a:cubicBezTo>
                    <a:pt x="0" y="1183"/>
                    <a:pt x="159" y="1600"/>
                    <a:pt x="735" y="1600"/>
                  </a:cubicBezTo>
                  <a:cubicBezTo>
                    <a:pt x="742" y="1600"/>
                    <a:pt x="750" y="1600"/>
                    <a:pt x="758" y="1599"/>
                  </a:cubicBezTo>
                  <a:cubicBezTo>
                    <a:pt x="1327" y="1588"/>
                    <a:pt x="1574" y="1161"/>
                    <a:pt x="1492" y="1124"/>
                  </a:cubicBezTo>
                  <a:cubicBezTo>
                    <a:pt x="1338" y="1053"/>
                    <a:pt x="1267" y="959"/>
                    <a:pt x="1256" y="865"/>
                  </a:cubicBezTo>
                  <a:cubicBezTo>
                    <a:pt x="1244" y="757"/>
                    <a:pt x="1173" y="1"/>
                    <a:pt x="1173" y="1"/>
                  </a:cubicBezTo>
                  <a:close/>
                </a:path>
              </a:pathLst>
            </a:custGeom>
            <a:solidFill>
              <a:srgbClr val="D8A1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43">
              <a:extLst>
                <a:ext uri="{FF2B5EF4-FFF2-40B4-BE49-F238E27FC236}">
                  <a16:creationId xmlns:a16="http://schemas.microsoft.com/office/drawing/2014/main" id="{6E038049-CADC-B935-8669-4CE7991CF97E}"/>
                </a:ext>
              </a:extLst>
            </p:cNvPr>
            <p:cNvSpPr/>
            <p:nvPr/>
          </p:nvSpPr>
          <p:spPr>
            <a:xfrm>
              <a:off x="6581534" y="3256589"/>
              <a:ext cx="138524" cy="177961"/>
            </a:xfrm>
            <a:custGeom>
              <a:avLst/>
              <a:gdLst/>
              <a:ahLst/>
              <a:cxnLst/>
              <a:rect l="l" t="t" r="r" b="b"/>
              <a:pathLst>
                <a:path w="843" h="1083" extrusionOk="0">
                  <a:moveTo>
                    <a:pt x="797" y="1"/>
                  </a:moveTo>
                  <a:lnTo>
                    <a:pt x="26" y="854"/>
                  </a:lnTo>
                  <a:cubicBezTo>
                    <a:pt x="26" y="854"/>
                    <a:pt x="38" y="948"/>
                    <a:pt x="1" y="1019"/>
                  </a:cubicBezTo>
                  <a:cubicBezTo>
                    <a:pt x="89" y="1057"/>
                    <a:pt x="174" y="1083"/>
                    <a:pt x="262" y="1083"/>
                  </a:cubicBezTo>
                  <a:cubicBezTo>
                    <a:pt x="364" y="1083"/>
                    <a:pt x="469" y="1048"/>
                    <a:pt x="584" y="959"/>
                  </a:cubicBezTo>
                  <a:cubicBezTo>
                    <a:pt x="701" y="840"/>
                    <a:pt x="783" y="663"/>
                    <a:pt x="843" y="498"/>
                  </a:cubicBezTo>
                  <a:cubicBezTo>
                    <a:pt x="820" y="260"/>
                    <a:pt x="797" y="1"/>
                    <a:pt x="797" y="1"/>
                  </a:cubicBezTo>
                  <a:close/>
                </a:path>
              </a:pathLst>
            </a:custGeom>
            <a:solidFill>
              <a:srgbClr val="D58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43">
              <a:extLst>
                <a:ext uri="{FF2B5EF4-FFF2-40B4-BE49-F238E27FC236}">
                  <a16:creationId xmlns:a16="http://schemas.microsoft.com/office/drawing/2014/main" id="{522051CB-CB35-60CA-A925-C33DA3F1E9E4}"/>
                </a:ext>
              </a:extLst>
            </p:cNvPr>
            <p:cNvSpPr/>
            <p:nvPr/>
          </p:nvSpPr>
          <p:spPr>
            <a:xfrm>
              <a:off x="6486225" y="3076324"/>
              <a:ext cx="270803" cy="324701"/>
            </a:xfrm>
            <a:custGeom>
              <a:avLst/>
              <a:gdLst/>
              <a:ahLst/>
              <a:cxnLst/>
              <a:rect l="l" t="t" r="r" b="b"/>
              <a:pathLst>
                <a:path w="1648" h="1976" extrusionOk="0">
                  <a:moveTo>
                    <a:pt x="710" y="1"/>
                  </a:moveTo>
                  <a:cubicBezTo>
                    <a:pt x="532" y="1"/>
                    <a:pt x="416" y="88"/>
                    <a:pt x="416" y="88"/>
                  </a:cubicBezTo>
                  <a:cubicBezTo>
                    <a:pt x="416" y="88"/>
                    <a:pt x="0" y="386"/>
                    <a:pt x="97" y="1061"/>
                  </a:cubicBezTo>
                  <a:cubicBezTo>
                    <a:pt x="191" y="1738"/>
                    <a:pt x="427" y="1937"/>
                    <a:pt x="618" y="1974"/>
                  </a:cubicBezTo>
                  <a:cubicBezTo>
                    <a:pt x="629" y="1975"/>
                    <a:pt x="641" y="1976"/>
                    <a:pt x="655" y="1976"/>
                  </a:cubicBezTo>
                  <a:cubicBezTo>
                    <a:pt x="869" y="1976"/>
                    <a:pt x="1345" y="1798"/>
                    <a:pt x="1411" y="1251"/>
                  </a:cubicBezTo>
                  <a:cubicBezTo>
                    <a:pt x="1591" y="1169"/>
                    <a:pt x="1648" y="967"/>
                    <a:pt x="1636" y="825"/>
                  </a:cubicBezTo>
                  <a:cubicBezTo>
                    <a:pt x="1636" y="749"/>
                    <a:pt x="1573" y="706"/>
                    <a:pt x="1510" y="706"/>
                  </a:cubicBezTo>
                  <a:cubicBezTo>
                    <a:pt x="1455" y="706"/>
                    <a:pt x="1399" y="740"/>
                    <a:pt x="1389" y="813"/>
                  </a:cubicBezTo>
                  <a:cubicBezTo>
                    <a:pt x="1329" y="634"/>
                    <a:pt x="1318" y="256"/>
                    <a:pt x="996" y="76"/>
                  </a:cubicBezTo>
                  <a:cubicBezTo>
                    <a:pt x="891" y="20"/>
                    <a:pt x="793" y="1"/>
                    <a:pt x="710" y="1"/>
                  </a:cubicBezTo>
                  <a:close/>
                </a:path>
              </a:pathLst>
            </a:custGeom>
            <a:solidFill>
              <a:srgbClr val="D8A1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43">
              <a:extLst>
                <a:ext uri="{FF2B5EF4-FFF2-40B4-BE49-F238E27FC236}">
                  <a16:creationId xmlns:a16="http://schemas.microsoft.com/office/drawing/2014/main" id="{E5DA96AC-FBF7-0AA7-C446-F315C44ED830}"/>
                </a:ext>
              </a:extLst>
            </p:cNvPr>
            <p:cNvSpPr/>
            <p:nvPr/>
          </p:nvSpPr>
          <p:spPr>
            <a:xfrm>
              <a:off x="6297415" y="3541201"/>
              <a:ext cx="761635" cy="693277"/>
            </a:xfrm>
            <a:custGeom>
              <a:avLst/>
              <a:gdLst/>
              <a:ahLst/>
              <a:cxnLst/>
              <a:rect l="l" t="t" r="r" b="b"/>
              <a:pathLst>
                <a:path w="4635" h="4219" extrusionOk="0">
                  <a:moveTo>
                    <a:pt x="2300" y="1"/>
                  </a:moveTo>
                  <a:cubicBezTo>
                    <a:pt x="2179" y="1"/>
                    <a:pt x="2031" y="111"/>
                    <a:pt x="1872" y="388"/>
                  </a:cubicBezTo>
                  <a:cubicBezTo>
                    <a:pt x="1542" y="971"/>
                    <a:pt x="592" y="1185"/>
                    <a:pt x="592" y="1185"/>
                  </a:cubicBezTo>
                  <a:cubicBezTo>
                    <a:pt x="378" y="1219"/>
                    <a:pt x="0" y="1623"/>
                    <a:pt x="296" y="1882"/>
                  </a:cubicBezTo>
                  <a:cubicBezTo>
                    <a:pt x="606" y="2143"/>
                    <a:pt x="1115" y="3116"/>
                    <a:pt x="1329" y="3506"/>
                  </a:cubicBezTo>
                  <a:cubicBezTo>
                    <a:pt x="1471" y="3766"/>
                    <a:pt x="1638" y="4218"/>
                    <a:pt x="1867" y="4218"/>
                  </a:cubicBezTo>
                  <a:cubicBezTo>
                    <a:pt x="1921" y="4218"/>
                    <a:pt x="1979" y="4193"/>
                    <a:pt x="2040" y="4135"/>
                  </a:cubicBezTo>
                  <a:cubicBezTo>
                    <a:pt x="2370" y="3816"/>
                    <a:pt x="3556" y="2963"/>
                    <a:pt x="3852" y="2963"/>
                  </a:cubicBezTo>
                  <a:cubicBezTo>
                    <a:pt x="4148" y="2963"/>
                    <a:pt x="4634" y="2013"/>
                    <a:pt x="4043" y="1705"/>
                  </a:cubicBezTo>
                  <a:cubicBezTo>
                    <a:pt x="3462" y="1384"/>
                    <a:pt x="2654" y="661"/>
                    <a:pt x="2572" y="317"/>
                  </a:cubicBezTo>
                  <a:cubicBezTo>
                    <a:pt x="2529" y="131"/>
                    <a:pt x="2431" y="1"/>
                    <a:pt x="2300" y="1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43">
              <a:extLst>
                <a:ext uri="{FF2B5EF4-FFF2-40B4-BE49-F238E27FC236}">
                  <a16:creationId xmlns:a16="http://schemas.microsoft.com/office/drawing/2014/main" id="{734BC04D-3A16-6585-DBA8-C2BAA30A6E26}"/>
                </a:ext>
              </a:extLst>
            </p:cNvPr>
            <p:cNvSpPr/>
            <p:nvPr/>
          </p:nvSpPr>
          <p:spPr>
            <a:xfrm>
              <a:off x="6297415" y="3541201"/>
              <a:ext cx="767715" cy="693277"/>
            </a:xfrm>
            <a:custGeom>
              <a:avLst/>
              <a:gdLst/>
              <a:ahLst/>
              <a:cxnLst/>
              <a:rect l="l" t="t" r="r" b="b"/>
              <a:pathLst>
                <a:path w="4672" h="4219" extrusionOk="0">
                  <a:moveTo>
                    <a:pt x="2300" y="1"/>
                  </a:moveTo>
                  <a:cubicBezTo>
                    <a:pt x="2179" y="1"/>
                    <a:pt x="2031" y="111"/>
                    <a:pt x="1872" y="388"/>
                  </a:cubicBezTo>
                  <a:cubicBezTo>
                    <a:pt x="1542" y="971"/>
                    <a:pt x="629" y="1444"/>
                    <a:pt x="629" y="1444"/>
                  </a:cubicBezTo>
                  <a:cubicBezTo>
                    <a:pt x="427" y="1481"/>
                    <a:pt x="0" y="1623"/>
                    <a:pt x="296" y="1882"/>
                  </a:cubicBezTo>
                  <a:cubicBezTo>
                    <a:pt x="606" y="2143"/>
                    <a:pt x="1115" y="3116"/>
                    <a:pt x="1329" y="3506"/>
                  </a:cubicBezTo>
                  <a:cubicBezTo>
                    <a:pt x="1471" y="3766"/>
                    <a:pt x="1638" y="4218"/>
                    <a:pt x="1867" y="4218"/>
                  </a:cubicBezTo>
                  <a:cubicBezTo>
                    <a:pt x="1921" y="4218"/>
                    <a:pt x="1979" y="4193"/>
                    <a:pt x="2040" y="4135"/>
                  </a:cubicBezTo>
                  <a:cubicBezTo>
                    <a:pt x="2370" y="3816"/>
                    <a:pt x="3556" y="2963"/>
                    <a:pt x="3852" y="2963"/>
                  </a:cubicBezTo>
                  <a:cubicBezTo>
                    <a:pt x="4148" y="2963"/>
                    <a:pt x="4671" y="2618"/>
                    <a:pt x="4077" y="2308"/>
                  </a:cubicBezTo>
                  <a:cubicBezTo>
                    <a:pt x="3485" y="2001"/>
                    <a:pt x="2654" y="661"/>
                    <a:pt x="2572" y="317"/>
                  </a:cubicBezTo>
                  <a:cubicBezTo>
                    <a:pt x="2529" y="131"/>
                    <a:pt x="2431" y="1"/>
                    <a:pt x="2300" y="1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43">
              <a:extLst>
                <a:ext uri="{FF2B5EF4-FFF2-40B4-BE49-F238E27FC236}">
                  <a16:creationId xmlns:a16="http://schemas.microsoft.com/office/drawing/2014/main" id="{9EE4D830-8B32-60AE-23D7-C64B7B0C894A}"/>
                </a:ext>
              </a:extLst>
            </p:cNvPr>
            <p:cNvSpPr/>
            <p:nvPr/>
          </p:nvSpPr>
          <p:spPr>
            <a:xfrm>
              <a:off x="6332416" y="3604959"/>
              <a:ext cx="695741" cy="628698"/>
            </a:xfrm>
            <a:custGeom>
              <a:avLst/>
              <a:gdLst/>
              <a:ahLst/>
              <a:cxnLst/>
              <a:rect l="l" t="t" r="r" b="b"/>
              <a:pathLst>
                <a:path w="4234" h="3826" extrusionOk="0">
                  <a:moveTo>
                    <a:pt x="2090" y="1"/>
                  </a:moveTo>
                  <a:cubicBezTo>
                    <a:pt x="1980" y="1"/>
                    <a:pt x="1843" y="101"/>
                    <a:pt x="1696" y="356"/>
                  </a:cubicBezTo>
                  <a:cubicBezTo>
                    <a:pt x="1400" y="891"/>
                    <a:pt x="569" y="1317"/>
                    <a:pt x="569" y="1317"/>
                  </a:cubicBezTo>
                  <a:cubicBezTo>
                    <a:pt x="379" y="1351"/>
                    <a:pt x="0" y="1482"/>
                    <a:pt x="274" y="1707"/>
                  </a:cubicBezTo>
                  <a:cubicBezTo>
                    <a:pt x="547" y="1946"/>
                    <a:pt x="1008" y="2834"/>
                    <a:pt x="1210" y="3189"/>
                  </a:cubicBezTo>
                  <a:cubicBezTo>
                    <a:pt x="1333" y="3419"/>
                    <a:pt x="1481" y="3825"/>
                    <a:pt x="1689" y="3825"/>
                  </a:cubicBezTo>
                  <a:cubicBezTo>
                    <a:pt x="1739" y="3825"/>
                    <a:pt x="1792" y="3802"/>
                    <a:pt x="1850" y="3747"/>
                  </a:cubicBezTo>
                  <a:cubicBezTo>
                    <a:pt x="2145" y="3462"/>
                    <a:pt x="3224" y="2691"/>
                    <a:pt x="3485" y="2691"/>
                  </a:cubicBezTo>
                  <a:cubicBezTo>
                    <a:pt x="3759" y="2691"/>
                    <a:pt x="4234" y="2384"/>
                    <a:pt x="3699" y="2100"/>
                  </a:cubicBezTo>
                  <a:cubicBezTo>
                    <a:pt x="3167" y="1815"/>
                    <a:pt x="2407" y="606"/>
                    <a:pt x="2336" y="285"/>
                  </a:cubicBezTo>
                  <a:cubicBezTo>
                    <a:pt x="2299" y="119"/>
                    <a:pt x="2210" y="1"/>
                    <a:pt x="2090" y="1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43">
              <a:extLst>
                <a:ext uri="{FF2B5EF4-FFF2-40B4-BE49-F238E27FC236}">
                  <a16:creationId xmlns:a16="http://schemas.microsoft.com/office/drawing/2014/main" id="{D9DAC28F-286F-713B-CF79-CFEADB833C6E}"/>
                </a:ext>
              </a:extLst>
            </p:cNvPr>
            <p:cNvSpPr/>
            <p:nvPr/>
          </p:nvSpPr>
          <p:spPr>
            <a:xfrm>
              <a:off x="6433805" y="3997369"/>
              <a:ext cx="142303" cy="109767"/>
            </a:xfrm>
            <a:custGeom>
              <a:avLst/>
              <a:gdLst/>
              <a:ahLst/>
              <a:cxnLst/>
              <a:rect l="l" t="t" r="r" b="b"/>
              <a:pathLst>
                <a:path w="866" h="668" extrusionOk="0">
                  <a:moveTo>
                    <a:pt x="260" y="0"/>
                  </a:moveTo>
                  <a:cubicBezTo>
                    <a:pt x="191" y="0"/>
                    <a:pt x="128" y="12"/>
                    <a:pt x="83" y="44"/>
                  </a:cubicBezTo>
                  <a:cubicBezTo>
                    <a:pt x="1" y="90"/>
                    <a:pt x="95" y="161"/>
                    <a:pt x="106" y="161"/>
                  </a:cubicBezTo>
                  <a:cubicBezTo>
                    <a:pt x="35" y="258"/>
                    <a:pt x="117" y="315"/>
                    <a:pt x="154" y="315"/>
                  </a:cubicBezTo>
                  <a:cubicBezTo>
                    <a:pt x="106" y="386"/>
                    <a:pt x="166" y="457"/>
                    <a:pt x="237" y="471"/>
                  </a:cubicBezTo>
                  <a:cubicBezTo>
                    <a:pt x="203" y="554"/>
                    <a:pt x="260" y="576"/>
                    <a:pt x="308" y="588"/>
                  </a:cubicBezTo>
                  <a:cubicBezTo>
                    <a:pt x="317" y="634"/>
                    <a:pt x="355" y="667"/>
                    <a:pt x="411" y="667"/>
                  </a:cubicBezTo>
                  <a:cubicBezTo>
                    <a:pt x="426" y="667"/>
                    <a:pt x="444" y="665"/>
                    <a:pt x="462" y="659"/>
                  </a:cubicBezTo>
                  <a:cubicBezTo>
                    <a:pt x="450" y="565"/>
                    <a:pt x="544" y="599"/>
                    <a:pt x="641" y="565"/>
                  </a:cubicBezTo>
                  <a:cubicBezTo>
                    <a:pt x="735" y="528"/>
                    <a:pt x="866" y="363"/>
                    <a:pt x="866" y="363"/>
                  </a:cubicBezTo>
                  <a:lnTo>
                    <a:pt x="701" y="56"/>
                  </a:lnTo>
                  <a:cubicBezTo>
                    <a:pt x="701" y="56"/>
                    <a:pt x="570" y="56"/>
                    <a:pt x="439" y="19"/>
                  </a:cubicBezTo>
                  <a:cubicBezTo>
                    <a:pt x="379" y="8"/>
                    <a:pt x="317" y="0"/>
                    <a:pt x="260" y="0"/>
                  </a:cubicBezTo>
                  <a:close/>
                </a:path>
              </a:pathLst>
            </a:custGeom>
            <a:solidFill>
              <a:srgbClr val="D8A1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43">
              <a:extLst>
                <a:ext uri="{FF2B5EF4-FFF2-40B4-BE49-F238E27FC236}">
                  <a16:creationId xmlns:a16="http://schemas.microsoft.com/office/drawing/2014/main" id="{4C6968CE-1CD4-E545-C226-67712B4755F3}"/>
                </a:ext>
              </a:extLst>
            </p:cNvPr>
            <p:cNvSpPr/>
            <p:nvPr/>
          </p:nvSpPr>
          <p:spPr>
            <a:xfrm>
              <a:off x="6538973" y="3479415"/>
              <a:ext cx="485080" cy="604871"/>
            </a:xfrm>
            <a:custGeom>
              <a:avLst/>
              <a:gdLst/>
              <a:ahLst/>
              <a:cxnLst/>
              <a:rect l="l" t="t" r="r" b="b"/>
              <a:pathLst>
                <a:path w="2952" h="3681" extrusionOk="0">
                  <a:moveTo>
                    <a:pt x="2123" y="0"/>
                  </a:moveTo>
                  <a:cubicBezTo>
                    <a:pt x="2077" y="0"/>
                    <a:pt x="2053" y="53"/>
                    <a:pt x="2004" y="209"/>
                  </a:cubicBezTo>
                  <a:cubicBezTo>
                    <a:pt x="1955" y="386"/>
                    <a:pt x="1910" y="719"/>
                    <a:pt x="1910" y="741"/>
                  </a:cubicBezTo>
                  <a:cubicBezTo>
                    <a:pt x="1884" y="835"/>
                    <a:pt x="1861" y="1037"/>
                    <a:pt x="1896" y="1262"/>
                  </a:cubicBezTo>
                  <a:cubicBezTo>
                    <a:pt x="1933" y="1475"/>
                    <a:pt x="2038" y="2130"/>
                    <a:pt x="1884" y="2414"/>
                  </a:cubicBezTo>
                  <a:cubicBezTo>
                    <a:pt x="1731" y="2699"/>
                    <a:pt x="1" y="3125"/>
                    <a:pt x="1" y="3125"/>
                  </a:cubicBezTo>
                  <a:lnTo>
                    <a:pt x="143" y="3680"/>
                  </a:lnTo>
                  <a:cubicBezTo>
                    <a:pt x="143" y="3680"/>
                    <a:pt x="2786" y="3623"/>
                    <a:pt x="2869" y="2354"/>
                  </a:cubicBezTo>
                  <a:cubicBezTo>
                    <a:pt x="2951" y="1086"/>
                    <a:pt x="2228" y="30"/>
                    <a:pt x="2157" y="7"/>
                  </a:cubicBezTo>
                  <a:cubicBezTo>
                    <a:pt x="2144" y="3"/>
                    <a:pt x="2133" y="0"/>
                    <a:pt x="2123" y="0"/>
                  </a:cubicBezTo>
                  <a:close/>
                </a:path>
              </a:pathLst>
            </a:custGeom>
            <a:solidFill>
              <a:srgbClr val="FF71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43">
              <a:extLst>
                <a:ext uri="{FF2B5EF4-FFF2-40B4-BE49-F238E27FC236}">
                  <a16:creationId xmlns:a16="http://schemas.microsoft.com/office/drawing/2014/main" id="{01CED501-9896-24D6-EFBD-3880F6326D49}"/>
                </a:ext>
              </a:extLst>
            </p:cNvPr>
            <p:cNvSpPr/>
            <p:nvPr/>
          </p:nvSpPr>
          <p:spPr>
            <a:xfrm>
              <a:off x="6538973" y="3682685"/>
              <a:ext cx="206060" cy="235967"/>
            </a:xfrm>
            <a:custGeom>
              <a:avLst/>
              <a:gdLst/>
              <a:ahLst/>
              <a:cxnLst/>
              <a:rect l="l" t="t" r="r" b="b"/>
              <a:pathLst>
                <a:path w="1254" h="1436" extrusionOk="0">
                  <a:moveTo>
                    <a:pt x="919" y="1"/>
                  </a:moveTo>
                  <a:cubicBezTo>
                    <a:pt x="913" y="1"/>
                    <a:pt x="907" y="1"/>
                    <a:pt x="900" y="2"/>
                  </a:cubicBezTo>
                  <a:cubicBezTo>
                    <a:pt x="686" y="62"/>
                    <a:pt x="356" y="418"/>
                    <a:pt x="356" y="418"/>
                  </a:cubicBezTo>
                  <a:cubicBezTo>
                    <a:pt x="356" y="418"/>
                    <a:pt x="331" y="369"/>
                    <a:pt x="379" y="287"/>
                  </a:cubicBezTo>
                  <a:cubicBezTo>
                    <a:pt x="416" y="193"/>
                    <a:pt x="462" y="144"/>
                    <a:pt x="428" y="110"/>
                  </a:cubicBezTo>
                  <a:cubicBezTo>
                    <a:pt x="419" y="99"/>
                    <a:pt x="411" y="94"/>
                    <a:pt x="402" y="94"/>
                  </a:cubicBezTo>
                  <a:cubicBezTo>
                    <a:pt x="373" y="94"/>
                    <a:pt x="340" y="147"/>
                    <a:pt x="285" y="193"/>
                  </a:cubicBezTo>
                  <a:cubicBezTo>
                    <a:pt x="214" y="253"/>
                    <a:pt x="189" y="335"/>
                    <a:pt x="177" y="466"/>
                  </a:cubicBezTo>
                  <a:cubicBezTo>
                    <a:pt x="154" y="594"/>
                    <a:pt x="143" y="725"/>
                    <a:pt x="61" y="796"/>
                  </a:cubicBezTo>
                  <a:cubicBezTo>
                    <a:pt x="46" y="822"/>
                    <a:pt x="24" y="833"/>
                    <a:pt x="1" y="856"/>
                  </a:cubicBezTo>
                  <a:lnTo>
                    <a:pt x="1" y="1436"/>
                  </a:lnTo>
                  <a:cubicBezTo>
                    <a:pt x="72" y="1365"/>
                    <a:pt x="143" y="1305"/>
                    <a:pt x="214" y="1234"/>
                  </a:cubicBezTo>
                  <a:cubicBezTo>
                    <a:pt x="308" y="1092"/>
                    <a:pt x="581" y="938"/>
                    <a:pt x="746" y="833"/>
                  </a:cubicBezTo>
                  <a:cubicBezTo>
                    <a:pt x="900" y="736"/>
                    <a:pt x="1031" y="608"/>
                    <a:pt x="1139" y="560"/>
                  </a:cubicBezTo>
                  <a:cubicBezTo>
                    <a:pt x="1236" y="515"/>
                    <a:pt x="1253" y="450"/>
                    <a:pt x="1219" y="450"/>
                  </a:cubicBezTo>
                  <a:cubicBezTo>
                    <a:pt x="1216" y="450"/>
                    <a:pt x="1213" y="451"/>
                    <a:pt x="1210" y="452"/>
                  </a:cubicBezTo>
                  <a:cubicBezTo>
                    <a:pt x="1150" y="466"/>
                    <a:pt x="829" y="594"/>
                    <a:pt x="829" y="594"/>
                  </a:cubicBezTo>
                  <a:cubicBezTo>
                    <a:pt x="829" y="594"/>
                    <a:pt x="1068" y="358"/>
                    <a:pt x="1150" y="309"/>
                  </a:cubicBezTo>
                  <a:cubicBezTo>
                    <a:pt x="1215" y="268"/>
                    <a:pt x="1240" y="214"/>
                    <a:pt x="1180" y="214"/>
                  </a:cubicBezTo>
                  <a:cubicBezTo>
                    <a:pt x="1175" y="214"/>
                    <a:pt x="1169" y="215"/>
                    <a:pt x="1162" y="216"/>
                  </a:cubicBezTo>
                  <a:cubicBezTo>
                    <a:pt x="1079" y="227"/>
                    <a:pt x="712" y="489"/>
                    <a:pt x="712" y="489"/>
                  </a:cubicBezTo>
                  <a:cubicBezTo>
                    <a:pt x="712" y="489"/>
                    <a:pt x="1056" y="216"/>
                    <a:pt x="1113" y="156"/>
                  </a:cubicBezTo>
                  <a:cubicBezTo>
                    <a:pt x="1178" y="101"/>
                    <a:pt x="1196" y="49"/>
                    <a:pt x="1133" y="49"/>
                  </a:cubicBezTo>
                  <a:cubicBezTo>
                    <a:pt x="1127" y="49"/>
                    <a:pt x="1121" y="50"/>
                    <a:pt x="1113" y="51"/>
                  </a:cubicBezTo>
                  <a:cubicBezTo>
                    <a:pt x="1042" y="62"/>
                    <a:pt x="795" y="227"/>
                    <a:pt x="593" y="358"/>
                  </a:cubicBezTo>
                  <a:cubicBezTo>
                    <a:pt x="593" y="358"/>
                    <a:pt x="843" y="156"/>
                    <a:pt x="900" y="96"/>
                  </a:cubicBezTo>
                  <a:cubicBezTo>
                    <a:pt x="955" y="54"/>
                    <a:pt x="981" y="1"/>
                    <a:pt x="919" y="1"/>
                  </a:cubicBezTo>
                  <a:close/>
                </a:path>
              </a:pathLst>
            </a:custGeom>
            <a:solidFill>
              <a:srgbClr val="D8A1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43">
              <a:extLst>
                <a:ext uri="{FF2B5EF4-FFF2-40B4-BE49-F238E27FC236}">
                  <a16:creationId xmlns:a16="http://schemas.microsoft.com/office/drawing/2014/main" id="{D5F71DF1-785F-44B4-44F1-A4D33D5E5E14}"/>
                </a:ext>
              </a:extLst>
            </p:cNvPr>
            <p:cNvSpPr/>
            <p:nvPr/>
          </p:nvSpPr>
          <p:spPr>
            <a:xfrm>
              <a:off x="6266029" y="3809709"/>
              <a:ext cx="327330" cy="249935"/>
            </a:xfrm>
            <a:custGeom>
              <a:avLst/>
              <a:gdLst/>
              <a:ahLst/>
              <a:cxnLst/>
              <a:rect l="l" t="t" r="r" b="b"/>
              <a:pathLst>
                <a:path w="1992" h="1521" extrusionOk="0">
                  <a:moveTo>
                    <a:pt x="1722" y="0"/>
                  </a:moveTo>
                  <a:cubicBezTo>
                    <a:pt x="1067" y="509"/>
                    <a:pt x="251" y="700"/>
                    <a:pt x="251" y="700"/>
                  </a:cubicBezTo>
                  <a:cubicBezTo>
                    <a:pt x="97" y="782"/>
                    <a:pt x="0" y="984"/>
                    <a:pt x="0" y="1115"/>
                  </a:cubicBezTo>
                  <a:cubicBezTo>
                    <a:pt x="0" y="1218"/>
                    <a:pt x="62" y="1521"/>
                    <a:pt x="421" y="1521"/>
                  </a:cubicBezTo>
                  <a:cubicBezTo>
                    <a:pt x="511" y="1521"/>
                    <a:pt x="619" y="1502"/>
                    <a:pt x="749" y="1457"/>
                  </a:cubicBezTo>
                  <a:cubicBezTo>
                    <a:pt x="1389" y="1232"/>
                    <a:pt x="1992" y="379"/>
                    <a:pt x="1992" y="379"/>
                  </a:cubicBezTo>
                  <a:cubicBezTo>
                    <a:pt x="1992" y="379"/>
                    <a:pt x="1898" y="225"/>
                    <a:pt x="1722" y="0"/>
                  </a:cubicBezTo>
                  <a:close/>
                </a:path>
              </a:pathLst>
            </a:custGeom>
            <a:solidFill>
              <a:srgbClr val="FF71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43">
              <a:extLst>
                <a:ext uri="{FF2B5EF4-FFF2-40B4-BE49-F238E27FC236}">
                  <a16:creationId xmlns:a16="http://schemas.microsoft.com/office/drawing/2014/main" id="{3BC0B781-5480-A14A-9361-79B66DE73F62}"/>
                </a:ext>
              </a:extLst>
            </p:cNvPr>
            <p:cNvSpPr/>
            <p:nvPr/>
          </p:nvSpPr>
          <p:spPr>
            <a:xfrm>
              <a:off x="6546039" y="3246730"/>
              <a:ext cx="49790" cy="60635"/>
            </a:xfrm>
            <a:custGeom>
              <a:avLst/>
              <a:gdLst/>
              <a:ahLst/>
              <a:cxnLst/>
              <a:rect l="l" t="t" r="r" b="b"/>
              <a:pathLst>
                <a:path w="303" h="369" extrusionOk="0">
                  <a:moveTo>
                    <a:pt x="146" y="1"/>
                  </a:moveTo>
                  <a:cubicBezTo>
                    <a:pt x="146" y="1"/>
                    <a:pt x="111" y="203"/>
                    <a:pt x="40" y="285"/>
                  </a:cubicBezTo>
                  <a:cubicBezTo>
                    <a:pt x="1" y="340"/>
                    <a:pt x="90" y="368"/>
                    <a:pt x="180" y="368"/>
                  </a:cubicBezTo>
                  <a:cubicBezTo>
                    <a:pt x="226" y="368"/>
                    <a:pt x="273" y="361"/>
                    <a:pt x="302" y="345"/>
                  </a:cubicBezTo>
                  <a:cubicBezTo>
                    <a:pt x="205" y="331"/>
                    <a:pt x="160" y="308"/>
                    <a:pt x="146" y="260"/>
                  </a:cubicBezTo>
                  <a:lnTo>
                    <a:pt x="146" y="1"/>
                  </a:lnTo>
                  <a:close/>
                </a:path>
              </a:pathLst>
            </a:custGeom>
            <a:solidFill>
              <a:srgbClr val="D58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43">
              <a:extLst>
                <a:ext uri="{FF2B5EF4-FFF2-40B4-BE49-F238E27FC236}">
                  <a16:creationId xmlns:a16="http://schemas.microsoft.com/office/drawing/2014/main" id="{312967EC-13C3-CDB4-EBEA-C01CFDC6B2B8}"/>
                </a:ext>
              </a:extLst>
            </p:cNvPr>
            <p:cNvSpPr/>
            <p:nvPr/>
          </p:nvSpPr>
          <p:spPr>
            <a:xfrm>
              <a:off x="6572167" y="3326756"/>
              <a:ext cx="56363" cy="19226"/>
            </a:xfrm>
            <a:custGeom>
              <a:avLst/>
              <a:gdLst/>
              <a:ahLst/>
              <a:cxnLst/>
              <a:rect l="l" t="t" r="r" b="b"/>
              <a:pathLst>
                <a:path w="343" h="117" extrusionOk="0">
                  <a:moveTo>
                    <a:pt x="166" y="0"/>
                  </a:moveTo>
                  <a:cubicBezTo>
                    <a:pt x="58" y="12"/>
                    <a:pt x="1" y="117"/>
                    <a:pt x="1" y="117"/>
                  </a:cubicBezTo>
                  <a:cubicBezTo>
                    <a:pt x="1" y="117"/>
                    <a:pt x="72" y="83"/>
                    <a:pt x="154" y="57"/>
                  </a:cubicBezTo>
                  <a:cubicBezTo>
                    <a:pt x="166" y="55"/>
                    <a:pt x="177" y="53"/>
                    <a:pt x="188" y="53"/>
                  </a:cubicBezTo>
                  <a:cubicBezTo>
                    <a:pt x="270" y="53"/>
                    <a:pt x="342" y="117"/>
                    <a:pt x="342" y="117"/>
                  </a:cubicBezTo>
                  <a:cubicBezTo>
                    <a:pt x="342" y="117"/>
                    <a:pt x="285" y="0"/>
                    <a:pt x="166" y="0"/>
                  </a:cubicBezTo>
                  <a:close/>
                </a:path>
              </a:pathLst>
            </a:custGeom>
            <a:solidFill>
              <a:srgbClr val="D58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43">
              <a:extLst>
                <a:ext uri="{FF2B5EF4-FFF2-40B4-BE49-F238E27FC236}">
                  <a16:creationId xmlns:a16="http://schemas.microsoft.com/office/drawing/2014/main" id="{A1F92A2B-5001-D8DF-B8A9-6940A59E70EE}"/>
                </a:ext>
              </a:extLst>
            </p:cNvPr>
            <p:cNvSpPr/>
            <p:nvPr/>
          </p:nvSpPr>
          <p:spPr>
            <a:xfrm>
              <a:off x="6603060" y="3184122"/>
              <a:ext cx="62771" cy="29578"/>
            </a:xfrm>
            <a:custGeom>
              <a:avLst/>
              <a:gdLst/>
              <a:ahLst/>
              <a:cxnLst/>
              <a:rect l="l" t="t" r="r" b="b"/>
              <a:pathLst>
                <a:path w="382" h="180" extrusionOk="0">
                  <a:moveTo>
                    <a:pt x="56" y="1"/>
                  </a:moveTo>
                  <a:cubicBezTo>
                    <a:pt x="52" y="1"/>
                    <a:pt x="49" y="1"/>
                    <a:pt x="49" y="1"/>
                  </a:cubicBezTo>
                  <a:cubicBezTo>
                    <a:pt x="1" y="1"/>
                    <a:pt x="1" y="72"/>
                    <a:pt x="49" y="86"/>
                  </a:cubicBezTo>
                  <a:cubicBezTo>
                    <a:pt x="83" y="109"/>
                    <a:pt x="251" y="97"/>
                    <a:pt x="382" y="180"/>
                  </a:cubicBezTo>
                  <a:cubicBezTo>
                    <a:pt x="285" y="10"/>
                    <a:pt x="96" y="1"/>
                    <a:pt x="56" y="1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43">
              <a:extLst>
                <a:ext uri="{FF2B5EF4-FFF2-40B4-BE49-F238E27FC236}">
                  <a16:creationId xmlns:a16="http://schemas.microsoft.com/office/drawing/2014/main" id="{1184DF58-B71F-427A-8B3B-3EBBE969DC89}"/>
                </a:ext>
              </a:extLst>
            </p:cNvPr>
            <p:cNvSpPr/>
            <p:nvPr/>
          </p:nvSpPr>
          <p:spPr>
            <a:xfrm>
              <a:off x="6509559" y="3186422"/>
              <a:ext cx="53076" cy="27278"/>
            </a:xfrm>
            <a:custGeom>
              <a:avLst/>
              <a:gdLst/>
              <a:ahLst/>
              <a:cxnLst/>
              <a:rect l="l" t="t" r="r" b="b"/>
              <a:pathLst>
                <a:path w="323" h="166" extrusionOk="0">
                  <a:moveTo>
                    <a:pt x="274" y="1"/>
                  </a:moveTo>
                  <a:cubicBezTo>
                    <a:pt x="274" y="1"/>
                    <a:pt x="83" y="1"/>
                    <a:pt x="1" y="166"/>
                  </a:cubicBezTo>
                  <a:cubicBezTo>
                    <a:pt x="97" y="95"/>
                    <a:pt x="240" y="95"/>
                    <a:pt x="274" y="83"/>
                  </a:cubicBezTo>
                  <a:cubicBezTo>
                    <a:pt x="322" y="72"/>
                    <a:pt x="322" y="1"/>
                    <a:pt x="274" y="1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43">
              <a:extLst>
                <a:ext uri="{FF2B5EF4-FFF2-40B4-BE49-F238E27FC236}">
                  <a16:creationId xmlns:a16="http://schemas.microsoft.com/office/drawing/2014/main" id="{AB7901F5-049A-F08C-8C84-EF83C5278975}"/>
                </a:ext>
              </a:extLst>
            </p:cNvPr>
            <p:cNvSpPr/>
            <p:nvPr/>
          </p:nvSpPr>
          <p:spPr>
            <a:xfrm>
              <a:off x="6614727" y="3221588"/>
              <a:ext cx="17911" cy="23498"/>
            </a:xfrm>
            <a:custGeom>
              <a:avLst/>
              <a:gdLst/>
              <a:ahLst/>
              <a:cxnLst/>
              <a:rect l="l" t="t" r="r" b="b"/>
              <a:pathLst>
                <a:path w="109" h="143" extrusionOk="0">
                  <a:moveTo>
                    <a:pt x="60" y="0"/>
                  </a:moveTo>
                  <a:cubicBezTo>
                    <a:pt x="26" y="0"/>
                    <a:pt x="1" y="23"/>
                    <a:pt x="1" y="71"/>
                  </a:cubicBezTo>
                  <a:cubicBezTo>
                    <a:pt x="1" y="106"/>
                    <a:pt x="26" y="143"/>
                    <a:pt x="60" y="143"/>
                  </a:cubicBezTo>
                  <a:cubicBezTo>
                    <a:pt x="83" y="143"/>
                    <a:pt x="109" y="106"/>
                    <a:pt x="109" y="71"/>
                  </a:cubicBezTo>
                  <a:cubicBezTo>
                    <a:pt x="109" y="23"/>
                    <a:pt x="83" y="0"/>
                    <a:pt x="60" y="0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43">
              <a:extLst>
                <a:ext uri="{FF2B5EF4-FFF2-40B4-BE49-F238E27FC236}">
                  <a16:creationId xmlns:a16="http://schemas.microsoft.com/office/drawing/2014/main" id="{EEC1F12D-FF0D-55F1-F157-18A555C64A7D}"/>
                </a:ext>
              </a:extLst>
            </p:cNvPr>
            <p:cNvSpPr/>
            <p:nvPr/>
          </p:nvSpPr>
          <p:spPr>
            <a:xfrm>
              <a:off x="6619000" y="3227175"/>
              <a:ext cx="5751" cy="8052"/>
            </a:xfrm>
            <a:custGeom>
              <a:avLst/>
              <a:gdLst/>
              <a:ahLst/>
              <a:cxnLst/>
              <a:rect l="l" t="t" r="r" b="b"/>
              <a:pathLst>
                <a:path w="35" h="49" extrusionOk="0">
                  <a:moveTo>
                    <a:pt x="12" y="0"/>
                  </a:moveTo>
                  <a:cubicBezTo>
                    <a:pt x="12" y="0"/>
                    <a:pt x="0" y="12"/>
                    <a:pt x="0" y="23"/>
                  </a:cubicBezTo>
                  <a:cubicBezTo>
                    <a:pt x="0" y="37"/>
                    <a:pt x="12" y="49"/>
                    <a:pt x="12" y="49"/>
                  </a:cubicBezTo>
                  <a:cubicBezTo>
                    <a:pt x="23" y="49"/>
                    <a:pt x="34" y="37"/>
                    <a:pt x="34" y="23"/>
                  </a:cubicBezTo>
                  <a:cubicBezTo>
                    <a:pt x="34" y="12"/>
                    <a:pt x="23" y="0"/>
                    <a:pt x="1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43">
              <a:extLst>
                <a:ext uri="{FF2B5EF4-FFF2-40B4-BE49-F238E27FC236}">
                  <a16:creationId xmlns:a16="http://schemas.microsoft.com/office/drawing/2014/main" id="{DA67FB97-C2C3-8A6F-78AB-6C292135798F}"/>
                </a:ext>
              </a:extLst>
            </p:cNvPr>
            <p:cNvSpPr/>
            <p:nvPr/>
          </p:nvSpPr>
          <p:spPr>
            <a:xfrm>
              <a:off x="6529278" y="3227175"/>
              <a:ext cx="17418" cy="23498"/>
            </a:xfrm>
            <a:custGeom>
              <a:avLst/>
              <a:gdLst/>
              <a:ahLst/>
              <a:cxnLst/>
              <a:rect l="l" t="t" r="r" b="b"/>
              <a:pathLst>
                <a:path w="106" h="143" extrusionOk="0">
                  <a:moveTo>
                    <a:pt x="60" y="0"/>
                  </a:moveTo>
                  <a:cubicBezTo>
                    <a:pt x="23" y="0"/>
                    <a:pt x="0" y="23"/>
                    <a:pt x="0" y="72"/>
                  </a:cubicBezTo>
                  <a:cubicBezTo>
                    <a:pt x="0" y="109"/>
                    <a:pt x="23" y="143"/>
                    <a:pt x="60" y="143"/>
                  </a:cubicBezTo>
                  <a:cubicBezTo>
                    <a:pt x="83" y="143"/>
                    <a:pt x="105" y="109"/>
                    <a:pt x="105" y="72"/>
                  </a:cubicBezTo>
                  <a:cubicBezTo>
                    <a:pt x="105" y="23"/>
                    <a:pt x="83" y="0"/>
                    <a:pt x="60" y="0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43">
              <a:extLst>
                <a:ext uri="{FF2B5EF4-FFF2-40B4-BE49-F238E27FC236}">
                  <a16:creationId xmlns:a16="http://schemas.microsoft.com/office/drawing/2014/main" id="{A3BFD71B-5660-595C-CA7E-FAB09781CD57}"/>
                </a:ext>
              </a:extLst>
            </p:cNvPr>
            <p:cNvSpPr/>
            <p:nvPr/>
          </p:nvSpPr>
          <p:spPr>
            <a:xfrm>
              <a:off x="6532893" y="3233255"/>
              <a:ext cx="6244" cy="7559"/>
            </a:xfrm>
            <a:custGeom>
              <a:avLst/>
              <a:gdLst/>
              <a:ahLst/>
              <a:cxnLst/>
              <a:rect l="l" t="t" r="r" b="b"/>
              <a:pathLst>
                <a:path w="38" h="46" extrusionOk="0">
                  <a:moveTo>
                    <a:pt x="12" y="0"/>
                  </a:moveTo>
                  <a:cubicBezTo>
                    <a:pt x="1" y="0"/>
                    <a:pt x="1" y="12"/>
                    <a:pt x="1" y="23"/>
                  </a:cubicBezTo>
                  <a:cubicBezTo>
                    <a:pt x="1" y="35"/>
                    <a:pt x="1" y="46"/>
                    <a:pt x="12" y="46"/>
                  </a:cubicBezTo>
                  <a:cubicBezTo>
                    <a:pt x="26" y="46"/>
                    <a:pt x="38" y="35"/>
                    <a:pt x="38" y="23"/>
                  </a:cubicBezTo>
                  <a:cubicBezTo>
                    <a:pt x="38" y="12"/>
                    <a:pt x="26" y="0"/>
                    <a:pt x="1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43">
              <a:extLst>
                <a:ext uri="{FF2B5EF4-FFF2-40B4-BE49-F238E27FC236}">
                  <a16:creationId xmlns:a16="http://schemas.microsoft.com/office/drawing/2014/main" id="{72EEE40F-CE8B-2F8D-2460-534F3BC29BA0}"/>
                </a:ext>
              </a:extLst>
            </p:cNvPr>
            <p:cNvSpPr/>
            <p:nvPr/>
          </p:nvSpPr>
          <p:spPr>
            <a:xfrm>
              <a:off x="6490497" y="3050689"/>
              <a:ext cx="260944" cy="221671"/>
            </a:xfrm>
            <a:custGeom>
              <a:avLst/>
              <a:gdLst/>
              <a:ahLst/>
              <a:cxnLst/>
              <a:rect l="l" t="t" r="r" b="b"/>
              <a:pathLst>
                <a:path w="1588" h="1349" extrusionOk="0">
                  <a:moveTo>
                    <a:pt x="685" y="0"/>
                  </a:moveTo>
                  <a:cubicBezTo>
                    <a:pt x="646" y="0"/>
                    <a:pt x="607" y="3"/>
                    <a:pt x="569" y="8"/>
                  </a:cubicBezTo>
                  <a:cubicBezTo>
                    <a:pt x="213" y="67"/>
                    <a:pt x="0" y="434"/>
                    <a:pt x="11" y="577"/>
                  </a:cubicBezTo>
                  <a:lnTo>
                    <a:pt x="23" y="707"/>
                  </a:lnTo>
                  <a:lnTo>
                    <a:pt x="176" y="554"/>
                  </a:lnTo>
                  <a:cubicBezTo>
                    <a:pt x="176" y="554"/>
                    <a:pt x="293" y="577"/>
                    <a:pt x="429" y="577"/>
                  </a:cubicBezTo>
                  <a:cubicBezTo>
                    <a:pt x="510" y="577"/>
                    <a:pt x="599" y="569"/>
                    <a:pt x="674" y="542"/>
                  </a:cubicBezTo>
                  <a:cubicBezTo>
                    <a:pt x="765" y="512"/>
                    <a:pt x="860" y="501"/>
                    <a:pt x="942" y="501"/>
                  </a:cubicBezTo>
                  <a:cubicBezTo>
                    <a:pt x="1053" y="501"/>
                    <a:pt x="1140" y="521"/>
                    <a:pt x="1161" y="542"/>
                  </a:cubicBezTo>
                  <a:cubicBezTo>
                    <a:pt x="1183" y="577"/>
                    <a:pt x="1161" y="742"/>
                    <a:pt x="1161" y="827"/>
                  </a:cubicBezTo>
                  <a:cubicBezTo>
                    <a:pt x="1149" y="921"/>
                    <a:pt x="1314" y="992"/>
                    <a:pt x="1280" y="1348"/>
                  </a:cubicBezTo>
                  <a:cubicBezTo>
                    <a:pt x="1282" y="1348"/>
                    <a:pt x="1284" y="1348"/>
                    <a:pt x="1286" y="1348"/>
                  </a:cubicBezTo>
                  <a:cubicBezTo>
                    <a:pt x="1319" y="1348"/>
                    <a:pt x="1363" y="1254"/>
                    <a:pt x="1363" y="1254"/>
                  </a:cubicBezTo>
                  <a:cubicBezTo>
                    <a:pt x="1363" y="1254"/>
                    <a:pt x="1374" y="898"/>
                    <a:pt x="1479" y="861"/>
                  </a:cubicBezTo>
                  <a:cubicBezTo>
                    <a:pt x="1587" y="827"/>
                    <a:pt x="1565" y="412"/>
                    <a:pt x="1479" y="292"/>
                  </a:cubicBezTo>
                  <a:cubicBezTo>
                    <a:pt x="1405" y="175"/>
                    <a:pt x="1027" y="0"/>
                    <a:pt x="6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0" name="Google Shape;1480;p43">
            <a:extLst>
              <a:ext uri="{FF2B5EF4-FFF2-40B4-BE49-F238E27FC236}">
                <a16:creationId xmlns:a16="http://schemas.microsoft.com/office/drawing/2014/main" id="{72DB2263-3BEE-809C-DDC5-943C66383736}"/>
              </a:ext>
            </a:extLst>
          </p:cNvPr>
          <p:cNvGrpSpPr/>
          <p:nvPr/>
        </p:nvGrpSpPr>
        <p:grpSpPr>
          <a:xfrm rot="-4220192" flipH="1">
            <a:off x="498153" y="1393913"/>
            <a:ext cx="851702" cy="870244"/>
            <a:chOff x="8666383" y="2375725"/>
            <a:chExt cx="851689" cy="870231"/>
          </a:xfrm>
        </p:grpSpPr>
        <p:sp>
          <p:nvSpPr>
            <p:cNvPr id="1481" name="Google Shape;1481;p43">
              <a:extLst>
                <a:ext uri="{FF2B5EF4-FFF2-40B4-BE49-F238E27FC236}">
                  <a16:creationId xmlns:a16="http://schemas.microsoft.com/office/drawing/2014/main" id="{5CE473BD-D040-A268-C011-6313381AA086}"/>
                </a:ext>
              </a:extLst>
            </p:cNvPr>
            <p:cNvSpPr/>
            <p:nvPr/>
          </p:nvSpPr>
          <p:spPr>
            <a:xfrm>
              <a:off x="9482364" y="2621544"/>
              <a:ext cx="35708" cy="37286"/>
            </a:xfrm>
            <a:custGeom>
              <a:avLst/>
              <a:gdLst/>
              <a:ahLst/>
              <a:cxnLst/>
              <a:rect l="l" t="t" r="r" b="b"/>
              <a:pathLst>
                <a:path w="181" h="189" extrusionOk="0">
                  <a:moveTo>
                    <a:pt x="98" y="1"/>
                  </a:moveTo>
                  <a:cubicBezTo>
                    <a:pt x="38" y="1"/>
                    <a:pt x="1" y="46"/>
                    <a:pt x="1" y="95"/>
                  </a:cubicBezTo>
                  <a:cubicBezTo>
                    <a:pt x="1" y="143"/>
                    <a:pt x="38" y="189"/>
                    <a:pt x="98" y="189"/>
                  </a:cubicBezTo>
                  <a:cubicBezTo>
                    <a:pt x="143" y="189"/>
                    <a:pt x="180" y="143"/>
                    <a:pt x="180" y="95"/>
                  </a:cubicBezTo>
                  <a:cubicBezTo>
                    <a:pt x="180" y="46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43">
              <a:extLst>
                <a:ext uri="{FF2B5EF4-FFF2-40B4-BE49-F238E27FC236}">
                  <a16:creationId xmlns:a16="http://schemas.microsoft.com/office/drawing/2014/main" id="{6E6DA4F2-639D-3080-53C9-63F53B1AD17F}"/>
                </a:ext>
              </a:extLst>
            </p:cNvPr>
            <p:cNvSpPr/>
            <p:nvPr/>
          </p:nvSpPr>
          <p:spPr>
            <a:xfrm>
              <a:off x="9110872" y="2649559"/>
              <a:ext cx="68062" cy="68260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7" y="1"/>
                  </a:moveTo>
                  <a:cubicBezTo>
                    <a:pt x="83" y="1"/>
                    <a:pt x="1" y="72"/>
                    <a:pt x="1" y="166"/>
                  </a:cubicBezTo>
                  <a:cubicBezTo>
                    <a:pt x="1" y="260"/>
                    <a:pt x="83" y="345"/>
                    <a:pt x="177" y="345"/>
                  </a:cubicBezTo>
                  <a:cubicBezTo>
                    <a:pt x="274" y="345"/>
                    <a:pt x="345" y="260"/>
                    <a:pt x="345" y="166"/>
                  </a:cubicBezTo>
                  <a:cubicBezTo>
                    <a:pt x="345" y="72"/>
                    <a:pt x="274" y="1"/>
                    <a:pt x="177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43">
              <a:extLst>
                <a:ext uri="{FF2B5EF4-FFF2-40B4-BE49-F238E27FC236}">
                  <a16:creationId xmlns:a16="http://schemas.microsoft.com/office/drawing/2014/main" id="{E4182086-0A92-E254-38FB-70B843D40DD9}"/>
                </a:ext>
              </a:extLst>
            </p:cNvPr>
            <p:cNvSpPr/>
            <p:nvPr/>
          </p:nvSpPr>
          <p:spPr>
            <a:xfrm>
              <a:off x="9365767" y="2838757"/>
              <a:ext cx="44389" cy="42416"/>
            </a:xfrm>
            <a:custGeom>
              <a:avLst/>
              <a:gdLst/>
              <a:ahLst/>
              <a:cxnLst/>
              <a:rect l="l" t="t" r="r" b="b"/>
              <a:pathLst>
                <a:path w="225" h="215" extrusionOk="0">
                  <a:moveTo>
                    <a:pt x="120" y="1"/>
                  </a:moveTo>
                  <a:cubicBezTo>
                    <a:pt x="49" y="1"/>
                    <a:pt x="0" y="49"/>
                    <a:pt x="0" y="109"/>
                  </a:cubicBezTo>
                  <a:cubicBezTo>
                    <a:pt x="0" y="169"/>
                    <a:pt x="49" y="214"/>
                    <a:pt x="120" y="214"/>
                  </a:cubicBezTo>
                  <a:cubicBezTo>
                    <a:pt x="179" y="214"/>
                    <a:pt x="225" y="169"/>
                    <a:pt x="225" y="109"/>
                  </a:cubicBezTo>
                  <a:cubicBezTo>
                    <a:pt x="225" y="49"/>
                    <a:pt x="179" y="1"/>
                    <a:pt x="12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43">
              <a:extLst>
                <a:ext uri="{FF2B5EF4-FFF2-40B4-BE49-F238E27FC236}">
                  <a16:creationId xmlns:a16="http://schemas.microsoft.com/office/drawing/2014/main" id="{DE7D24AC-14E3-94B7-8016-A1D76BD3C1DF}"/>
                </a:ext>
              </a:extLst>
            </p:cNvPr>
            <p:cNvSpPr/>
            <p:nvPr/>
          </p:nvSpPr>
          <p:spPr>
            <a:xfrm>
              <a:off x="9305002" y="2375725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43">
              <a:extLst>
                <a:ext uri="{FF2B5EF4-FFF2-40B4-BE49-F238E27FC236}">
                  <a16:creationId xmlns:a16="http://schemas.microsoft.com/office/drawing/2014/main" id="{5BA64D61-33CA-8C75-399E-98DD2A3930EA}"/>
                </a:ext>
              </a:extLst>
            </p:cNvPr>
            <p:cNvSpPr/>
            <p:nvPr/>
          </p:nvSpPr>
          <p:spPr>
            <a:xfrm>
              <a:off x="9052474" y="2495281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06"/>
                    <a:pt x="35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43">
              <a:extLst>
                <a:ext uri="{FF2B5EF4-FFF2-40B4-BE49-F238E27FC236}">
                  <a16:creationId xmlns:a16="http://schemas.microsoft.com/office/drawing/2014/main" id="{6F95D7EC-96C3-4D3F-2409-3CB2AFB0ACB7}"/>
                </a:ext>
              </a:extLst>
            </p:cNvPr>
            <p:cNvSpPr/>
            <p:nvPr/>
          </p:nvSpPr>
          <p:spPr>
            <a:xfrm>
              <a:off x="9305002" y="2555848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43">
              <a:extLst>
                <a:ext uri="{FF2B5EF4-FFF2-40B4-BE49-F238E27FC236}">
                  <a16:creationId xmlns:a16="http://schemas.microsoft.com/office/drawing/2014/main" id="{E244AC55-1305-98BE-078A-35807B9CF066}"/>
                </a:ext>
              </a:extLst>
            </p:cNvPr>
            <p:cNvSpPr/>
            <p:nvPr/>
          </p:nvSpPr>
          <p:spPr>
            <a:xfrm>
              <a:off x="8825791" y="2621544"/>
              <a:ext cx="60763" cy="60763"/>
            </a:xfrm>
            <a:custGeom>
              <a:avLst/>
              <a:gdLst/>
              <a:ahLst/>
              <a:cxnLst/>
              <a:rect l="l" t="t" r="r" b="b"/>
              <a:pathLst>
                <a:path w="308" h="308" extrusionOk="0">
                  <a:moveTo>
                    <a:pt x="154" y="1"/>
                  </a:moveTo>
                  <a:cubicBezTo>
                    <a:pt x="72" y="1"/>
                    <a:pt x="0" y="72"/>
                    <a:pt x="0" y="154"/>
                  </a:cubicBezTo>
                  <a:cubicBezTo>
                    <a:pt x="0" y="237"/>
                    <a:pt x="72" y="308"/>
                    <a:pt x="154" y="308"/>
                  </a:cubicBezTo>
                  <a:cubicBezTo>
                    <a:pt x="237" y="308"/>
                    <a:pt x="308" y="237"/>
                    <a:pt x="308" y="154"/>
                  </a:cubicBezTo>
                  <a:cubicBezTo>
                    <a:pt x="308" y="72"/>
                    <a:pt x="237" y="1"/>
                    <a:pt x="15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43">
              <a:extLst>
                <a:ext uri="{FF2B5EF4-FFF2-40B4-BE49-F238E27FC236}">
                  <a16:creationId xmlns:a16="http://schemas.microsoft.com/office/drawing/2014/main" id="{69342B51-04E4-64CF-9E95-93FEC1AF986A}"/>
                </a:ext>
              </a:extLst>
            </p:cNvPr>
            <p:cNvSpPr/>
            <p:nvPr/>
          </p:nvSpPr>
          <p:spPr>
            <a:xfrm>
              <a:off x="8687690" y="2951013"/>
              <a:ext cx="34919" cy="35511"/>
            </a:xfrm>
            <a:custGeom>
              <a:avLst/>
              <a:gdLst/>
              <a:ahLst/>
              <a:cxnLst/>
              <a:rect l="l" t="t" r="r" b="b"/>
              <a:pathLst>
                <a:path w="177" h="180" extrusionOk="0">
                  <a:moveTo>
                    <a:pt x="94" y="1"/>
                  </a:moveTo>
                  <a:cubicBezTo>
                    <a:pt x="35" y="1"/>
                    <a:pt x="1" y="49"/>
                    <a:pt x="1" y="97"/>
                  </a:cubicBezTo>
                  <a:cubicBezTo>
                    <a:pt x="1" y="143"/>
                    <a:pt x="35" y="180"/>
                    <a:pt x="94" y="180"/>
                  </a:cubicBezTo>
                  <a:cubicBezTo>
                    <a:pt x="143" y="180"/>
                    <a:pt x="177" y="143"/>
                    <a:pt x="177" y="97"/>
                  </a:cubicBezTo>
                  <a:cubicBezTo>
                    <a:pt x="177" y="49"/>
                    <a:pt x="143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43">
              <a:extLst>
                <a:ext uri="{FF2B5EF4-FFF2-40B4-BE49-F238E27FC236}">
                  <a16:creationId xmlns:a16="http://schemas.microsoft.com/office/drawing/2014/main" id="{3BC9CCF3-64CA-99CF-40C0-FB6A2E6B300A}"/>
                </a:ext>
              </a:extLst>
            </p:cNvPr>
            <p:cNvSpPr/>
            <p:nvPr/>
          </p:nvSpPr>
          <p:spPr>
            <a:xfrm>
              <a:off x="8942585" y="2860064"/>
              <a:ext cx="34919" cy="35116"/>
            </a:xfrm>
            <a:custGeom>
              <a:avLst/>
              <a:gdLst/>
              <a:ahLst/>
              <a:cxnLst/>
              <a:rect l="l" t="t" r="r" b="b"/>
              <a:pathLst>
                <a:path w="177" h="178" extrusionOk="0">
                  <a:moveTo>
                    <a:pt x="83" y="1"/>
                  </a:moveTo>
                  <a:cubicBezTo>
                    <a:pt x="34" y="1"/>
                    <a:pt x="0" y="35"/>
                    <a:pt x="0" y="83"/>
                  </a:cubicBezTo>
                  <a:cubicBezTo>
                    <a:pt x="0" y="143"/>
                    <a:pt x="34" y="177"/>
                    <a:pt x="83" y="177"/>
                  </a:cubicBezTo>
                  <a:cubicBezTo>
                    <a:pt x="131" y="177"/>
                    <a:pt x="177" y="143"/>
                    <a:pt x="177" y="83"/>
                  </a:cubicBezTo>
                  <a:cubicBezTo>
                    <a:pt x="177" y="35"/>
                    <a:pt x="131" y="1"/>
                    <a:pt x="8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43">
              <a:extLst>
                <a:ext uri="{FF2B5EF4-FFF2-40B4-BE49-F238E27FC236}">
                  <a16:creationId xmlns:a16="http://schemas.microsoft.com/office/drawing/2014/main" id="{60C4BB0B-4CC5-22EB-9224-E5AECE72B612}"/>
                </a:ext>
              </a:extLst>
            </p:cNvPr>
            <p:cNvSpPr/>
            <p:nvPr/>
          </p:nvSpPr>
          <p:spPr>
            <a:xfrm>
              <a:off x="8666383" y="3189533"/>
              <a:ext cx="56226" cy="56423"/>
            </a:xfrm>
            <a:custGeom>
              <a:avLst/>
              <a:gdLst/>
              <a:ahLst/>
              <a:cxnLst/>
              <a:rect l="l" t="t" r="r" b="b"/>
              <a:pathLst>
                <a:path w="285" h="28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26"/>
                    <a:pt x="72" y="285"/>
                    <a:pt x="143" y="285"/>
                  </a:cubicBezTo>
                  <a:cubicBezTo>
                    <a:pt x="225" y="285"/>
                    <a:pt x="285" y="226"/>
                    <a:pt x="285" y="143"/>
                  </a:cubicBezTo>
                  <a:cubicBezTo>
                    <a:pt x="285" y="72"/>
                    <a:pt x="225" y="1"/>
                    <a:pt x="14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91" name="Google Shape;1491;p43">
            <a:extLst>
              <a:ext uri="{FF2B5EF4-FFF2-40B4-BE49-F238E27FC236}">
                <a16:creationId xmlns:a16="http://schemas.microsoft.com/office/drawing/2014/main" id="{88BF3413-B3A2-DE68-A30B-2FB02AF6F0BD}"/>
              </a:ext>
            </a:extLst>
          </p:cNvPr>
          <p:cNvGrpSpPr/>
          <p:nvPr/>
        </p:nvGrpSpPr>
        <p:grpSpPr>
          <a:xfrm>
            <a:off x="2961803" y="1281599"/>
            <a:ext cx="665028" cy="1255685"/>
            <a:chOff x="8034601" y="378891"/>
            <a:chExt cx="665028" cy="1255685"/>
          </a:xfrm>
        </p:grpSpPr>
        <p:grpSp>
          <p:nvGrpSpPr>
            <p:cNvPr id="1492" name="Google Shape;1492;p43">
              <a:extLst>
                <a:ext uri="{FF2B5EF4-FFF2-40B4-BE49-F238E27FC236}">
                  <a16:creationId xmlns:a16="http://schemas.microsoft.com/office/drawing/2014/main" id="{DD21C4D2-0DFD-2C4C-35DD-9531BB7491AB}"/>
                </a:ext>
              </a:extLst>
            </p:cNvPr>
            <p:cNvGrpSpPr/>
            <p:nvPr/>
          </p:nvGrpSpPr>
          <p:grpSpPr>
            <a:xfrm>
              <a:off x="8034601" y="378891"/>
              <a:ext cx="590428" cy="638707"/>
              <a:chOff x="8034601" y="378891"/>
              <a:chExt cx="590428" cy="638707"/>
            </a:xfrm>
          </p:grpSpPr>
          <p:grpSp>
            <p:nvGrpSpPr>
              <p:cNvPr id="1493" name="Google Shape;1493;p43">
                <a:extLst>
                  <a:ext uri="{FF2B5EF4-FFF2-40B4-BE49-F238E27FC236}">
                    <a16:creationId xmlns:a16="http://schemas.microsoft.com/office/drawing/2014/main" id="{671F5A14-604D-17E1-1055-838B9A635EC8}"/>
                  </a:ext>
                </a:extLst>
              </p:cNvPr>
              <p:cNvGrpSpPr/>
              <p:nvPr/>
            </p:nvGrpSpPr>
            <p:grpSpPr>
              <a:xfrm>
                <a:off x="8034601" y="378891"/>
                <a:ext cx="590428" cy="638707"/>
                <a:chOff x="9544651" y="2393791"/>
                <a:chExt cx="590428" cy="638707"/>
              </a:xfrm>
            </p:grpSpPr>
            <p:sp>
              <p:nvSpPr>
                <p:cNvPr id="1494" name="Google Shape;1494;p43">
                  <a:extLst>
                    <a:ext uri="{FF2B5EF4-FFF2-40B4-BE49-F238E27FC236}">
                      <a16:creationId xmlns:a16="http://schemas.microsoft.com/office/drawing/2014/main" id="{3F491451-C7D4-4CD6-690E-404E55807E72}"/>
                    </a:ext>
                  </a:extLst>
                </p:cNvPr>
                <p:cNvSpPr/>
                <p:nvPr/>
              </p:nvSpPr>
              <p:spPr>
                <a:xfrm>
                  <a:off x="9544651" y="2668546"/>
                  <a:ext cx="16572" cy="163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" h="83" extrusionOk="0">
                      <a:moveTo>
                        <a:pt x="35" y="0"/>
                      </a:moveTo>
                      <a:cubicBezTo>
                        <a:pt x="12" y="0"/>
                        <a:pt x="1" y="12"/>
                        <a:pt x="1" y="34"/>
                      </a:cubicBezTo>
                      <a:cubicBezTo>
                        <a:pt x="1" y="60"/>
                        <a:pt x="12" y="83"/>
                        <a:pt x="35" y="83"/>
                      </a:cubicBezTo>
                      <a:cubicBezTo>
                        <a:pt x="61" y="83"/>
                        <a:pt x="83" y="60"/>
                        <a:pt x="83" y="34"/>
                      </a:cubicBezTo>
                      <a:cubicBezTo>
                        <a:pt x="83" y="12"/>
                        <a:pt x="61" y="0"/>
                        <a:pt x="35" y="0"/>
                      </a:cubicBezTo>
                      <a:close/>
                    </a:path>
                  </a:pathLst>
                </a:custGeom>
                <a:solidFill>
                  <a:srgbClr val="EAE3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5" name="Google Shape;1495;p43">
                  <a:extLst>
                    <a:ext uri="{FF2B5EF4-FFF2-40B4-BE49-F238E27FC236}">
                      <a16:creationId xmlns:a16="http://schemas.microsoft.com/office/drawing/2014/main" id="{AE126279-03C1-52C5-1A4C-1F3120374509}"/>
                    </a:ext>
                  </a:extLst>
                </p:cNvPr>
                <p:cNvSpPr/>
                <p:nvPr/>
              </p:nvSpPr>
              <p:spPr>
                <a:xfrm>
                  <a:off x="10043646" y="2908991"/>
                  <a:ext cx="28409" cy="282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" h="143" extrusionOk="0">
                      <a:moveTo>
                        <a:pt x="72" y="0"/>
                      </a:moveTo>
                      <a:cubicBezTo>
                        <a:pt x="38" y="0"/>
                        <a:pt x="1" y="37"/>
                        <a:pt x="1" y="71"/>
                      </a:cubicBezTo>
                      <a:cubicBezTo>
                        <a:pt x="1" y="120"/>
                        <a:pt x="38" y="143"/>
                        <a:pt x="72" y="143"/>
                      </a:cubicBezTo>
                      <a:cubicBezTo>
                        <a:pt x="120" y="143"/>
                        <a:pt x="143" y="120"/>
                        <a:pt x="143" y="71"/>
                      </a:cubicBezTo>
                      <a:cubicBezTo>
                        <a:pt x="143" y="37"/>
                        <a:pt x="120" y="0"/>
                        <a:pt x="72" y="0"/>
                      </a:cubicBezTo>
                      <a:close/>
                    </a:path>
                  </a:pathLst>
                </a:custGeom>
                <a:solidFill>
                  <a:srgbClr val="EAE3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6" name="Google Shape;1496;p43">
                  <a:extLst>
                    <a:ext uri="{FF2B5EF4-FFF2-40B4-BE49-F238E27FC236}">
                      <a16:creationId xmlns:a16="http://schemas.microsoft.com/office/drawing/2014/main" id="{3548E2B9-4168-2CA7-44B8-976638C8A5A4}"/>
                    </a:ext>
                  </a:extLst>
                </p:cNvPr>
                <p:cNvSpPr/>
                <p:nvPr/>
              </p:nvSpPr>
              <p:spPr>
                <a:xfrm>
                  <a:off x="9803360" y="2995211"/>
                  <a:ext cx="37681" cy="372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" h="189" extrusionOk="0">
                      <a:moveTo>
                        <a:pt x="97" y="0"/>
                      </a:moveTo>
                      <a:cubicBezTo>
                        <a:pt x="49" y="0"/>
                        <a:pt x="0" y="46"/>
                        <a:pt x="0" y="94"/>
                      </a:cubicBezTo>
                      <a:cubicBezTo>
                        <a:pt x="0" y="143"/>
                        <a:pt x="49" y="188"/>
                        <a:pt x="97" y="188"/>
                      </a:cubicBezTo>
                      <a:cubicBezTo>
                        <a:pt x="157" y="188"/>
                        <a:pt x="191" y="143"/>
                        <a:pt x="191" y="94"/>
                      </a:cubicBezTo>
                      <a:cubicBezTo>
                        <a:pt x="191" y="46"/>
                        <a:pt x="157" y="0"/>
                        <a:pt x="97" y="0"/>
                      </a:cubicBezTo>
                      <a:close/>
                    </a:path>
                  </a:pathLst>
                </a:custGeom>
                <a:solidFill>
                  <a:srgbClr val="EAE3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7" name="Google Shape;1497;p43">
                  <a:extLst>
                    <a:ext uri="{FF2B5EF4-FFF2-40B4-BE49-F238E27FC236}">
                      <a16:creationId xmlns:a16="http://schemas.microsoft.com/office/drawing/2014/main" id="{F945F2F1-057D-2EDB-8C4D-AAB35FEA47F5}"/>
                    </a:ext>
                  </a:extLst>
                </p:cNvPr>
                <p:cNvSpPr/>
                <p:nvPr/>
              </p:nvSpPr>
              <p:spPr>
                <a:xfrm>
                  <a:off x="10083176" y="2554909"/>
                  <a:ext cx="23674" cy="23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" h="120" extrusionOk="0">
                      <a:moveTo>
                        <a:pt x="60" y="1"/>
                      </a:moveTo>
                      <a:cubicBezTo>
                        <a:pt x="37" y="1"/>
                        <a:pt x="0" y="26"/>
                        <a:pt x="0" y="60"/>
                      </a:cubicBezTo>
                      <a:cubicBezTo>
                        <a:pt x="0" y="97"/>
                        <a:pt x="37" y="120"/>
                        <a:pt x="60" y="120"/>
                      </a:cubicBezTo>
                      <a:cubicBezTo>
                        <a:pt x="97" y="120"/>
                        <a:pt x="120" y="97"/>
                        <a:pt x="120" y="60"/>
                      </a:cubicBezTo>
                      <a:cubicBezTo>
                        <a:pt x="120" y="26"/>
                        <a:pt x="97" y="1"/>
                        <a:pt x="60" y="1"/>
                      </a:cubicBezTo>
                      <a:close/>
                    </a:path>
                  </a:pathLst>
                </a:custGeom>
                <a:solidFill>
                  <a:srgbClr val="EAE3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8" name="Google Shape;1498;p43">
                  <a:extLst>
                    <a:ext uri="{FF2B5EF4-FFF2-40B4-BE49-F238E27FC236}">
                      <a16:creationId xmlns:a16="http://schemas.microsoft.com/office/drawing/2014/main" id="{82C5DE81-B082-45BD-698E-D4DC36F27C25}"/>
                    </a:ext>
                  </a:extLst>
                </p:cNvPr>
                <p:cNvSpPr/>
                <p:nvPr/>
              </p:nvSpPr>
              <p:spPr>
                <a:xfrm>
                  <a:off x="9923143" y="2393791"/>
                  <a:ext cx="33341" cy="32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" h="166" extrusionOk="0">
                      <a:moveTo>
                        <a:pt x="86" y="0"/>
                      </a:moveTo>
                      <a:cubicBezTo>
                        <a:pt x="37" y="0"/>
                        <a:pt x="0" y="35"/>
                        <a:pt x="0" y="83"/>
                      </a:cubicBezTo>
                      <a:cubicBezTo>
                        <a:pt x="0" y="131"/>
                        <a:pt x="37" y="165"/>
                        <a:pt x="86" y="165"/>
                      </a:cubicBezTo>
                      <a:cubicBezTo>
                        <a:pt x="120" y="165"/>
                        <a:pt x="168" y="131"/>
                        <a:pt x="168" y="83"/>
                      </a:cubicBezTo>
                      <a:cubicBezTo>
                        <a:pt x="168" y="35"/>
                        <a:pt x="120" y="0"/>
                        <a:pt x="86" y="0"/>
                      </a:cubicBezTo>
                      <a:close/>
                    </a:path>
                  </a:pathLst>
                </a:custGeom>
                <a:solidFill>
                  <a:srgbClr val="EAE3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9" name="Google Shape;1499;p43">
                  <a:extLst>
                    <a:ext uri="{FF2B5EF4-FFF2-40B4-BE49-F238E27FC236}">
                      <a16:creationId xmlns:a16="http://schemas.microsoft.com/office/drawing/2014/main" id="{2B9DFEDD-7FCD-AAA6-FA80-C60BC08B5C26}"/>
                    </a:ext>
                  </a:extLst>
                </p:cNvPr>
                <p:cNvSpPr/>
                <p:nvPr/>
              </p:nvSpPr>
              <p:spPr>
                <a:xfrm>
                  <a:off x="10095031" y="2715767"/>
                  <a:ext cx="40048" cy="40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203" extrusionOk="0">
                      <a:moveTo>
                        <a:pt x="97" y="0"/>
                      </a:moveTo>
                      <a:cubicBezTo>
                        <a:pt x="49" y="0"/>
                        <a:pt x="0" y="46"/>
                        <a:pt x="0" y="106"/>
                      </a:cubicBezTo>
                      <a:cubicBezTo>
                        <a:pt x="0" y="154"/>
                        <a:pt x="49" y="202"/>
                        <a:pt x="97" y="202"/>
                      </a:cubicBezTo>
                      <a:cubicBezTo>
                        <a:pt x="157" y="202"/>
                        <a:pt x="202" y="154"/>
                        <a:pt x="202" y="106"/>
                      </a:cubicBezTo>
                      <a:cubicBezTo>
                        <a:pt x="202" y="46"/>
                        <a:pt x="157" y="0"/>
                        <a:pt x="97" y="0"/>
                      </a:cubicBezTo>
                      <a:close/>
                    </a:path>
                  </a:pathLst>
                </a:custGeom>
                <a:solidFill>
                  <a:srgbClr val="EAE3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500" name="Google Shape;1500;p43">
                <a:extLst>
                  <a:ext uri="{FF2B5EF4-FFF2-40B4-BE49-F238E27FC236}">
                    <a16:creationId xmlns:a16="http://schemas.microsoft.com/office/drawing/2014/main" id="{45A32D50-736B-9C31-1574-87D1741E0189}"/>
                  </a:ext>
                </a:extLst>
              </p:cNvPr>
              <p:cNvSpPr/>
              <p:nvPr/>
            </p:nvSpPr>
            <p:spPr>
              <a:xfrm>
                <a:off x="8293296" y="686153"/>
                <a:ext cx="28409" cy="28211"/>
              </a:xfrm>
              <a:custGeom>
                <a:avLst/>
                <a:gdLst/>
                <a:ahLst/>
                <a:cxnLst/>
                <a:rect l="l" t="t" r="r" b="b"/>
                <a:pathLst>
                  <a:path w="144" h="143" extrusionOk="0">
                    <a:moveTo>
                      <a:pt x="72" y="0"/>
                    </a:moveTo>
                    <a:cubicBezTo>
                      <a:pt x="38" y="0"/>
                      <a:pt x="1" y="37"/>
                      <a:pt x="1" y="71"/>
                    </a:cubicBezTo>
                    <a:cubicBezTo>
                      <a:pt x="1" y="120"/>
                      <a:pt x="38" y="143"/>
                      <a:pt x="72" y="143"/>
                    </a:cubicBezTo>
                    <a:cubicBezTo>
                      <a:pt x="120" y="143"/>
                      <a:pt x="143" y="120"/>
                      <a:pt x="143" y="71"/>
                    </a:cubicBezTo>
                    <a:cubicBezTo>
                      <a:pt x="143" y="37"/>
                      <a:pt x="120" y="0"/>
                      <a:pt x="72" y="0"/>
                    </a:cubicBezTo>
                    <a:close/>
                  </a:path>
                </a:pathLst>
              </a:custGeom>
              <a:solidFill>
                <a:srgbClr val="EAE3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43">
                <a:extLst>
                  <a:ext uri="{FF2B5EF4-FFF2-40B4-BE49-F238E27FC236}">
                    <a16:creationId xmlns:a16="http://schemas.microsoft.com/office/drawing/2014/main" id="{D28A5355-164B-BE48-BFEB-090E82CC944F}"/>
                  </a:ext>
                </a:extLst>
              </p:cNvPr>
              <p:cNvSpPr/>
              <p:nvPr/>
            </p:nvSpPr>
            <p:spPr>
              <a:xfrm>
                <a:off x="8153918" y="591391"/>
                <a:ext cx="33341" cy="32749"/>
              </a:xfrm>
              <a:custGeom>
                <a:avLst/>
                <a:gdLst/>
                <a:ahLst/>
                <a:cxnLst/>
                <a:rect l="l" t="t" r="r" b="b"/>
                <a:pathLst>
                  <a:path w="169" h="166" extrusionOk="0">
                    <a:moveTo>
                      <a:pt x="86" y="0"/>
                    </a:moveTo>
                    <a:cubicBezTo>
                      <a:pt x="37" y="0"/>
                      <a:pt x="0" y="35"/>
                      <a:pt x="0" y="83"/>
                    </a:cubicBezTo>
                    <a:cubicBezTo>
                      <a:pt x="0" y="131"/>
                      <a:pt x="37" y="165"/>
                      <a:pt x="86" y="165"/>
                    </a:cubicBezTo>
                    <a:cubicBezTo>
                      <a:pt x="120" y="165"/>
                      <a:pt x="168" y="131"/>
                      <a:pt x="168" y="83"/>
                    </a:cubicBezTo>
                    <a:cubicBezTo>
                      <a:pt x="168" y="35"/>
                      <a:pt x="120" y="0"/>
                      <a:pt x="86" y="0"/>
                    </a:cubicBezTo>
                    <a:close/>
                  </a:path>
                </a:pathLst>
              </a:custGeom>
              <a:solidFill>
                <a:srgbClr val="EAE3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02" name="Google Shape;1502;p43">
              <a:extLst>
                <a:ext uri="{FF2B5EF4-FFF2-40B4-BE49-F238E27FC236}">
                  <a16:creationId xmlns:a16="http://schemas.microsoft.com/office/drawing/2014/main" id="{99D9F294-7194-896D-01C0-A959505A9A78}"/>
                </a:ext>
              </a:extLst>
            </p:cNvPr>
            <p:cNvSpPr/>
            <p:nvPr/>
          </p:nvSpPr>
          <p:spPr>
            <a:xfrm>
              <a:off x="8659581" y="1065567"/>
              <a:ext cx="40048" cy="40048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7" y="0"/>
                  </a:moveTo>
                  <a:cubicBezTo>
                    <a:pt x="49" y="0"/>
                    <a:pt x="0" y="46"/>
                    <a:pt x="0" y="106"/>
                  </a:cubicBezTo>
                  <a:cubicBezTo>
                    <a:pt x="0" y="154"/>
                    <a:pt x="49" y="202"/>
                    <a:pt x="97" y="202"/>
                  </a:cubicBezTo>
                  <a:cubicBezTo>
                    <a:pt x="157" y="202"/>
                    <a:pt x="202" y="154"/>
                    <a:pt x="202" y="106"/>
                  </a:cubicBezTo>
                  <a:cubicBezTo>
                    <a:pt x="202" y="46"/>
                    <a:pt x="157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43">
              <a:extLst>
                <a:ext uri="{FF2B5EF4-FFF2-40B4-BE49-F238E27FC236}">
                  <a16:creationId xmlns:a16="http://schemas.microsoft.com/office/drawing/2014/main" id="{C8C69019-43CB-A629-B5D6-90B502D72E5E}"/>
                </a:ext>
              </a:extLst>
            </p:cNvPr>
            <p:cNvSpPr/>
            <p:nvPr/>
          </p:nvSpPr>
          <p:spPr>
            <a:xfrm>
              <a:off x="8395596" y="1248841"/>
              <a:ext cx="28409" cy="28211"/>
            </a:xfrm>
            <a:custGeom>
              <a:avLst/>
              <a:gdLst/>
              <a:ahLst/>
              <a:cxnLst/>
              <a:rect l="l" t="t" r="r" b="b"/>
              <a:pathLst>
                <a:path w="144" h="143" extrusionOk="0">
                  <a:moveTo>
                    <a:pt x="72" y="0"/>
                  </a:moveTo>
                  <a:cubicBezTo>
                    <a:pt x="38" y="0"/>
                    <a:pt x="1" y="37"/>
                    <a:pt x="1" y="71"/>
                  </a:cubicBezTo>
                  <a:cubicBezTo>
                    <a:pt x="1" y="120"/>
                    <a:pt x="38" y="143"/>
                    <a:pt x="72" y="143"/>
                  </a:cubicBezTo>
                  <a:cubicBezTo>
                    <a:pt x="120" y="143"/>
                    <a:pt x="143" y="120"/>
                    <a:pt x="143" y="71"/>
                  </a:cubicBezTo>
                  <a:cubicBezTo>
                    <a:pt x="143" y="37"/>
                    <a:pt x="120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43">
              <a:extLst>
                <a:ext uri="{FF2B5EF4-FFF2-40B4-BE49-F238E27FC236}">
                  <a16:creationId xmlns:a16="http://schemas.microsoft.com/office/drawing/2014/main" id="{6147BA51-5E64-1173-AC36-9CA620293CCB}"/>
                </a:ext>
              </a:extLst>
            </p:cNvPr>
            <p:cNvSpPr/>
            <p:nvPr/>
          </p:nvSpPr>
          <p:spPr>
            <a:xfrm>
              <a:off x="8567577" y="1405701"/>
              <a:ext cx="26200" cy="26175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7" y="0"/>
                  </a:moveTo>
                  <a:cubicBezTo>
                    <a:pt x="49" y="0"/>
                    <a:pt x="0" y="46"/>
                    <a:pt x="0" y="106"/>
                  </a:cubicBezTo>
                  <a:cubicBezTo>
                    <a:pt x="0" y="154"/>
                    <a:pt x="49" y="202"/>
                    <a:pt x="97" y="202"/>
                  </a:cubicBezTo>
                  <a:cubicBezTo>
                    <a:pt x="157" y="202"/>
                    <a:pt x="202" y="154"/>
                    <a:pt x="202" y="106"/>
                  </a:cubicBezTo>
                  <a:cubicBezTo>
                    <a:pt x="202" y="46"/>
                    <a:pt x="157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43">
              <a:extLst>
                <a:ext uri="{FF2B5EF4-FFF2-40B4-BE49-F238E27FC236}">
                  <a16:creationId xmlns:a16="http://schemas.microsoft.com/office/drawing/2014/main" id="{2D2F0E71-D52E-D044-E3FE-BEBFF1DFDFF0}"/>
                </a:ext>
              </a:extLst>
            </p:cNvPr>
            <p:cNvSpPr/>
            <p:nvPr/>
          </p:nvSpPr>
          <p:spPr>
            <a:xfrm>
              <a:off x="8504575" y="1104915"/>
              <a:ext cx="48700" cy="48350"/>
            </a:xfrm>
            <a:custGeom>
              <a:avLst/>
              <a:gdLst/>
              <a:ahLst/>
              <a:cxnLst/>
              <a:rect l="l" t="t" r="r" b="b"/>
              <a:pathLst>
                <a:path w="144" h="143" extrusionOk="0">
                  <a:moveTo>
                    <a:pt x="72" y="0"/>
                  </a:moveTo>
                  <a:cubicBezTo>
                    <a:pt x="38" y="0"/>
                    <a:pt x="1" y="37"/>
                    <a:pt x="1" y="71"/>
                  </a:cubicBezTo>
                  <a:cubicBezTo>
                    <a:pt x="1" y="120"/>
                    <a:pt x="38" y="143"/>
                    <a:pt x="72" y="143"/>
                  </a:cubicBezTo>
                  <a:cubicBezTo>
                    <a:pt x="120" y="143"/>
                    <a:pt x="143" y="120"/>
                    <a:pt x="143" y="71"/>
                  </a:cubicBezTo>
                  <a:cubicBezTo>
                    <a:pt x="143" y="37"/>
                    <a:pt x="120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43">
              <a:extLst>
                <a:ext uri="{FF2B5EF4-FFF2-40B4-BE49-F238E27FC236}">
                  <a16:creationId xmlns:a16="http://schemas.microsoft.com/office/drawing/2014/main" id="{435F0BC0-88B0-408E-A913-9A19582E5864}"/>
                </a:ext>
              </a:extLst>
            </p:cNvPr>
            <p:cNvSpPr/>
            <p:nvPr/>
          </p:nvSpPr>
          <p:spPr>
            <a:xfrm>
              <a:off x="8625024" y="1600901"/>
              <a:ext cx="33675" cy="33675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7" y="0"/>
                  </a:moveTo>
                  <a:cubicBezTo>
                    <a:pt x="49" y="0"/>
                    <a:pt x="0" y="46"/>
                    <a:pt x="0" y="106"/>
                  </a:cubicBezTo>
                  <a:cubicBezTo>
                    <a:pt x="0" y="154"/>
                    <a:pt x="49" y="202"/>
                    <a:pt x="97" y="202"/>
                  </a:cubicBezTo>
                  <a:cubicBezTo>
                    <a:pt x="157" y="202"/>
                    <a:pt x="202" y="154"/>
                    <a:pt x="202" y="106"/>
                  </a:cubicBezTo>
                  <a:cubicBezTo>
                    <a:pt x="202" y="46"/>
                    <a:pt x="157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07" name="Google Shape;1507;p43">
            <a:extLst>
              <a:ext uri="{FF2B5EF4-FFF2-40B4-BE49-F238E27FC236}">
                <a16:creationId xmlns:a16="http://schemas.microsoft.com/office/drawing/2014/main" id="{6DA06491-BA30-E7A5-8C0A-EDA19F4DDEB4}"/>
              </a:ext>
            </a:extLst>
          </p:cNvPr>
          <p:cNvGrpSpPr/>
          <p:nvPr/>
        </p:nvGrpSpPr>
        <p:grpSpPr>
          <a:xfrm>
            <a:off x="7359966" y="358426"/>
            <a:ext cx="1721913" cy="923174"/>
            <a:chOff x="7128900" y="211575"/>
            <a:chExt cx="1736325" cy="930901"/>
          </a:xfrm>
        </p:grpSpPr>
        <p:sp>
          <p:nvSpPr>
            <p:cNvPr id="1508" name="Google Shape;1508;p43">
              <a:extLst>
                <a:ext uri="{FF2B5EF4-FFF2-40B4-BE49-F238E27FC236}">
                  <a16:creationId xmlns:a16="http://schemas.microsoft.com/office/drawing/2014/main" id="{DF8A1227-3BCC-E596-B076-1728F1835BF8}"/>
                </a:ext>
              </a:extLst>
            </p:cNvPr>
            <p:cNvSpPr/>
            <p:nvPr/>
          </p:nvSpPr>
          <p:spPr>
            <a:xfrm rot="-665562">
              <a:off x="7164234" y="578536"/>
              <a:ext cx="414494" cy="407534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lvl="0" algn="ctr"/>
              <a:r>
                <a:rPr b="0" i="0"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noFill/>
                  <a:latin typeface="Fredoka One"/>
                </a:rPr>
                <a:t>z</a:t>
              </a:r>
            </a:p>
          </p:txBody>
        </p:sp>
        <p:sp>
          <p:nvSpPr>
            <p:cNvPr id="1509" name="Google Shape;1509;p43">
              <a:extLst>
                <a:ext uri="{FF2B5EF4-FFF2-40B4-BE49-F238E27FC236}">
                  <a16:creationId xmlns:a16="http://schemas.microsoft.com/office/drawing/2014/main" id="{652D5B9B-236E-E723-80BB-893D19016FFA}"/>
                </a:ext>
              </a:extLst>
            </p:cNvPr>
            <p:cNvSpPr/>
            <p:nvPr/>
          </p:nvSpPr>
          <p:spPr>
            <a:xfrm rot="1035015">
              <a:off x="7718641" y="260278"/>
              <a:ext cx="404653" cy="502242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lvl="0" algn="ctr"/>
              <a:r>
                <a:rPr b="0" i="0"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noFill/>
                  <a:latin typeface="Fredoka One"/>
                </a:rPr>
                <a:t>Z</a:t>
              </a:r>
            </a:p>
          </p:txBody>
        </p:sp>
        <p:sp>
          <p:nvSpPr>
            <p:cNvPr id="1510" name="Google Shape;1510;p43">
              <a:extLst>
                <a:ext uri="{FF2B5EF4-FFF2-40B4-BE49-F238E27FC236}">
                  <a16:creationId xmlns:a16="http://schemas.microsoft.com/office/drawing/2014/main" id="{A3E2A4A0-E8E5-9211-D7C8-D9177BF6B522}"/>
                </a:ext>
              </a:extLst>
            </p:cNvPr>
            <p:cNvSpPr/>
            <p:nvPr/>
          </p:nvSpPr>
          <p:spPr>
            <a:xfrm rot="552470">
              <a:off x="8241636" y="393176"/>
              <a:ext cx="570603" cy="708209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lvl="0" algn="ctr"/>
              <a:r>
                <a:rPr b="0" i="0" dirty="0"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noFill/>
                  <a:latin typeface="Fredoka One"/>
                </a:rPr>
                <a:t>Z</a:t>
              </a:r>
            </a:p>
          </p:txBody>
        </p:sp>
      </p:grpSp>
      <p:sp>
        <p:nvSpPr>
          <p:cNvPr id="2" name="Google Shape;1601;p44">
            <a:extLst>
              <a:ext uri="{FF2B5EF4-FFF2-40B4-BE49-F238E27FC236}">
                <a16:creationId xmlns:a16="http://schemas.microsoft.com/office/drawing/2014/main" id="{D20A5A7F-2305-8595-9687-9B99D4F4B465}"/>
              </a:ext>
            </a:extLst>
          </p:cNvPr>
          <p:cNvSpPr/>
          <p:nvPr/>
        </p:nvSpPr>
        <p:spPr>
          <a:xfrm rot="12035812">
            <a:off x="770198" y="1021611"/>
            <a:ext cx="260823" cy="364287"/>
          </a:xfrm>
          <a:custGeom>
            <a:avLst/>
            <a:gdLst/>
            <a:ahLst/>
            <a:cxnLst/>
            <a:rect l="l" t="t" r="r" b="b"/>
            <a:pathLst>
              <a:path w="2333" h="3262" extrusionOk="0">
                <a:moveTo>
                  <a:pt x="711" y="1"/>
                </a:moveTo>
                <a:cubicBezTo>
                  <a:pt x="450" y="1"/>
                  <a:pt x="213" y="61"/>
                  <a:pt x="0" y="166"/>
                </a:cubicBezTo>
                <a:cubicBezTo>
                  <a:pt x="34" y="155"/>
                  <a:pt x="71" y="155"/>
                  <a:pt x="117" y="155"/>
                </a:cubicBezTo>
                <a:cubicBezTo>
                  <a:pt x="925" y="155"/>
                  <a:pt x="1588" y="820"/>
                  <a:pt x="1588" y="1625"/>
                </a:cubicBezTo>
                <a:cubicBezTo>
                  <a:pt x="1588" y="2442"/>
                  <a:pt x="925" y="3096"/>
                  <a:pt x="117" y="3096"/>
                </a:cubicBezTo>
                <a:lnTo>
                  <a:pt x="0" y="3096"/>
                </a:lnTo>
                <a:cubicBezTo>
                  <a:pt x="213" y="3201"/>
                  <a:pt x="450" y="3261"/>
                  <a:pt x="711" y="3261"/>
                </a:cubicBezTo>
                <a:cubicBezTo>
                  <a:pt x="1610" y="3261"/>
                  <a:pt x="2333" y="2527"/>
                  <a:pt x="2333" y="1625"/>
                </a:cubicBezTo>
                <a:cubicBezTo>
                  <a:pt x="2333" y="724"/>
                  <a:pt x="1610" y="1"/>
                  <a:pt x="711" y="1"/>
                </a:cubicBezTo>
                <a:close/>
              </a:path>
            </a:pathLst>
          </a:custGeom>
          <a:solidFill>
            <a:srgbClr val="EAE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42131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6" name="Google Shape;2306;p50"/>
          <p:cNvSpPr txBox="1">
            <a:spLocks noGrp="1"/>
          </p:cNvSpPr>
          <p:nvPr>
            <p:ph type="title"/>
          </p:nvPr>
        </p:nvSpPr>
        <p:spPr>
          <a:xfrm>
            <a:off x="609966" y="740475"/>
            <a:ext cx="4641000" cy="12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bg-BG" dirty="0"/>
              <a:t>Ключови </a:t>
            </a:r>
            <a:r>
              <a:rPr lang="en-US" dirty="0"/>
              <a:t>API </a:t>
            </a:r>
            <a:r>
              <a:rPr lang="bg-BG" dirty="0"/>
              <a:t>Ендпойнти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307" name="Google Shape;2307;p50"/>
          <p:cNvSpPr txBox="1">
            <a:spLocks noGrp="1"/>
          </p:cNvSpPr>
          <p:nvPr>
            <p:ph type="subTitle" idx="1"/>
          </p:nvPr>
        </p:nvSpPr>
        <p:spPr>
          <a:xfrm>
            <a:off x="444366" y="1988656"/>
            <a:ext cx="4641000" cy="75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245595" lvl="0" algn="l">
              <a:buClr>
                <a:srgbClr val="EC85E3"/>
              </a:buClr>
              <a:buFont typeface="Quicksand" panose="020B0604020202020204" charset="0"/>
              <a:buChar char="●"/>
              <a:defRPr/>
            </a:pPr>
            <a:r>
              <a:rPr lang="en-US" sz="1600" dirty="0">
                <a:solidFill>
                  <a:srgbClr val="EAE3FF"/>
                </a:solidFill>
              </a:rPr>
              <a:t>/</a:t>
            </a:r>
            <a:r>
              <a:rPr lang="en-US" sz="1600" dirty="0" err="1">
                <a:solidFill>
                  <a:srgbClr val="EAE3FF"/>
                </a:solidFill>
              </a:rPr>
              <a:t>healthz</a:t>
            </a:r>
            <a:r>
              <a:rPr lang="en-US" sz="1600" dirty="0">
                <a:solidFill>
                  <a:srgbClr val="EAE3FF"/>
                </a:solidFill>
              </a:rPr>
              <a:t>, /</a:t>
            </a:r>
            <a:r>
              <a:rPr lang="en-US" sz="1600" dirty="0" err="1">
                <a:solidFill>
                  <a:srgbClr val="EAE3FF"/>
                </a:solidFill>
              </a:rPr>
              <a:t>readyz</a:t>
            </a:r>
            <a:r>
              <a:rPr lang="en-US" sz="1600" dirty="0">
                <a:solidFill>
                  <a:srgbClr val="EAE3FF"/>
                </a:solidFill>
              </a:rPr>
              <a:t>, /metrics: </a:t>
            </a:r>
            <a:r>
              <a:rPr lang="ru-RU" sz="1600" dirty="0">
                <a:solidFill>
                  <a:srgbClr val="EAE3FF"/>
                </a:solidFill>
              </a:rPr>
              <a:t>Здравни проверки и мониторинг.</a:t>
            </a:r>
          </a:p>
          <a:p>
            <a:pPr marR="245595" lvl="0" algn="l">
              <a:buClr>
                <a:srgbClr val="EC85E3"/>
              </a:buClr>
              <a:buFont typeface="Quicksand" panose="020B0604020202020204" charset="0"/>
              <a:buChar char="●"/>
              <a:defRPr/>
            </a:pPr>
            <a:r>
              <a:rPr lang="ru-RU" sz="1600" dirty="0">
                <a:solidFill>
                  <a:srgbClr val="EAE3FF"/>
                </a:solidFill>
              </a:rPr>
              <a:t>/</a:t>
            </a:r>
            <a:r>
              <a:rPr lang="en-US" sz="1600" dirty="0">
                <a:solidFill>
                  <a:srgbClr val="EAE3FF"/>
                </a:solidFill>
              </a:rPr>
              <a:t>v1/</a:t>
            </a:r>
            <a:r>
              <a:rPr lang="en-US" sz="1600" dirty="0" err="1">
                <a:solidFill>
                  <a:srgbClr val="EAE3FF"/>
                </a:solidFill>
              </a:rPr>
              <a:t>epochs:ingest</a:t>
            </a:r>
            <a:r>
              <a:rPr lang="en-US" sz="1600" dirty="0">
                <a:solidFill>
                  <a:srgbClr val="EAE3FF"/>
                </a:solidFill>
              </a:rPr>
              <a:t>: </a:t>
            </a:r>
            <a:r>
              <a:rPr lang="ru-RU" sz="1600" dirty="0">
                <a:solidFill>
                  <a:srgbClr val="EAE3FF"/>
                </a:solidFill>
              </a:rPr>
              <a:t>Приемане на данни от устройството.</a:t>
            </a:r>
          </a:p>
          <a:p>
            <a:pPr marR="245595" lvl="0" algn="l">
              <a:buClr>
                <a:srgbClr val="EC85E3"/>
              </a:buClr>
              <a:buFont typeface="Quicksand" panose="020B0604020202020204" charset="0"/>
              <a:buChar char="●"/>
              <a:defRPr/>
            </a:pPr>
            <a:r>
              <a:rPr lang="ru-RU" sz="1600" dirty="0">
                <a:solidFill>
                  <a:srgbClr val="EAE3FF"/>
                </a:solidFill>
              </a:rPr>
              <a:t>/</a:t>
            </a:r>
            <a:r>
              <a:rPr lang="en-US" sz="1600" dirty="0">
                <a:solidFill>
                  <a:srgbClr val="EAE3FF"/>
                </a:solidFill>
              </a:rPr>
              <a:t>v1/predict: </a:t>
            </a:r>
            <a:r>
              <a:rPr lang="ru-RU" sz="1600" dirty="0">
                <a:solidFill>
                  <a:srgbClr val="EAE3FF"/>
                </a:solidFill>
              </a:rPr>
              <a:t>Предсказания за фази на съня.</a:t>
            </a:r>
          </a:p>
          <a:p>
            <a:pPr marR="245595" lvl="0" algn="l">
              <a:buClr>
                <a:srgbClr val="EC85E3"/>
              </a:buClr>
              <a:buFont typeface="Quicksand" panose="020B0604020202020204" charset="0"/>
              <a:buChar char="●"/>
              <a:defRPr/>
            </a:pPr>
            <a:r>
              <a:rPr lang="ru-RU" sz="1600" dirty="0">
                <a:solidFill>
                  <a:srgbClr val="EAE3FF"/>
                </a:solidFill>
              </a:rPr>
              <a:t>/</a:t>
            </a:r>
            <a:r>
              <a:rPr lang="en-US" sz="1600" dirty="0">
                <a:solidFill>
                  <a:srgbClr val="EAE3FF"/>
                </a:solidFill>
              </a:rPr>
              <a:t>v1/model/drift: </a:t>
            </a:r>
            <a:r>
              <a:rPr lang="ru-RU" sz="1600" dirty="0">
                <a:solidFill>
                  <a:srgbClr val="EAE3FF"/>
                </a:solidFill>
              </a:rPr>
              <a:t>Отчет за дрейф на модела.</a:t>
            </a:r>
          </a:p>
          <a:p>
            <a:pPr marR="245595" lvl="0" algn="l">
              <a:buClr>
                <a:srgbClr val="EC85E3"/>
              </a:buClr>
              <a:buFont typeface="Quicksand" panose="020B0604020202020204" charset="0"/>
              <a:buChar char="●"/>
              <a:defRPr/>
            </a:pPr>
            <a:r>
              <a:rPr lang="ru-RU" sz="1600" dirty="0">
                <a:solidFill>
                  <a:srgbClr val="EAE3FF"/>
                </a:solidFill>
              </a:rPr>
              <a:t> /</a:t>
            </a:r>
            <a:r>
              <a:rPr lang="en-US" sz="1600" dirty="0">
                <a:solidFill>
                  <a:srgbClr val="EAE3FF"/>
                </a:solidFill>
              </a:rPr>
              <a:t>internal/...: </a:t>
            </a:r>
            <a:r>
              <a:rPr lang="ru-RU" sz="1600" dirty="0">
                <a:solidFill>
                  <a:srgbClr val="EAE3FF"/>
                </a:solidFill>
              </a:rPr>
              <a:t>Вътрешни операции (стрес тестове).</a:t>
            </a:r>
            <a:endParaRPr lang="en-US" sz="1600" dirty="0">
              <a:solidFill>
                <a:srgbClr val="EAE3FF"/>
              </a:solidFill>
            </a:endParaRPr>
          </a:p>
        </p:txBody>
      </p:sp>
      <p:grpSp>
        <p:nvGrpSpPr>
          <p:cNvPr id="2309" name="Google Shape;2309;p50"/>
          <p:cNvGrpSpPr/>
          <p:nvPr/>
        </p:nvGrpSpPr>
        <p:grpSpPr>
          <a:xfrm>
            <a:off x="3715468" y="670099"/>
            <a:ext cx="1488898" cy="798247"/>
            <a:chOff x="7128900" y="211575"/>
            <a:chExt cx="1736325" cy="930901"/>
          </a:xfrm>
        </p:grpSpPr>
        <p:sp>
          <p:nvSpPr>
            <p:cNvPr id="2310" name="Google Shape;2310;p50"/>
            <p:cNvSpPr/>
            <p:nvPr/>
          </p:nvSpPr>
          <p:spPr>
            <a:xfrm rot="-665562">
              <a:off x="7164234" y="578536"/>
              <a:ext cx="414494" cy="407534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lvl="0" algn="ctr"/>
              <a:r>
                <a:rPr b="0" i="0"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noFill/>
                  <a:latin typeface="Fredoka One"/>
                </a:rPr>
                <a:t>z</a:t>
              </a:r>
            </a:p>
          </p:txBody>
        </p:sp>
        <p:sp>
          <p:nvSpPr>
            <p:cNvPr id="2311" name="Google Shape;2311;p50"/>
            <p:cNvSpPr/>
            <p:nvPr/>
          </p:nvSpPr>
          <p:spPr>
            <a:xfrm rot="1035015">
              <a:off x="7718641" y="260278"/>
              <a:ext cx="404653" cy="502242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lvl="0" algn="ctr"/>
              <a:r>
                <a:rPr b="0" i="0"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noFill/>
                  <a:latin typeface="Fredoka One"/>
                </a:rPr>
                <a:t>Z</a:t>
              </a:r>
            </a:p>
          </p:txBody>
        </p:sp>
        <p:sp>
          <p:nvSpPr>
            <p:cNvPr id="2312" name="Google Shape;2312;p50"/>
            <p:cNvSpPr/>
            <p:nvPr/>
          </p:nvSpPr>
          <p:spPr>
            <a:xfrm rot="552470">
              <a:off x="8241636" y="393176"/>
              <a:ext cx="570603" cy="708209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lvl="0" algn="ctr"/>
              <a:r>
                <a:rPr b="0" i="0"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noFill/>
                  <a:latin typeface="Fredoka One"/>
                </a:rPr>
                <a:t>Z</a:t>
              </a:r>
            </a:p>
          </p:txBody>
        </p:sp>
      </p:grpSp>
      <p:grpSp>
        <p:nvGrpSpPr>
          <p:cNvPr id="2313" name="Google Shape;2313;p50"/>
          <p:cNvGrpSpPr/>
          <p:nvPr/>
        </p:nvGrpSpPr>
        <p:grpSpPr>
          <a:xfrm rot="-575321">
            <a:off x="4711836" y="4165738"/>
            <a:ext cx="747058" cy="615329"/>
            <a:chOff x="7557699" y="4092166"/>
            <a:chExt cx="541752" cy="446193"/>
          </a:xfrm>
        </p:grpSpPr>
        <p:sp>
          <p:nvSpPr>
            <p:cNvPr id="2314" name="Google Shape;2314;p50"/>
            <p:cNvSpPr/>
            <p:nvPr/>
          </p:nvSpPr>
          <p:spPr>
            <a:xfrm>
              <a:off x="7608455" y="4328112"/>
              <a:ext cx="145895" cy="109371"/>
            </a:xfrm>
            <a:custGeom>
              <a:avLst/>
              <a:gdLst/>
              <a:ahLst/>
              <a:cxnLst/>
              <a:rect l="l" t="t" r="r" b="b"/>
              <a:pathLst>
                <a:path w="687" h="515" extrusionOk="0">
                  <a:moveTo>
                    <a:pt x="615" y="1"/>
                  </a:moveTo>
                  <a:cubicBezTo>
                    <a:pt x="601" y="1"/>
                    <a:pt x="585" y="6"/>
                    <a:pt x="570" y="16"/>
                  </a:cubicBezTo>
                  <a:lnTo>
                    <a:pt x="46" y="386"/>
                  </a:lnTo>
                  <a:cubicBezTo>
                    <a:pt x="12" y="409"/>
                    <a:pt x="1" y="457"/>
                    <a:pt x="24" y="480"/>
                  </a:cubicBezTo>
                  <a:cubicBezTo>
                    <a:pt x="35" y="503"/>
                    <a:pt x="58" y="514"/>
                    <a:pt x="83" y="514"/>
                  </a:cubicBezTo>
                  <a:cubicBezTo>
                    <a:pt x="95" y="514"/>
                    <a:pt x="118" y="514"/>
                    <a:pt x="129" y="503"/>
                  </a:cubicBezTo>
                  <a:lnTo>
                    <a:pt x="652" y="125"/>
                  </a:lnTo>
                  <a:cubicBezTo>
                    <a:pt x="687" y="113"/>
                    <a:pt x="687" y="65"/>
                    <a:pt x="664" y="31"/>
                  </a:cubicBezTo>
                  <a:cubicBezTo>
                    <a:pt x="651" y="10"/>
                    <a:pt x="634" y="1"/>
                    <a:pt x="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2315" name="Google Shape;2315;p50"/>
            <p:cNvSpPr/>
            <p:nvPr/>
          </p:nvSpPr>
          <p:spPr>
            <a:xfrm>
              <a:off x="7557699" y="4275656"/>
              <a:ext cx="146532" cy="109158"/>
            </a:xfrm>
            <a:custGeom>
              <a:avLst/>
              <a:gdLst/>
              <a:ahLst/>
              <a:cxnLst/>
              <a:rect l="l" t="t" r="r" b="b"/>
              <a:pathLst>
                <a:path w="690" h="514" extrusionOk="0">
                  <a:moveTo>
                    <a:pt x="613" y="0"/>
                  </a:moveTo>
                  <a:cubicBezTo>
                    <a:pt x="597" y="0"/>
                    <a:pt x="581" y="6"/>
                    <a:pt x="570" y="16"/>
                  </a:cubicBezTo>
                  <a:lnTo>
                    <a:pt x="38" y="383"/>
                  </a:lnTo>
                  <a:cubicBezTo>
                    <a:pt x="12" y="406"/>
                    <a:pt x="1" y="454"/>
                    <a:pt x="27" y="477"/>
                  </a:cubicBezTo>
                  <a:cubicBezTo>
                    <a:pt x="38" y="502"/>
                    <a:pt x="61" y="514"/>
                    <a:pt x="83" y="514"/>
                  </a:cubicBezTo>
                  <a:cubicBezTo>
                    <a:pt x="98" y="514"/>
                    <a:pt x="109" y="514"/>
                    <a:pt x="120" y="502"/>
                  </a:cubicBezTo>
                  <a:lnTo>
                    <a:pt x="652" y="121"/>
                  </a:lnTo>
                  <a:cubicBezTo>
                    <a:pt x="678" y="98"/>
                    <a:pt x="689" y="64"/>
                    <a:pt x="667" y="27"/>
                  </a:cubicBezTo>
                  <a:cubicBezTo>
                    <a:pt x="653" y="9"/>
                    <a:pt x="632" y="0"/>
                    <a:pt x="6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2316" name="Google Shape;2316;p50"/>
            <p:cNvSpPr/>
            <p:nvPr/>
          </p:nvSpPr>
          <p:spPr>
            <a:xfrm>
              <a:off x="7967996" y="4414335"/>
              <a:ext cx="66046" cy="124024"/>
            </a:xfrm>
            <a:custGeom>
              <a:avLst/>
              <a:gdLst/>
              <a:ahLst/>
              <a:cxnLst/>
              <a:rect l="l" t="t" r="r" b="b"/>
              <a:pathLst>
                <a:path w="311" h="584" extrusionOk="0">
                  <a:moveTo>
                    <a:pt x="80" y="0"/>
                  </a:moveTo>
                  <a:cubicBezTo>
                    <a:pt x="73" y="0"/>
                    <a:pt x="67" y="1"/>
                    <a:pt x="60" y="3"/>
                  </a:cubicBezTo>
                  <a:cubicBezTo>
                    <a:pt x="15" y="14"/>
                    <a:pt x="1" y="63"/>
                    <a:pt x="15" y="97"/>
                  </a:cubicBezTo>
                  <a:lnTo>
                    <a:pt x="169" y="535"/>
                  </a:lnTo>
                  <a:cubicBezTo>
                    <a:pt x="169" y="572"/>
                    <a:pt x="203" y="583"/>
                    <a:pt x="228" y="583"/>
                  </a:cubicBezTo>
                  <a:lnTo>
                    <a:pt x="251" y="583"/>
                  </a:lnTo>
                  <a:cubicBezTo>
                    <a:pt x="285" y="572"/>
                    <a:pt x="311" y="524"/>
                    <a:pt x="299" y="490"/>
                  </a:cubicBezTo>
                  <a:lnTo>
                    <a:pt x="143" y="51"/>
                  </a:lnTo>
                  <a:cubicBezTo>
                    <a:pt x="134" y="21"/>
                    <a:pt x="109" y="0"/>
                    <a:pt x="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2317" name="Google Shape;2317;p50"/>
            <p:cNvSpPr/>
            <p:nvPr/>
          </p:nvSpPr>
          <p:spPr>
            <a:xfrm>
              <a:off x="7882836" y="4381417"/>
              <a:ext cx="67957" cy="124236"/>
            </a:xfrm>
            <a:custGeom>
              <a:avLst/>
              <a:gdLst/>
              <a:ahLst/>
              <a:cxnLst/>
              <a:rect l="l" t="t" r="r" b="b"/>
              <a:pathLst>
                <a:path w="320" h="585" extrusionOk="0">
                  <a:moveTo>
                    <a:pt x="88" y="0"/>
                  </a:moveTo>
                  <a:cubicBezTo>
                    <a:pt x="78" y="0"/>
                    <a:pt x="69" y="2"/>
                    <a:pt x="60" y="4"/>
                  </a:cubicBezTo>
                  <a:cubicBezTo>
                    <a:pt x="23" y="16"/>
                    <a:pt x="1" y="50"/>
                    <a:pt x="23" y="87"/>
                  </a:cubicBezTo>
                  <a:lnTo>
                    <a:pt x="166" y="536"/>
                  </a:lnTo>
                  <a:cubicBezTo>
                    <a:pt x="177" y="562"/>
                    <a:pt x="203" y="585"/>
                    <a:pt x="237" y="585"/>
                  </a:cubicBezTo>
                  <a:cubicBezTo>
                    <a:pt x="248" y="585"/>
                    <a:pt x="248" y="585"/>
                    <a:pt x="259" y="573"/>
                  </a:cubicBezTo>
                  <a:cubicBezTo>
                    <a:pt x="296" y="562"/>
                    <a:pt x="319" y="525"/>
                    <a:pt x="308" y="491"/>
                  </a:cubicBezTo>
                  <a:lnTo>
                    <a:pt x="154" y="39"/>
                  </a:lnTo>
                  <a:cubicBezTo>
                    <a:pt x="146" y="13"/>
                    <a:pt x="116" y="0"/>
                    <a:pt x="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2318" name="Google Shape;2318;p50"/>
            <p:cNvSpPr/>
            <p:nvPr/>
          </p:nvSpPr>
          <p:spPr>
            <a:xfrm>
              <a:off x="7603146" y="4134853"/>
              <a:ext cx="488864" cy="334695"/>
            </a:xfrm>
            <a:custGeom>
              <a:avLst/>
              <a:gdLst/>
              <a:ahLst/>
              <a:cxnLst/>
              <a:rect l="l" t="t" r="r" b="b"/>
              <a:pathLst>
                <a:path w="2302" h="1576" extrusionOk="0">
                  <a:moveTo>
                    <a:pt x="1048" y="0"/>
                  </a:moveTo>
                  <a:cubicBezTo>
                    <a:pt x="616" y="0"/>
                    <a:pt x="235" y="242"/>
                    <a:pt x="131" y="619"/>
                  </a:cubicBezTo>
                  <a:cubicBezTo>
                    <a:pt x="0" y="1094"/>
                    <a:pt x="453" y="1319"/>
                    <a:pt x="1022" y="1473"/>
                  </a:cubicBezTo>
                  <a:cubicBezTo>
                    <a:pt x="1241" y="1533"/>
                    <a:pt x="1445" y="1576"/>
                    <a:pt x="1621" y="1576"/>
                  </a:cubicBezTo>
                  <a:cubicBezTo>
                    <a:pt x="1891" y="1576"/>
                    <a:pt x="2092" y="1476"/>
                    <a:pt x="2171" y="1188"/>
                  </a:cubicBezTo>
                  <a:cubicBezTo>
                    <a:pt x="2302" y="713"/>
                    <a:pt x="1958" y="204"/>
                    <a:pt x="1389" y="50"/>
                  </a:cubicBezTo>
                  <a:cubicBezTo>
                    <a:pt x="1274" y="16"/>
                    <a:pt x="1160" y="0"/>
                    <a:pt x="10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50"/>
            <p:cNvSpPr/>
            <p:nvPr/>
          </p:nvSpPr>
          <p:spPr>
            <a:xfrm>
              <a:off x="7598261" y="4092166"/>
              <a:ext cx="121048" cy="58402"/>
            </a:xfrm>
            <a:custGeom>
              <a:avLst/>
              <a:gdLst/>
              <a:ahLst/>
              <a:cxnLst/>
              <a:rect l="l" t="t" r="r" b="b"/>
              <a:pathLst>
                <a:path w="570" h="275" extrusionOk="0">
                  <a:moveTo>
                    <a:pt x="141" y="0"/>
                  </a:moveTo>
                  <a:cubicBezTo>
                    <a:pt x="110" y="0"/>
                    <a:pt x="86" y="11"/>
                    <a:pt x="72" y="38"/>
                  </a:cubicBezTo>
                  <a:cubicBezTo>
                    <a:pt x="1" y="169"/>
                    <a:pt x="547" y="274"/>
                    <a:pt x="547" y="274"/>
                  </a:cubicBezTo>
                  <a:lnTo>
                    <a:pt x="570" y="251"/>
                  </a:lnTo>
                  <a:cubicBezTo>
                    <a:pt x="570" y="251"/>
                    <a:pt x="286" y="0"/>
                    <a:pt x="1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2320" name="Google Shape;2320;p50"/>
            <p:cNvSpPr/>
            <p:nvPr/>
          </p:nvSpPr>
          <p:spPr>
            <a:xfrm>
              <a:off x="7736726" y="4218527"/>
              <a:ext cx="94290" cy="139102"/>
            </a:xfrm>
            <a:custGeom>
              <a:avLst/>
              <a:gdLst/>
              <a:ahLst/>
              <a:cxnLst/>
              <a:rect l="l" t="t" r="r" b="b"/>
              <a:pathLst>
                <a:path w="444" h="655" extrusionOk="0">
                  <a:moveTo>
                    <a:pt x="154" y="0"/>
                  </a:moveTo>
                  <a:lnTo>
                    <a:pt x="120" y="60"/>
                  </a:lnTo>
                  <a:cubicBezTo>
                    <a:pt x="120" y="72"/>
                    <a:pt x="0" y="618"/>
                    <a:pt x="202" y="652"/>
                  </a:cubicBezTo>
                  <a:cubicBezTo>
                    <a:pt x="211" y="654"/>
                    <a:pt x="219" y="654"/>
                    <a:pt x="226" y="654"/>
                  </a:cubicBezTo>
                  <a:cubicBezTo>
                    <a:pt x="443" y="654"/>
                    <a:pt x="154" y="0"/>
                    <a:pt x="1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2321" name="Google Shape;2321;p50"/>
            <p:cNvSpPr/>
            <p:nvPr/>
          </p:nvSpPr>
          <p:spPr>
            <a:xfrm>
              <a:off x="7588067" y="4138888"/>
              <a:ext cx="201959" cy="162463"/>
            </a:xfrm>
            <a:custGeom>
              <a:avLst/>
              <a:gdLst/>
              <a:ahLst/>
              <a:cxnLst/>
              <a:rect l="l" t="t" r="r" b="b"/>
              <a:pathLst>
                <a:path w="951" h="765" extrusionOk="0">
                  <a:moveTo>
                    <a:pt x="619" y="0"/>
                  </a:moveTo>
                  <a:cubicBezTo>
                    <a:pt x="501" y="0"/>
                    <a:pt x="367" y="56"/>
                    <a:pt x="262" y="162"/>
                  </a:cubicBezTo>
                  <a:cubicBezTo>
                    <a:pt x="71" y="339"/>
                    <a:pt x="0" y="552"/>
                    <a:pt x="142" y="671"/>
                  </a:cubicBezTo>
                  <a:cubicBezTo>
                    <a:pt x="217" y="735"/>
                    <a:pt x="301" y="764"/>
                    <a:pt x="387" y="764"/>
                  </a:cubicBezTo>
                  <a:cubicBezTo>
                    <a:pt x="509" y="764"/>
                    <a:pt x="637" y="705"/>
                    <a:pt x="748" y="600"/>
                  </a:cubicBezTo>
                  <a:cubicBezTo>
                    <a:pt x="925" y="424"/>
                    <a:pt x="950" y="210"/>
                    <a:pt x="820" y="80"/>
                  </a:cubicBezTo>
                  <a:cubicBezTo>
                    <a:pt x="771" y="26"/>
                    <a:pt x="699" y="0"/>
                    <a:pt x="6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2322" name="Google Shape;2322;p50"/>
            <p:cNvSpPr/>
            <p:nvPr/>
          </p:nvSpPr>
          <p:spPr>
            <a:xfrm>
              <a:off x="7686395" y="4218527"/>
              <a:ext cx="28032" cy="30369"/>
            </a:xfrm>
            <a:custGeom>
              <a:avLst/>
              <a:gdLst/>
              <a:ahLst/>
              <a:cxnLst/>
              <a:rect l="l" t="t" r="r" b="b"/>
              <a:pathLst>
                <a:path w="132" h="143" extrusionOk="0">
                  <a:moveTo>
                    <a:pt x="61" y="0"/>
                  </a:moveTo>
                  <a:cubicBezTo>
                    <a:pt x="35" y="0"/>
                    <a:pt x="24" y="0"/>
                    <a:pt x="1" y="12"/>
                  </a:cubicBezTo>
                  <a:lnTo>
                    <a:pt x="24" y="49"/>
                  </a:lnTo>
                  <a:cubicBezTo>
                    <a:pt x="35" y="35"/>
                    <a:pt x="46" y="35"/>
                    <a:pt x="61" y="35"/>
                  </a:cubicBezTo>
                  <a:cubicBezTo>
                    <a:pt x="72" y="35"/>
                    <a:pt x="72" y="49"/>
                    <a:pt x="83" y="49"/>
                  </a:cubicBezTo>
                  <a:cubicBezTo>
                    <a:pt x="83" y="60"/>
                    <a:pt x="95" y="72"/>
                    <a:pt x="83" y="83"/>
                  </a:cubicBezTo>
                  <a:cubicBezTo>
                    <a:pt x="83" y="94"/>
                    <a:pt x="83" y="106"/>
                    <a:pt x="72" y="106"/>
                  </a:cubicBezTo>
                  <a:lnTo>
                    <a:pt x="95" y="143"/>
                  </a:lnTo>
                  <a:cubicBezTo>
                    <a:pt x="106" y="131"/>
                    <a:pt x="118" y="106"/>
                    <a:pt x="118" y="94"/>
                  </a:cubicBezTo>
                  <a:cubicBezTo>
                    <a:pt x="132" y="72"/>
                    <a:pt x="118" y="49"/>
                    <a:pt x="106" y="35"/>
                  </a:cubicBezTo>
                  <a:cubicBezTo>
                    <a:pt x="95" y="12"/>
                    <a:pt x="83" y="0"/>
                    <a:pt x="61" y="0"/>
                  </a:cubicBez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50"/>
            <p:cNvSpPr/>
            <p:nvPr/>
          </p:nvSpPr>
          <p:spPr>
            <a:xfrm>
              <a:off x="7623746" y="4220864"/>
              <a:ext cx="30368" cy="25697"/>
            </a:xfrm>
            <a:custGeom>
              <a:avLst/>
              <a:gdLst/>
              <a:ahLst/>
              <a:cxnLst/>
              <a:rect l="l" t="t" r="r" b="b"/>
              <a:pathLst>
                <a:path w="143" h="121" extrusionOk="0">
                  <a:moveTo>
                    <a:pt x="23" y="1"/>
                  </a:moveTo>
                  <a:cubicBezTo>
                    <a:pt x="0" y="38"/>
                    <a:pt x="11" y="72"/>
                    <a:pt x="34" y="95"/>
                  </a:cubicBezTo>
                  <a:cubicBezTo>
                    <a:pt x="46" y="109"/>
                    <a:pt x="71" y="120"/>
                    <a:pt x="83" y="120"/>
                  </a:cubicBezTo>
                  <a:lnTo>
                    <a:pt x="94" y="120"/>
                  </a:lnTo>
                  <a:cubicBezTo>
                    <a:pt x="105" y="109"/>
                    <a:pt x="128" y="109"/>
                    <a:pt x="142" y="83"/>
                  </a:cubicBezTo>
                  <a:lnTo>
                    <a:pt x="117" y="72"/>
                  </a:lnTo>
                  <a:cubicBezTo>
                    <a:pt x="105" y="83"/>
                    <a:pt x="94" y="83"/>
                    <a:pt x="83" y="95"/>
                  </a:cubicBezTo>
                  <a:cubicBezTo>
                    <a:pt x="71" y="95"/>
                    <a:pt x="57" y="83"/>
                    <a:pt x="46" y="83"/>
                  </a:cubicBezTo>
                  <a:cubicBezTo>
                    <a:pt x="34" y="61"/>
                    <a:pt x="23" y="38"/>
                    <a:pt x="46" y="12"/>
                  </a:cubicBezTo>
                  <a:lnTo>
                    <a:pt x="23" y="1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50"/>
            <p:cNvSpPr/>
            <p:nvPr/>
          </p:nvSpPr>
          <p:spPr>
            <a:xfrm>
              <a:off x="7638824" y="4173292"/>
              <a:ext cx="30368" cy="27820"/>
            </a:xfrm>
            <a:custGeom>
              <a:avLst/>
              <a:gdLst/>
              <a:ahLst/>
              <a:cxnLst/>
              <a:rect l="l" t="t" r="r" b="b"/>
              <a:pathLst>
                <a:path w="143" h="131" extrusionOk="0">
                  <a:moveTo>
                    <a:pt x="57" y="0"/>
                  </a:moveTo>
                  <a:cubicBezTo>
                    <a:pt x="34" y="0"/>
                    <a:pt x="23" y="12"/>
                    <a:pt x="0" y="23"/>
                  </a:cubicBezTo>
                  <a:lnTo>
                    <a:pt x="34" y="48"/>
                  </a:lnTo>
                  <a:cubicBezTo>
                    <a:pt x="34" y="48"/>
                    <a:pt x="46" y="34"/>
                    <a:pt x="57" y="34"/>
                  </a:cubicBezTo>
                  <a:cubicBezTo>
                    <a:pt x="71" y="34"/>
                    <a:pt x="83" y="48"/>
                    <a:pt x="83" y="48"/>
                  </a:cubicBezTo>
                  <a:cubicBezTo>
                    <a:pt x="105" y="71"/>
                    <a:pt x="105" y="94"/>
                    <a:pt x="94" y="105"/>
                  </a:cubicBezTo>
                  <a:lnTo>
                    <a:pt x="117" y="131"/>
                  </a:lnTo>
                  <a:cubicBezTo>
                    <a:pt x="142" y="105"/>
                    <a:pt x="142" y="48"/>
                    <a:pt x="105" y="23"/>
                  </a:cubicBezTo>
                  <a:cubicBezTo>
                    <a:pt x="94" y="12"/>
                    <a:pt x="83" y="0"/>
                    <a:pt x="57" y="0"/>
                  </a:cubicBez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50"/>
            <p:cNvSpPr/>
            <p:nvPr/>
          </p:nvSpPr>
          <p:spPr>
            <a:xfrm>
              <a:off x="7613339" y="4238491"/>
              <a:ext cx="20175" cy="23148"/>
            </a:xfrm>
            <a:custGeom>
              <a:avLst/>
              <a:gdLst/>
              <a:ahLst/>
              <a:cxnLst/>
              <a:rect l="l" t="t" r="r" b="b"/>
              <a:pathLst>
                <a:path w="95" h="109" extrusionOk="0">
                  <a:moveTo>
                    <a:pt x="83" y="0"/>
                  </a:moveTo>
                  <a:cubicBezTo>
                    <a:pt x="83" y="0"/>
                    <a:pt x="35" y="26"/>
                    <a:pt x="1" y="97"/>
                  </a:cubicBezTo>
                  <a:lnTo>
                    <a:pt x="23" y="108"/>
                  </a:lnTo>
                  <a:cubicBezTo>
                    <a:pt x="49" y="49"/>
                    <a:pt x="95" y="12"/>
                    <a:pt x="95" y="12"/>
                  </a:cubicBezTo>
                  <a:lnTo>
                    <a:pt x="83" y="0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50"/>
            <p:cNvSpPr/>
            <p:nvPr/>
          </p:nvSpPr>
          <p:spPr>
            <a:xfrm>
              <a:off x="7699137" y="4111279"/>
              <a:ext cx="113191" cy="103849"/>
            </a:xfrm>
            <a:custGeom>
              <a:avLst/>
              <a:gdLst/>
              <a:ahLst/>
              <a:cxnLst/>
              <a:rect l="l" t="t" r="r" b="b"/>
              <a:pathLst>
                <a:path w="533" h="489" extrusionOk="0">
                  <a:moveTo>
                    <a:pt x="222" y="0"/>
                  </a:moveTo>
                  <a:cubicBezTo>
                    <a:pt x="169" y="0"/>
                    <a:pt x="119" y="19"/>
                    <a:pt x="83" y="56"/>
                  </a:cubicBezTo>
                  <a:cubicBezTo>
                    <a:pt x="1" y="139"/>
                    <a:pt x="12" y="292"/>
                    <a:pt x="106" y="397"/>
                  </a:cubicBezTo>
                  <a:cubicBezTo>
                    <a:pt x="167" y="458"/>
                    <a:pt x="242" y="489"/>
                    <a:pt x="311" y="489"/>
                  </a:cubicBezTo>
                  <a:cubicBezTo>
                    <a:pt x="365" y="489"/>
                    <a:pt x="414" y="470"/>
                    <a:pt x="450" y="434"/>
                  </a:cubicBezTo>
                  <a:cubicBezTo>
                    <a:pt x="533" y="352"/>
                    <a:pt x="521" y="198"/>
                    <a:pt x="427" y="90"/>
                  </a:cubicBezTo>
                  <a:cubicBezTo>
                    <a:pt x="367" y="31"/>
                    <a:pt x="291" y="0"/>
                    <a:pt x="222" y="0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50"/>
            <p:cNvSpPr/>
            <p:nvPr/>
          </p:nvSpPr>
          <p:spPr>
            <a:xfrm>
              <a:off x="7756476" y="4107032"/>
              <a:ext cx="38438" cy="34404"/>
            </a:xfrm>
            <a:custGeom>
              <a:avLst/>
              <a:gdLst/>
              <a:ahLst/>
              <a:cxnLst/>
              <a:rect l="l" t="t" r="r" b="b"/>
              <a:pathLst>
                <a:path w="181" h="162" extrusionOk="0">
                  <a:moveTo>
                    <a:pt x="88" y="1"/>
                  </a:moveTo>
                  <a:cubicBezTo>
                    <a:pt x="56" y="1"/>
                    <a:pt x="24" y="25"/>
                    <a:pt x="15" y="62"/>
                  </a:cubicBezTo>
                  <a:cubicBezTo>
                    <a:pt x="1" y="110"/>
                    <a:pt x="27" y="147"/>
                    <a:pt x="72" y="159"/>
                  </a:cubicBezTo>
                  <a:cubicBezTo>
                    <a:pt x="79" y="161"/>
                    <a:pt x="85" y="161"/>
                    <a:pt x="92" y="161"/>
                  </a:cubicBezTo>
                  <a:cubicBezTo>
                    <a:pt x="125" y="161"/>
                    <a:pt x="159" y="141"/>
                    <a:pt x="169" y="110"/>
                  </a:cubicBezTo>
                  <a:cubicBezTo>
                    <a:pt x="180" y="62"/>
                    <a:pt x="157" y="16"/>
                    <a:pt x="109" y="5"/>
                  </a:cubicBezTo>
                  <a:cubicBezTo>
                    <a:pt x="102" y="2"/>
                    <a:pt x="95" y="1"/>
                    <a:pt x="88" y="1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50"/>
            <p:cNvSpPr/>
            <p:nvPr/>
          </p:nvSpPr>
          <p:spPr>
            <a:xfrm>
              <a:off x="7688943" y="4119562"/>
              <a:ext cx="50331" cy="44173"/>
            </a:xfrm>
            <a:custGeom>
              <a:avLst/>
              <a:gdLst/>
              <a:ahLst/>
              <a:cxnLst/>
              <a:rect l="l" t="t" r="r" b="b"/>
              <a:pathLst>
                <a:path w="237" h="208" extrusionOk="0">
                  <a:moveTo>
                    <a:pt x="126" y="0"/>
                  </a:moveTo>
                  <a:cubicBezTo>
                    <a:pt x="77" y="0"/>
                    <a:pt x="33" y="26"/>
                    <a:pt x="23" y="74"/>
                  </a:cubicBezTo>
                  <a:cubicBezTo>
                    <a:pt x="0" y="134"/>
                    <a:pt x="34" y="193"/>
                    <a:pt x="94" y="205"/>
                  </a:cubicBezTo>
                  <a:cubicBezTo>
                    <a:pt x="104" y="207"/>
                    <a:pt x="114" y="208"/>
                    <a:pt x="124" y="208"/>
                  </a:cubicBezTo>
                  <a:cubicBezTo>
                    <a:pt x="172" y="208"/>
                    <a:pt x="216" y="184"/>
                    <a:pt x="225" y="134"/>
                  </a:cubicBezTo>
                  <a:cubicBezTo>
                    <a:pt x="236" y="74"/>
                    <a:pt x="214" y="17"/>
                    <a:pt x="154" y="3"/>
                  </a:cubicBezTo>
                  <a:cubicBezTo>
                    <a:pt x="145" y="1"/>
                    <a:pt x="135" y="0"/>
                    <a:pt x="126" y="0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50"/>
            <p:cNvSpPr/>
            <p:nvPr/>
          </p:nvSpPr>
          <p:spPr>
            <a:xfrm>
              <a:off x="7721435" y="4107881"/>
              <a:ext cx="25696" cy="23361"/>
            </a:xfrm>
            <a:custGeom>
              <a:avLst/>
              <a:gdLst/>
              <a:ahLst/>
              <a:cxnLst/>
              <a:rect l="l" t="t" r="r" b="b"/>
              <a:pathLst>
                <a:path w="121" h="110" extrusionOk="0">
                  <a:moveTo>
                    <a:pt x="72" y="1"/>
                  </a:moveTo>
                  <a:cubicBezTo>
                    <a:pt x="38" y="1"/>
                    <a:pt x="12" y="12"/>
                    <a:pt x="1" y="35"/>
                  </a:cubicBezTo>
                  <a:cubicBezTo>
                    <a:pt x="1" y="72"/>
                    <a:pt x="12" y="95"/>
                    <a:pt x="38" y="106"/>
                  </a:cubicBezTo>
                  <a:cubicBezTo>
                    <a:pt x="44" y="108"/>
                    <a:pt x="50" y="109"/>
                    <a:pt x="56" y="109"/>
                  </a:cubicBezTo>
                  <a:cubicBezTo>
                    <a:pt x="80" y="109"/>
                    <a:pt x="97" y="91"/>
                    <a:pt x="109" y="72"/>
                  </a:cubicBezTo>
                  <a:cubicBezTo>
                    <a:pt x="120" y="35"/>
                    <a:pt x="95" y="12"/>
                    <a:pt x="72" y="1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50"/>
            <p:cNvSpPr/>
            <p:nvPr/>
          </p:nvSpPr>
          <p:spPr>
            <a:xfrm>
              <a:off x="7759662" y="4172655"/>
              <a:ext cx="55215" cy="49057"/>
            </a:xfrm>
            <a:custGeom>
              <a:avLst/>
              <a:gdLst/>
              <a:ahLst/>
              <a:cxnLst/>
              <a:rect l="l" t="t" r="r" b="b"/>
              <a:pathLst>
                <a:path w="260" h="231" extrusionOk="0">
                  <a:moveTo>
                    <a:pt x="142" y="1"/>
                  </a:moveTo>
                  <a:cubicBezTo>
                    <a:pt x="88" y="1"/>
                    <a:pt x="33" y="34"/>
                    <a:pt x="23" y="86"/>
                  </a:cubicBezTo>
                  <a:cubicBezTo>
                    <a:pt x="0" y="145"/>
                    <a:pt x="34" y="216"/>
                    <a:pt x="94" y="228"/>
                  </a:cubicBezTo>
                  <a:cubicBezTo>
                    <a:pt x="103" y="229"/>
                    <a:pt x="112" y="230"/>
                    <a:pt x="121" y="230"/>
                  </a:cubicBezTo>
                  <a:cubicBezTo>
                    <a:pt x="180" y="230"/>
                    <a:pt x="226" y="197"/>
                    <a:pt x="236" y="145"/>
                  </a:cubicBezTo>
                  <a:cubicBezTo>
                    <a:pt x="259" y="86"/>
                    <a:pt x="225" y="26"/>
                    <a:pt x="165" y="3"/>
                  </a:cubicBezTo>
                  <a:cubicBezTo>
                    <a:pt x="158" y="2"/>
                    <a:pt x="150" y="1"/>
                    <a:pt x="142" y="1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50"/>
            <p:cNvSpPr/>
            <p:nvPr/>
          </p:nvSpPr>
          <p:spPr>
            <a:xfrm>
              <a:off x="7952918" y="4191131"/>
              <a:ext cx="98750" cy="87709"/>
            </a:xfrm>
            <a:custGeom>
              <a:avLst/>
              <a:gdLst/>
              <a:ahLst/>
              <a:cxnLst/>
              <a:rect l="l" t="t" r="r" b="b"/>
              <a:pathLst>
                <a:path w="465" h="413" extrusionOk="0">
                  <a:moveTo>
                    <a:pt x="229" y="0"/>
                  </a:moveTo>
                  <a:cubicBezTo>
                    <a:pt x="169" y="0"/>
                    <a:pt x="111" y="24"/>
                    <a:pt x="72" y="70"/>
                  </a:cubicBezTo>
                  <a:cubicBezTo>
                    <a:pt x="1" y="164"/>
                    <a:pt x="15" y="295"/>
                    <a:pt x="97" y="366"/>
                  </a:cubicBezTo>
                  <a:cubicBezTo>
                    <a:pt x="139" y="397"/>
                    <a:pt x="186" y="413"/>
                    <a:pt x="232" y="413"/>
                  </a:cubicBezTo>
                  <a:cubicBezTo>
                    <a:pt x="290" y="413"/>
                    <a:pt x="347" y="389"/>
                    <a:pt x="393" y="343"/>
                  </a:cubicBezTo>
                  <a:cubicBezTo>
                    <a:pt x="464" y="249"/>
                    <a:pt x="453" y="129"/>
                    <a:pt x="370" y="47"/>
                  </a:cubicBezTo>
                  <a:cubicBezTo>
                    <a:pt x="327" y="15"/>
                    <a:pt x="278" y="0"/>
                    <a:pt x="2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50"/>
            <p:cNvSpPr/>
            <p:nvPr/>
          </p:nvSpPr>
          <p:spPr>
            <a:xfrm>
              <a:off x="7928071" y="4164160"/>
              <a:ext cx="85583" cy="75179"/>
            </a:xfrm>
            <a:custGeom>
              <a:avLst/>
              <a:gdLst/>
              <a:ahLst/>
              <a:cxnLst/>
              <a:rect l="l" t="t" r="r" b="b"/>
              <a:pathLst>
                <a:path w="403" h="354" extrusionOk="0">
                  <a:moveTo>
                    <a:pt x="203" y="1"/>
                  </a:moveTo>
                  <a:cubicBezTo>
                    <a:pt x="153" y="1"/>
                    <a:pt x="104" y="21"/>
                    <a:pt x="72" y="66"/>
                  </a:cubicBezTo>
                  <a:cubicBezTo>
                    <a:pt x="1" y="137"/>
                    <a:pt x="12" y="245"/>
                    <a:pt x="95" y="316"/>
                  </a:cubicBezTo>
                  <a:cubicBezTo>
                    <a:pt x="125" y="342"/>
                    <a:pt x="162" y="354"/>
                    <a:pt x="200" y="354"/>
                  </a:cubicBezTo>
                  <a:cubicBezTo>
                    <a:pt x="251" y="354"/>
                    <a:pt x="304" y="332"/>
                    <a:pt x="345" y="291"/>
                  </a:cubicBezTo>
                  <a:cubicBezTo>
                    <a:pt x="402" y="220"/>
                    <a:pt x="391" y="103"/>
                    <a:pt x="320" y="43"/>
                  </a:cubicBezTo>
                  <a:cubicBezTo>
                    <a:pt x="287" y="16"/>
                    <a:pt x="245" y="1"/>
                    <a:pt x="2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50"/>
            <p:cNvSpPr/>
            <p:nvPr/>
          </p:nvSpPr>
          <p:spPr>
            <a:xfrm>
              <a:off x="7910657" y="4153541"/>
              <a:ext cx="52667" cy="47783"/>
            </a:xfrm>
            <a:custGeom>
              <a:avLst/>
              <a:gdLst/>
              <a:ahLst/>
              <a:cxnLst/>
              <a:rect l="l" t="t" r="r" b="b"/>
              <a:pathLst>
                <a:path w="248" h="225" extrusionOk="0">
                  <a:moveTo>
                    <a:pt x="137" y="1"/>
                  </a:moveTo>
                  <a:cubicBezTo>
                    <a:pt x="102" y="1"/>
                    <a:pt x="64" y="17"/>
                    <a:pt x="35" y="45"/>
                  </a:cubicBezTo>
                  <a:cubicBezTo>
                    <a:pt x="0" y="93"/>
                    <a:pt x="12" y="153"/>
                    <a:pt x="57" y="198"/>
                  </a:cubicBezTo>
                  <a:cubicBezTo>
                    <a:pt x="80" y="216"/>
                    <a:pt x="105" y="225"/>
                    <a:pt x="130" y="225"/>
                  </a:cubicBezTo>
                  <a:cubicBezTo>
                    <a:pt x="159" y="225"/>
                    <a:pt x="188" y="213"/>
                    <a:pt x="214" y="187"/>
                  </a:cubicBezTo>
                  <a:cubicBezTo>
                    <a:pt x="248" y="141"/>
                    <a:pt x="248" y="70"/>
                    <a:pt x="200" y="22"/>
                  </a:cubicBezTo>
                  <a:cubicBezTo>
                    <a:pt x="182" y="8"/>
                    <a:pt x="160" y="1"/>
                    <a:pt x="1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50"/>
            <p:cNvSpPr/>
            <p:nvPr/>
          </p:nvSpPr>
          <p:spPr>
            <a:xfrm>
              <a:off x="7986260" y="4325351"/>
              <a:ext cx="113191" cy="101300"/>
            </a:xfrm>
            <a:custGeom>
              <a:avLst/>
              <a:gdLst/>
              <a:ahLst/>
              <a:cxnLst/>
              <a:rect l="l" t="t" r="r" b="b"/>
              <a:pathLst>
                <a:path w="533" h="477" extrusionOk="0">
                  <a:moveTo>
                    <a:pt x="265" y="1"/>
                  </a:moveTo>
                  <a:cubicBezTo>
                    <a:pt x="197" y="1"/>
                    <a:pt x="129" y="30"/>
                    <a:pt x="83" y="89"/>
                  </a:cubicBezTo>
                  <a:cubicBezTo>
                    <a:pt x="0" y="186"/>
                    <a:pt x="11" y="340"/>
                    <a:pt x="117" y="422"/>
                  </a:cubicBezTo>
                  <a:cubicBezTo>
                    <a:pt x="159" y="458"/>
                    <a:pt x="212" y="476"/>
                    <a:pt x="265" y="476"/>
                  </a:cubicBezTo>
                  <a:cubicBezTo>
                    <a:pt x="334" y="476"/>
                    <a:pt x="403" y="446"/>
                    <a:pt x="450" y="385"/>
                  </a:cubicBezTo>
                  <a:cubicBezTo>
                    <a:pt x="532" y="291"/>
                    <a:pt x="521" y="138"/>
                    <a:pt x="413" y="55"/>
                  </a:cubicBezTo>
                  <a:cubicBezTo>
                    <a:pt x="371" y="19"/>
                    <a:pt x="319" y="1"/>
                    <a:pt x="2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50"/>
            <p:cNvSpPr/>
            <p:nvPr/>
          </p:nvSpPr>
          <p:spPr>
            <a:xfrm>
              <a:off x="8013444" y="4305813"/>
              <a:ext cx="73266" cy="65835"/>
            </a:xfrm>
            <a:custGeom>
              <a:avLst/>
              <a:gdLst/>
              <a:ahLst/>
              <a:cxnLst/>
              <a:rect l="l" t="t" r="r" b="b"/>
              <a:pathLst>
                <a:path w="345" h="310" extrusionOk="0">
                  <a:moveTo>
                    <a:pt x="179" y="0"/>
                  </a:moveTo>
                  <a:cubicBezTo>
                    <a:pt x="136" y="0"/>
                    <a:pt x="93" y="19"/>
                    <a:pt x="60" y="50"/>
                  </a:cubicBezTo>
                  <a:cubicBezTo>
                    <a:pt x="0" y="121"/>
                    <a:pt x="14" y="218"/>
                    <a:pt x="71" y="278"/>
                  </a:cubicBezTo>
                  <a:cubicBezTo>
                    <a:pt x="103" y="298"/>
                    <a:pt x="139" y="309"/>
                    <a:pt x="176" y="309"/>
                  </a:cubicBezTo>
                  <a:cubicBezTo>
                    <a:pt x="221" y="309"/>
                    <a:pt x="266" y="292"/>
                    <a:pt x="299" y="252"/>
                  </a:cubicBezTo>
                  <a:cubicBezTo>
                    <a:pt x="344" y="193"/>
                    <a:pt x="344" y="87"/>
                    <a:pt x="273" y="39"/>
                  </a:cubicBezTo>
                  <a:cubicBezTo>
                    <a:pt x="247" y="12"/>
                    <a:pt x="213" y="0"/>
                    <a:pt x="1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36" name="Google Shape;2336;p50"/>
          <p:cNvGrpSpPr/>
          <p:nvPr/>
        </p:nvGrpSpPr>
        <p:grpSpPr>
          <a:xfrm rot="-993175">
            <a:off x="3682077" y="4507184"/>
            <a:ext cx="717263" cy="590746"/>
            <a:chOff x="7557699" y="4092166"/>
            <a:chExt cx="541752" cy="446193"/>
          </a:xfrm>
        </p:grpSpPr>
        <p:sp>
          <p:nvSpPr>
            <p:cNvPr id="2337" name="Google Shape;2337;p50"/>
            <p:cNvSpPr/>
            <p:nvPr/>
          </p:nvSpPr>
          <p:spPr>
            <a:xfrm>
              <a:off x="7608455" y="4328112"/>
              <a:ext cx="145895" cy="109371"/>
            </a:xfrm>
            <a:custGeom>
              <a:avLst/>
              <a:gdLst/>
              <a:ahLst/>
              <a:cxnLst/>
              <a:rect l="l" t="t" r="r" b="b"/>
              <a:pathLst>
                <a:path w="687" h="515" extrusionOk="0">
                  <a:moveTo>
                    <a:pt x="615" y="1"/>
                  </a:moveTo>
                  <a:cubicBezTo>
                    <a:pt x="601" y="1"/>
                    <a:pt x="585" y="6"/>
                    <a:pt x="570" y="16"/>
                  </a:cubicBezTo>
                  <a:lnTo>
                    <a:pt x="46" y="386"/>
                  </a:lnTo>
                  <a:cubicBezTo>
                    <a:pt x="12" y="409"/>
                    <a:pt x="1" y="457"/>
                    <a:pt x="24" y="480"/>
                  </a:cubicBezTo>
                  <a:cubicBezTo>
                    <a:pt x="35" y="503"/>
                    <a:pt x="58" y="514"/>
                    <a:pt x="83" y="514"/>
                  </a:cubicBezTo>
                  <a:cubicBezTo>
                    <a:pt x="95" y="514"/>
                    <a:pt x="118" y="514"/>
                    <a:pt x="129" y="503"/>
                  </a:cubicBezTo>
                  <a:lnTo>
                    <a:pt x="652" y="125"/>
                  </a:lnTo>
                  <a:cubicBezTo>
                    <a:pt x="687" y="113"/>
                    <a:pt x="687" y="65"/>
                    <a:pt x="664" y="31"/>
                  </a:cubicBezTo>
                  <a:cubicBezTo>
                    <a:pt x="651" y="10"/>
                    <a:pt x="634" y="1"/>
                    <a:pt x="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2338" name="Google Shape;2338;p50"/>
            <p:cNvSpPr/>
            <p:nvPr/>
          </p:nvSpPr>
          <p:spPr>
            <a:xfrm>
              <a:off x="7557699" y="4275656"/>
              <a:ext cx="146532" cy="109158"/>
            </a:xfrm>
            <a:custGeom>
              <a:avLst/>
              <a:gdLst/>
              <a:ahLst/>
              <a:cxnLst/>
              <a:rect l="l" t="t" r="r" b="b"/>
              <a:pathLst>
                <a:path w="690" h="514" extrusionOk="0">
                  <a:moveTo>
                    <a:pt x="613" y="0"/>
                  </a:moveTo>
                  <a:cubicBezTo>
                    <a:pt x="597" y="0"/>
                    <a:pt x="581" y="6"/>
                    <a:pt x="570" y="16"/>
                  </a:cubicBezTo>
                  <a:lnTo>
                    <a:pt x="38" y="383"/>
                  </a:lnTo>
                  <a:cubicBezTo>
                    <a:pt x="12" y="406"/>
                    <a:pt x="1" y="454"/>
                    <a:pt x="27" y="477"/>
                  </a:cubicBezTo>
                  <a:cubicBezTo>
                    <a:pt x="38" y="502"/>
                    <a:pt x="61" y="514"/>
                    <a:pt x="83" y="514"/>
                  </a:cubicBezTo>
                  <a:cubicBezTo>
                    <a:pt x="98" y="514"/>
                    <a:pt x="109" y="514"/>
                    <a:pt x="120" y="502"/>
                  </a:cubicBezTo>
                  <a:lnTo>
                    <a:pt x="652" y="121"/>
                  </a:lnTo>
                  <a:cubicBezTo>
                    <a:pt x="678" y="98"/>
                    <a:pt x="689" y="64"/>
                    <a:pt x="667" y="27"/>
                  </a:cubicBezTo>
                  <a:cubicBezTo>
                    <a:pt x="653" y="9"/>
                    <a:pt x="632" y="0"/>
                    <a:pt x="6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2339" name="Google Shape;2339;p50"/>
            <p:cNvSpPr/>
            <p:nvPr/>
          </p:nvSpPr>
          <p:spPr>
            <a:xfrm>
              <a:off x="7967996" y="4414335"/>
              <a:ext cx="66046" cy="124024"/>
            </a:xfrm>
            <a:custGeom>
              <a:avLst/>
              <a:gdLst/>
              <a:ahLst/>
              <a:cxnLst/>
              <a:rect l="l" t="t" r="r" b="b"/>
              <a:pathLst>
                <a:path w="311" h="584" extrusionOk="0">
                  <a:moveTo>
                    <a:pt x="80" y="0"/>
                  </a:moveTo>
                  <a:cubicBezTo>
                    <a:pt x="73" y="0"/>
                    <a:pt x="67" y="1"/>
                    <a:pt x="60" y="3"/>
                  </a:cubicBezTo>
                  <a:cubicBezTo>
                    <a:pt x="15" y="14"/>
                    <a:pt x="1" y="63"/>
                    <a:pt x="15" y="97"/>
                  </a:cubicBezTo>
                  <a:lnTo>
                    <a:pt x="169" y="535"/>
                  </a:lnTo>
                  <a:cubicBezTo>
                    <a:pt x="169" y="572"/>
                    <a:pt x="203" y="583"/>
                    <a:pt x="228" y="583"/>
                  </a:cubicBezTo>
                  <a:lnTo>
                    <a:pt x="251" y="583"/>
                  </a:lnTo>
                  <a:cubicBezTo>
                    <a:pt x="285" y="572"/>
                    <a:pt x="311" y="524"/>
                    <a:pt x="299" y="490"/>
                  </a:cubicBezTo>
                  <a:lnTo>
                    <a:pt x="143" y="51"/>
                  </a:lnTo>
                  <a:cubicBezTo>
                    <a:pt x="134" y="21"/>
                    <a:pt x="109" y="0"/>
                    <a:pt x="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2340" name="Google Shape;2340;p50"/>
            <p:cNvSpPr/>
            <p:nvPr/>
          </p:nvSpPr>
          <p:spPr>
            <a:xfrm>
              <a:off x="7882836" y="4381417"/>
              <a:ext cx="67957" cy="124236"/>
            </a:xfrm>
            <a:custGeom>
              <a:avLst/>
              <a:gdLst/>
              <a:ahLst/>
              <a:cxnLst/>
              <a:rect l="l" t="t" r="r" b="b"/>
              <a:pathLst>
                <a:path w="320" h="585" extrusionOk="0">
                  <a:moveTo>
                    <a:pt x="88" y="0"/>
                  </a:moveTo>
                  <a:cubicBezTo>
                    <a:pt x="78" y="0"/>
                    <a:pt x="69" y="2"/>
                    <a:pt x="60" y="4"/>
                  </a:cubicBezTo>
                  <a:cubicBezTo>
                    <a:pt x="23" y="16"/>
                    <a:pt x="1" y="50"/>
                    <a:pt x="23" y="87"/>
                  </a:cubicBezTo>
                  <a:lnTo>
                    <a:pt x="166" y="536"/>
                  </a:lnTo>
                  <a:cubicBezTo>
                    <a:pt x="177" y="562"/>
                    <a:pt x="203" y="585"/>
                    <a:pt x="237" y="585"/>
                  </a:cubicBezTo>
                  <a:cubicBezTo>
                    <a:pt x="248" y="585"/>
                    <a:pt x="248" y="585"/>
                    <a:pt x="259" y="573"/>
                  </a:cubicBezTo>
                  <a:cubicBezTo>
                    <a:pt x="296" y="562"/>
                    <a:pt x="319" y="525"/>
                    <a:pt x="308" y="491"/>
                  </a:cubicBezTo>
                  <a:lnTo>
                    <a:pt x="154" y="39"/>
                  </a:lnTo>
                  <a:cubicBezTo>
                    <a:pt x="146" y="13"/>
                    <a:pt x="116" y="0"/>
                    <a:pt x="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2341" name="Google Shape;2341;p50"/>
            <p:cNvSpPr/>
            <p:nvPr/>
          </p:nvSpPr>
          <p:spPr>
            <a:xfrm>
              <a:off x="7603146" y="4134853"/>
              <a:ext cx="488864" cy="334695"/>
            </a:xfrm>
            <a:custGeom>
              <a:avLst/>
              <a:gdLst/>
              <a:ahLst/>
              <a:cxnLst/>
              <a:rect l="l" t="t" r="r" b="b"/>
              <a:pathLst>
                <a:path w="2302" h="1576" extrusionOk="0">
                  <a:moveTo>
                    <a:pt x="1048" y="0"/>
                  </a:moveTo>
                  <a:cubicBezTo>
                    <a:pt x="616" y="0"/>
                    <a:pt x="235" y="242"/>
                    <a:pt x="131" y="619"/>
                  </a:cubicBezTo>
                  <a:cubicBezTo>
                    <a:pt x="0" y="1094"/>
                    <a:pt x="453" y="1319"/>
                    <a:pt x="1022" y="1473"/>
                  </a:cubicBezTo>
                  <a:cubicBezTo>
                    <a:pt x="1241" y="1533"/>
                    <a:pt x="1445" y="1576"/>
                    <a:pt x="1621" y="1576"/>
                  </a:cubicBezTo>
                  <a:cubicBezTo>
                    <a:pt x="1891" y="1576"/>
                    <a:pt x="2092" y="1476"/>
                    <a:pt x="2171" y="1188"/>
                  </a:cubicBezTo>
                  <a:cubicBezTo>
                    <a:pt x="2302" y="713"/>
                    <a:pt x="1958" y="204"/>
                    <a:pt x="1389" y="50"/>
                  </a:cubicBezTo>
                  <a:cubicBezTo>
                    <a:pt x="1274" y="16"/>
                    <a:pt x="1160" y="0"/>
                    <a:pt x="10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50"/>
            <p:cNvSpPr/>
            <p:nvPr/>
          </p:nvSpPr>
          <p:spPr>
            <a:xfrm>
              <a:off x="7598261" y="4092166"/>
              <a:ext cx="121048" cy="58402"/>
            </a:xfrm>
            <a:custGeom>
              <a:avLst/>
              <a:gdLst/>
              <a:ahLst/>
              <a:cxnLst/>
              <a:rect l="l" t="t" r="r" b="b"/>
              <a:pathLst>
                <a:path w="570" h="275" extrusionOk="0">
                  <a:moveTo>
                    <a:pt x="141" y="0"/>
                  </a:moveTo>
                  <a:cubicBezTo>
                    <a:pt x="110" y="0"/>
                    <a:pt x="86" y="11"/>
                    <a:pt x="72" y="38"/>
                  </a:cubicBezTo>
                  <a:cubicBezTo>
                    <a:pt x="1" y="169"/>
                    <a:pt x="547" y="274"/>
                    <a:pt x="547" y="274"/>
                  </a:cubicBezTo>
                  <a:lnTo>
                    <a:pt x="570" y="251"/>
                  </a:lnTo>
                  <a:cubicBezTo>
                    <a:pt x="570" y="251"/>
                    <a:pt x="286" y="0"/>
                    <a:pt x="1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2343" name="Google Shape;2343;p50"/>
            <p:cNvSpPr/>
            <p:nvPr/>
          </p:nvSpPr>
          <p:spPr>
            <a:xfrm>
              <a:off x="7736726" y="4218527"/>
              <a:ext cx="94290" cy="139102"/>
            </a:xfrm>
            <a:custGeom>
              <a:avLst/>
              <a:gdLst/>
              <a:ahLst/>
              <a:cxnLst/>
              <a:rect l="l" t="t" r="r" b="b"/>
              <a:pathLst>
                <a:path w="444" h="655" extrusionOk="0">
                  <a:moveTo>
                    <a:pt x="154" y="0"/>
                  </a:moveTo>
                  <a:lnTo>
                    <a:pt x="120" y="60"/>
                  </a:lnTo>
                  <a:cubicBezTo>
                    <a:pt x="120" y="72"/>
                    <a:pt x="0" y="618"/>
                    <a:pt x="202" y="652"/>
                  </a:cubicBezTo>
                  <a:cubicBezTo>
                    <a:pt x="211" y="654"/>
                    <a:pt x="219" y="654"/>
                    <a:pt x="226" y="654"/>
                  </a:cubicBezTo>
                  <a:cubicBezTo>
                    <a:pt x="443" y="654"/>
                    <a:pt x="154" y="0"/>
                    <a:pt x="1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2344" name="Google Shape;2344;p50"/>
            <p:cNvSpPr/>
            <p:nvPr/>
          </p:nvSpPr>
          <p:spPr>
            <a:xfrm>
              <a:off x="7588067" y="4138888"/>
              <a:ext cx="201959" cy="162463"/>
            </a:xfrm>
            <a:custGeom>
              <a:avLst/>
              <a:gdLst/>
              <a:ahLst/>
              <a:cxnLst/>
              <a:rect l="l" t="t" r="r" b="b"/>
              <a:pathLst>
                <a:path w="951" h="765" extrusionOk="0">
                  <a:moveTo>
                    <a:pt x="619" y="0"/>
                  </a:moveTo>
                  <a:cubicBezTo>
                    <a:pt x="501" y="0"/>
                    <a:pt x="367" y="56"/>
                    <a:pt x="262" y="162"/>
                  </a:cubicBezTo>
                  <a:cubicBezTo>
                    <a:pt x="71" y="339"/>
                    <a:pt x="0" y="552"/>
                    <a:pt x="142" y="671"/>
                  </a:cubicBezTo>
                  <a:cubicBezTo>
                    <a:pt x="217" y="735"/>
                    <a:pt x="301" y="764"/>
                    <a:pt x="387" y="764"/>
                  </a:cubicBezTo>
                  <a:cubicBezTo>
                    <a:pt x="509" y="764"/>
                    <a:pt x="637" y="705"/>
                    <a:pt x="748" y="600"/>
                  </a:cubicBezTo>
                  <a:cubicBezTo>
                    <a:pt x="925" y="424"/>
                    <a:pt x="950" y="210"/>
                    <a:pt x="820" y="80"/>
                  </a:cubicBezTo>
                  <a:cubicBezTo>
                    <a:pt x="771" y="26"/>
                    <a:pt x="699" y="0"/>
                    <a:pt x="6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2345" name="Google Shape;2345;p50"/>
            <p:cNvSpPr/>
            <p:nvPr/>
          </p:nvSpPr>
          <p:spPr>
            <a:xfrm>
              <a:off x="7686395" y="4218527"/>
              <a:ext cx="28032" cy="30369"/>
            </a:xfrm>
            <a:custGeom>
              <a:avLst/>
              <a:gdLst/>
              <a:ahLst/>
              <a:cxnLst/>
              <a:rect l="l" t="t" r="r" b="b"/>
              <a:pathLst>
                <a:path w="132" h="143" extrusionOk="0">
                  <a:moveTo>
                    <a:pt x="61" y="0"/>
                  </a:moveTo>
                  <a:cubicBezTo>
                    <a:pt x="35" y="0"/>
                    <a:pt x="24" y="0"/>
                    <a:pt x="1" y="12"/>
                  </a:cubicBezTo>
                  <a:lnTo>
                    <a:pt x="24" y="49"/>
                  </a:lnTo>
                  <a:cubicBezTo>
                    <a:pt x="35" y="35"/>
                    <a:pt x="46" y="35"/>
                    <a:pt x="61" y="35"/>
                  </a:cubicBezTo>
                  <a:cubicBezTo>
                    <a:pt x="72" y="35"/>
                    <a:pt x="72" y="49"/>
                    <a:pt x="83" y="49"/>
                  </a:cubicBezTo>
                  <a:cubicBezTo>
                    <a:pt x="83" y="60"/>
                    <a:pt x="95" y="72"/>
                    <a:pt x="83" y="83"/>
                  </a:cubicBezTo>
                  <a:cubicBezTo>
                    <a:pt x="83" y="94"/>
                    <a:pt x="83" y="106"/>
                    <a:pt x="72" y="106"/>
                  </a:cubicBezTo>
                  <a:lnTo>
                    <a:pt x="95" y="143"/>
                  </a:lnTo>
                  <a:cubicBezTo>
                    <a:pt x="106" y="131"/>
                    <a:pt x="118" y="106"/>
                    <a:pt x="118" y="94"/>
                  </a:cubicBezTo>
                  <a:cubicBezTo>
                    <a:pt x="132" y="72"/>
                    <a:pt x="118" y="49"/>
                    <a:pt x="106" y="35"/>
                  </a:cubicBezTo>
                  <a:cubicBezTo>
                    <a:pt x="95" y="12"/>
                    <a:pt x="83" y="0"/>
                    <a:pt x="61" y="0"/>
                  </a:cubicBez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50"/>
            <p:cNvSpPr/>
            <p:nvPr/>
          </p:nvSpPr>
          <p:spPr>
            <a:xfrm>
              <a:off x="7623746" y="4220864"/>
              <a:ext cx="30368" cy="25697"/>
            </a:xfrm>
            <a:custGeom>
              <a:avLst/>
              <a:gdLst/>
              <a:ahLst/>
              <a:cxnLst/>
              <a:rect l="l" t="t" r="r" b="b"/>
              <a:pathLst>
                <a:path w="143" h="121" extrusionOk="0">
                  <a:moveTo>
                    <a:pt x="23" y="1"/>
                  </a:moveTo>
                  <a:cubicBezTo>
                    <a:pt x="0" y="38"/>
                    <a:pt x="11" y="72"/>
                    <a:pt x="34" y="95"/>
                  </a:cubicBezTo>
                  <a:cubicBezTo>
                    <a:pt x="46" y="109"/>
                    <a:pt x="71" y="120"/>
                    <a:pt x="83" y="120"/>
                  </a:cubicBezTo>
                  <a:lnTo>
                    <a:pt x="94" y="120"/>
                  </a:lnTo>
                  <a:cubicBezTo>
                    <a:pt x="105" y="109"/>
                    <a:pt x="128" y="109"/>
                    <a:pt x="142" y="83"/>
                  </a:cubicBezTo>
                  <a:lnTo>
                    <a:pt x="117" y="72"/>
                  </a:lnTo>
                  <a:cubicBezTo>
                    <a:pt x="105" y="83"/>
                    <a:pt x="94" y="83"/>
                    <a:pt x="83" y="95"/>
                  </a:cubicBezTo>
                  <a:cubicBezTo>
                    <a:pt x="71" y="95"/>
                    <a:pt x="57" y="83"/>
                    <a:pt x="46" y="83"/>
                  </a:cubicBezTo>
                  <a:cubicBezTo>
                    <a:pt x="34" y="61"/>
                    <a:pt x="23" y="38"/>
                    <a:pt x="46" y="12"/>
                  </a:cubicBezTo>
                  <a:lnTo>
                    <a:pt x="23" y="1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50"/>
            <p:cNvSpPr/>
            <p:nvPr/>
          </p:nvSpPr>
          <p:spPr>
            <a:xfrm>
              <a:off x="7638824" y="4173292"/>
              <a:ext cx="30368" cy="27820"/>
            </a:xfrm>
            <a:custGeom>
              <a:avLst/>
              <a:gdLst/>
              <a:ahLst/>
              <a:cxnLst/>
              <a:rect l="l" t="t" r="r" b="b"/>
              <a:pathLst>
                <a:path w="143" h="131" extrusionOk="0">
                  <a:moveTo>
                    <a:pt x="57" y="0"/>
                  </a:moveTo>
                  <a:cubicBezTo>
                    <a:pt x="34" y="0"/>
                    <a:pt x="23" y="12"/>
                    <a:pt x="0" y="23"/>
                  </a:cubicBezTo>
                  <a:lnTo>
                    <a:pt x="34" y="48"/>
                  </a:lnTo>
                  <a:cubicBezTo>
                    <a:pt x="34" y="48"/>
                    <a:pt x="46" y="34"/>
                    <a:pt x="57" y="34"/>
                  </a:cubicBezTo>
                  <a:cubicBezTo>
                    <a:pt x="71" y="34"/>
                    <a:pt x="83" y="48"/>
                    <a:pt x="83" y="48"/>
                  </a:cubicBezTo>
                  <a:cubicBezTo>
                    <a:pt x="105" y="71"/>
                    <a:pt x="105" y="94"/>
                    <a:pt x="94" y="105"/>
                  </a:cubicBezTo>
                  <a:lnTo>
                    <a:pt x="117" y="131"/>
                  </a:lnTo>
                  <a:cubicBezTo>
                    <a:pt x="142" y="105"/>
                    <a:pt x="142" y="48"/>
                    <a:pt x="105" y="23"/>
                  </a:cubicBezTo>
                  <a:cubicBezTo>
                    <a:pt x="94" y="12"/>
                    <a:pt x="83" y="0"/>
                    <a:pt x="57" y="0"/>
                  </a:cubicBez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50"/>
            <p:cNvSpPr/>
            <p:nvPr/>
          </p:nvSpPr>
          <p:spPr>
            <a:xfrm>
              <a:off x="7613339" y="4238491"/>
              <a:ext cx="20175" cy="23148"/>
            </a:xfrm>
            <a:custGeom>
              <a:avLst/>
              <a:gdLst/>
              <a:ahLst/>
              <a:cxnLst/>
              <a:rect l="l" t="t" r="r" b="b"/>
              <a:pathLst>
                <a:path w="95" h="109" extrusionOk="0">
                  <a:moveTo>
                    <a:pt x="83" y="0"/>
                  </a:moveTo>
                  <a:cubicBezTo>
                    <a:pt x="83" y="0"/>
                    <a:pt x="35" y="26"/>
                    <a:pt x="1" y="97"/>
                  </a:cubicBezTo>
                  <a:lnTo>
                    <a:pt x="23" y="108"/>
                  </a:lnTo>
                  <a:cubicBezTo>
                    <a:pt x="49" y="49"/>
                    <a:pt x="95" y="12"/>
                    <a:pt x="95" y="12"/>
                  </a:cubicBezTo>
                  <a:lnTo>
                    <a:pt x="83" y="0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50"/>
            <p:cNvSpPr/>
            <p:nvPr/>
          </p:nvSpPr>
          <p:spPr>
            <a:xfrm>
              <a:off x="7699137" y="4111279"/>
              <a:ext cx="113191" cy="103849"/>
            </a:xfrm>
            <a:custGeom>
              <a:avLst/>
              <a:gdLst/>
              <a:ahLst/>
              <a:cxnLst/>
              <a:rect l="l" t="t" r="r" b="b"/>
              <a:pathLst>
                <a:path w="533" h="489" extrusionOk="0">
                  <a:moveTo>
                    <a:pt x="222" y="0"/>
                  </a:moveTo>
                  <a:cubicBezTo>
                    <a:pt x="169" y="0"/>
                    <a:pt x="119" y="19"/>
                    <a:pt x="83" y="56"/>
                  </a:cubicBezTo>
                  <a:cubicBezTo>
                    <a:pt x="1" y="139"/>
                    <a:pt x="12" y="292"/>
                    <a:pt x="106" y="397"/>
                  </a:cubicBezTo>
                  <a:cubicBezTo>
                    <a:pt x="167" y="458"/>
                    <a:pt x="242" y="489"/>
                    <a:pt x="311" y="489"/>
                  </a:cubicBezTo>
                  <a:cubicBezTo>
                    <a:pt x="365" y="489"/>
                    <a:pt x="414" y="470"/>
                    <a:pt x="450" y="434"/>
                  </a:cubicBezTo>
                  <a:cubicBezTo>
                    <a:pt x="533" y="352"/>
                    <a:pt x="521" y="198"/>
                    <a:pt x="427" y="90"/>
                  </a:cubicBezTo>
                  <a:cubicBezTo>
                    <a:pt x="367" y="31"/>
                    <a:pt x="291" y="0"/>
                    <a:pt x="222" y="0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50"/>
            <p:cNvSpPr/>
            <p:nvPr/>
          </p:nvSpPr>
          <p:spPr>
            <a:xfrm>
              <a:off x="7756476" y="4107032"/>
              <a:ext cx="38438" cy="34404"/>
            </a:xfrm>
            <a:custGeom>
              <a:avLst/>
              <a:gdLst/>
              <a:ahLst/>
              <a:cxnLst/>
              <a:rect l="l" t="t" r="r" b="b"/>
              <a:pathLst>
                <a:path w="181" h="162" extrusionOk="0">
                  <a:moveTo>
                    <a:pt x="88" y="1"/>
                  </a:moveTo>
                  <a:cubicBezTo>
                    <a:pt x="56" y="1"/>
                    <a:pt x="24" y="25"/>
                    <a:pt x="15" y="62"/>
                  </a:cubicBezTo>
                  <a:cubicBezTo>
                    <a:pt x="1" y="110"/>
                    <a:pt x="27" y="147"/>
                    <a:pt x="72" y="159"/>
                  </a:cubicBezTo>
                  <a:cubicBezTo>
                    <a:pt x="79" y="161"/>
                    <a:pt x="85" y="161"/>
                    <a:pt x="92" y="161"/>
                  </a:cubicBezTo>
                  <a:cubicBezTo>
                    <a:pt x="125" y="161"/>
                    <a:pt x="159" y="141"/>
                    <a:pt x="169" y="110"/>
                  </a:cubicBezTo>
                  <a:cubicBezTo>
                    <a:pt x="180" y="62"/>
                    <a:pt x="157" y="16"/>
                    <a:pt x="109" y="5"/>
                  </a:cubicBezTo>
                  <a:cubicBezTo>
                    <a:pt x="102" y="2"/>
                    <a:pt x="95" y="1"/>
                    <a:pt x="88" y="1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50"/>
            <p:cNvSpPr/>
            <p:nvPr/>
          </p:nvSpPr>
          <p:spPr>
            <a:xfrm>
              <a:off x="7688943" y="4119562"/>
              <a:ext cx="50331" cy="44173"/>
            </a:xfrm>
            <a:custGeom>
              <a:avLst/>
              <a:gdLst/>
              <a:ahLst/>
              <a:cxnLst/>
              <a:rect l="l" t="t" r="r" b="b"/>
              <a:pathLst>
                <a:path w="237" h="208" extrusionOk="0">
                  <a:moveTo>
                    <a:pt x="126" y="0"/>
                  </a:moveTo>
                  <a:cubicBezTo>
                    <a:pt x="77" y="0"/>
                    <a:pt x="33" y="26"/>
                    <a:pt x="23" y="74"/>
                  </a:cubicBezTo>
                  <a:cubicBezTo>
                    <a:pt x="0" y="134"/>
                    <a:pt x="34" y="193"/>
                    <a:pt x="94" y="205"/>
                  </a:cubicBezTo>
                  <a:cubicBezTo>
                    <a:pt x="104" y="207"/>
                    <a:pt x="114" y="208"/>
                    <a:pt x="124" y="208"/>
                  </a:cubicBezTo>
                  <a:cubicBezTo>
                    <a:pt x="172" y="208"/>
                    <a:pt x="216" y="184"/>
                    <a:pt x="225" y="134"/>
                  </a:cubicBezTo>
                  <a:cubicBezTo>
                    <a:pt x="236" y="74"/>
                    <a:pt x="214" y="17"/>
                    <a:pt x="154" y="3"/>
                  </a:cubicBezTo>
                  <a:cubicBezTo>
                    <a:pt x="145" y="1"/>
                    <a:pt x="135" y="0"/>
                    <a:pt x="126" y="0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50"/>
            <p:cNvSpPr/>
            <p:nvPr/>
          </p:nvSpPr>
          <p:spPr>
            <a:xfrm>
              <a:off x="7721435" y="4107881"/>
              <a:ext cx="25696" cy="23361"/>
            </a:xfrm>
            <a:custGeom>
              <a:avLst/>
              <a:gdLst/>
              <a:ahLst/>
              <a:cxnLst/>
              <a:rect l="l" t="t" r="r" b="b"/>
              <a:pathLst>
                <a:path w="121" h="110" extrusionOk="0">
                  <a:moveTo>
                    <a:pt x="72" y="1"/>
                  </a:moveTo>
                  <a:cubicBezTo>
                    <a:pt x="38" y="1"/>
                    <a:pt x="12" y="12"/>
                    <a:pt x="1" y="35"/>
                  </a:cubicBezTo>
                  <a:cubicBezTo>
                    <a:pt x="1" y="72"/>
                    <a:pt x="12" y="95"/>
                    <a:pt x="38" y="106"/>
                  </a:cubicBezTo>
                  <a:cubicBezTo>
                    <a:pt x="44" y="108"/>
                    <a:pt x="50" y="109"/>
                    <a:pt x="56" y="109"/>
                  </a:cubicBezTo>
                  <a:cubicBezTo>
                    <a:pt x="80" y="109"/>
                    <a:pt x="97" y="91"/>
                    <a:pt x="109" y="72"/>
                  </a:cubicBezTo>
                  <a:cubicBezTo>
                    <a:pt x="120" y="35"/>
                    <a:pt x="95" y="12"/>
                    <a:pt x="72" y="1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50"/>
            <p:cNvSpPr/>
            <p:nvPr/>
          </p:nvSpPr>
          <p:spPr>
            <a:xfrm>
              <a:off x="7759662" y="4172655"/>
              <a:ext cx="55215" cy="49057"/>
            </a:xfrm>
            <a:custGeom>
              <a:avLst/>
              <a:gdLst/>
              <a:ahLst/>
              <a:cxnLst/>
              <a:rect l="l" t="t" r="r" b="b"/>
              <a:pathLst>
                <a:path w="260" h="231" extrusionOk="0">
                  <a:moveTo>
                    <a:pt x="142" y="1"/>
                  </a:moveTo>
                  <a:cubicBezTo>
                    <a:pt x="88" y="1"/>
                    <a:pt x="33" y="34"/>
                    <a:pt x="23" y="86"/>
                  </a:cubicBezTo>
                  <a:cubicBezTo>
                    <a:pt x="0" y="145"/>
                    <a:pt x="34" y="216"/>
                    <a:pt x="94" y="228"/>
                  </a:cubicBezTo>
                  <a:cubicBezTo>
                    <a:pt x="103" y="229"/>
                    <a:pt x="112" y="230"/>
                    <a:pt x="121" y="230"/>
                  </a:cubicBezTo>
                  <a:cubicBezTo>
                    <a:pt x="180" y="230"/>
                    <a:pt x="226" y="197"/>
                    <a:pt x="236" y="145"/>
                  </a:cubicBezTo>
                  <a:cubicBezTo>
                    <a:pt x="259" y="86"/>
                    <a:pt x="225" y="26"/>
                    <a:pt x="165" y="3"/>
                  </a:cubicBezTo>
                  <a:cubicBezTo>
                    <a:pt x="158" y="2"/>
                    <a:pt x="150" y="1"/>
                    <a:pt x="142" y="1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50"/>
            <p:cNvSpPr/>
            <p:nvPr/>
          </p:nvSpPr>
          <p:spPr>
            <a:xfrm>
              <a:off x="7952918" y="4191131"/>
              <a:ext cx="98750" cy="87709"/>
            </a:xfrm>
            <a:custGeom>
              <a:avLst/>
              <a:gdLst/>
              <a:ahLst/>
              <a:cxnLst/>
              <a:rect l="l" t="t" r="r" b="b"/>
              <a:pathLst>
                <a:path w="465" h="413" extrusionOk="0">
                  <a:moveTo>
                    <a:pt x="229" y="0"/>
                  </a:moveTo>
                  <a:cubicBezTo>
                    <a:pt x="169" y="0"/>
                    <a:pt x="111" y="24"/>
                    <a:pt x="72" y="70"/>
                  </a:cubicBezTo>
                  <a:cubicBezTo>
                    <a:pt x="1" y="164"/>
                    <a:pt x="15" y="295"/>
                    <a:pt x="97" y="366"/>
                  </a:cubicBezTo>
                  <a:cubicBezTo>
                    <a:pt x="139" y="397"/>
                    <a:pt x="186" y="413"/>
                    <a:pt x="232" y="413"/>
                  </a:cubicBezTo>
                  <a:cubicBezTo>
                    <a:pt x="290" y="413"/>
                    <a:pt x="347" y="389"/>
                    <a:pt x="393" y="343"/>
                  </a:cubicBezTo>
                  <a:cubicBezTo>
                    <a:pt x="464" y="249"/>
                    <a:pt x="453" y="129"/>
                    <a:pt x="370" y="47"/>
                  </a:cubicBezTo>
                  <a:cubicBezTo>
                    <a:pt x="327" y="15"/>
                    <a:pt x="278" y="0"/>
                    <a:pt x="2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50"/>
            <p:cNvSpPr/>
            <p:nvPr/>
          </p:nvSpPr>
          <p:spPr>
            <a:xfrm>
              <a:off x="7928071" y="4164160"/>
              <a:ext cx="85583" cy="75179"/>
            </a:xfrm>
            <a:custGeom>
              <a:avLst/>
              <a:gdLst/>
              <a:ahLst/>
              <a:cxnLst/>
              <a:rect l="l" t="t" r="r" b="b"/>
              <a:pathLst>
                <a:path w="403" h="354" extrusionOk="0">
                  <a:moveTo>
                    <a:pt x="203" y="1"/>
                  </a:moveTo>
                  <a:cubicBezTo>
                    <a:pt x="153" y="1"/>
                    <a:pt x="104" y="21"/>
                    <a:pt x="72" y="66"/>
                  </a:cubicBezTo>
                  <a:cubicBezTo>
                    <a:pt x="1" y="137"/>
                    <a:pt x="12" y="245"/>
                    <a:pt x="95" y="316"/>
                  </a:cubicBezTo>
                  <a:cubicBezTo>
                    <a:pt x="125" y="342"/>
                    <a:pt x="162" y="354"/>
                    <a:pt x="200" y="354"/>
                  </a:cubicBezTo>
                  <a:cubicBezTo>
                    <a:pt x="251" y="354"/>
                    <a:pt x="304" y="332"/>
                    <a:pt x="345" y="291"/>
                  </a:cubicBezTo>
                  <a:cubicBezTo>
                    <a:pt x="402" y="220"/>
                    <a:pt x="391" y="103"/>
                    <a:pt x="320" y="43"/>
                  </a:cubicBezTo>
                  <a:cubicBezTo>
                    <a:pt x="287" y="16"/>
                    <a:pt x="245" y="1"/>
                    <a:pt x="2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50"/>
            <p:cNvSpPr/>
            <p:nvPr/>
          </p:nvSpPr>
          <p:spPr>
            <a:xfrm>
              <a:off x="7910657" y="4153541"/>
              <a:ext cx="52667" cy="47783"/>
            </a:xfrm>
            <a:custGeom>
              <a:avLst/>
              <a:gdLst/>
              <a:ahLst/>
              <a:cxnLst/>
              <a:rect l="l" t="t" r="r" b="b"/>
              <a:pathLst>
                <a:path w="248" h="225" extrusionOk="0">
                  <a:moveTo>
                    <a:pt x="137" y="1"/>
                  </a:moveTo>
                  <a:cubicBezTo>
                    <a:pt x="102" y="1"/>
                    <a:pt x="64" y="17"/>
                    <a:pt x="35" y="45"/>
                  </a:cubicBezTo>
                  <a:cubicBezTo>
                    <a:pt x="0" y="93"/>
                    <a:pt x="12" y="153"/>
                    <a:pt x="57" y="198"/>
                  </a:cubicBezTo>
                  <a:cubicBezTo>
                    <a:pt x="80" y="216"/>
                    <a:pt x="105" y="225"/>
                    <a:pt x="130" y="225"/>
                  </a:cubicBezTo>
                  <a:cubicBezTo>
                    <a:pt x="159" y="225"/>
                    <a:pt x="188" y="213"/>
                    <a:pt x="214" y="187"/>
                  </a:cubicBezTo>
                  <a:cubicBezTo>
                    <a:pt x="248" y="141"/>
                    <a:pt x="248" y="70"/>
                    <a:pt x="200" y="22"/>
                  </a:cubicBezTo>
                  <a:cubicBezTo>
                    <a:pt x="182" y="8"/>
                    <a:pt x="160" y="1"/>
                    <a:pt x="1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50"/>
            <p:cNvSpPr/>
            <p:nvPr/>
          </p:nvSpPr>
          <p:spPr>
            <a:xfrm>
              <a:off x="7986260" y="4325351"/>
              <a:ext cx="113191" cy="101300"/>
            </a:xfrm>
            <a:custGeom>
              <a:avLst/>
              <a:gdLst/>
              <a:ahLst/>
              <a:cxnLst/>
              <a:rect l="l" t="t" r="r" b="b"/>
              <a:pathLst>
                <a:path w="533" h="477" extrusionOk="0">
                  <a:moveTo>
                    <a:pt x="265" y="1"/>
                  </a:moveTo>
                  <a:cubicBezTo>
                    <a:pt x="197" y="1"/>
                    <a:pt x="129" y="30"/>
                    <a:pt x="83" y="89"/>
                  </a:cubicBezTo>
                  <a:cubicBezTo>
                    <a:pt x="0" y="186"/>
                    <a:pt x="11" y="340"/>
                    <a:pt x="117" y="422"/>
                  </a:cubicBezTo>
                  <a:cubicBezTo>
                    <a:pt x="159" y="458"/>
                    <a:pt x="212" y="476"/>
                    <a:pt x="265" y="476"/>
                  </a:cubicBezTo>
                  <a:cubicBezTo>
                    <a:pt x="334" y="476"/>
                    <a:pt x="403" y="446"/>
                    <a:pt x="450" y="385"/>
                  </a:cubicBezTo>
                  <a:cubicBezTo>
                    <a:pt x="532" y="291"/>
                    <a:pt x="521" y="138"/>
                    <a:pt x="413" y="55"/>
                  </a:cubicBezTo>
                  <a:cubicBezTo>
                    <a:pt x="371" y="19"/>
                    <a:pt x="319" y="1"/>
                    <a:pt x="2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50"/>
            <p:cNvSpPr/>
            <p:nvPr/>
          </p:nvSpPr>
          <p:spPr>
            <a:xfrm>
              <a:off x="8013444" y="4305813"/>
              <a:ext cx="73266" cy="65835"/>
            </a:xfrm>
            <a:custGeom>
              <a:avLst/>
              <a:gdLst/>
              <a:ahLst/>
              <a:cxnLst/>
              <a:rect l="l" t="t" r="r" b="b"/>
              <a:pathLst>
                <a:path w="345" h="310" extrusionOk="0">
                  <a:moveTo>
                    <a:pt x="179" y="0"/>
                  </a:moveTo>
                  <a:cubicBezTo>
                    <a:pt x="136" y="0"/>
                    <a:pt x="93" y="19"/>
                    <a:pt x="60" y="50"/>
                  </a:cubicBezTo>
                  <a:cubicBezTo>
                    <a:pt x="0" y="121"/>
                    <a:pt x="14" y="218"/>
                    <a:pt x="71" y="278"/>
                  </a:cubicBezTo>
                  <a:cubicBezTo>
                    <a:pt x="103" y="298"/>
                    <a:pt x="139" y="309"/>
                    <a:pt x="176" y="309"/>
                  </a:cubicBezTo>
                  <a:cubicBezTo>
                    <a:pt x="221" y="309"/>
                    <a:pt x="266" y="292"/>
                    <a:pt x="299" y="252"/>
                  </a:cubicBezTo>
                  <a:cubicBezTo>
                    <a:pt x="344" y="193"/>
                    <a:pt x="344" y="87"/>
                    <a:pt x="273" y="39"/>
                  </a:cubicBezTo>
                  <a:cubicBezTo>
                    <a:pt x="247" y="12"/>
                    <a:pt x="213" y="0"/>
                    <a:pt x="1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59" name="Google Shape;2359;p50"/>
          <p:cNvGrpSpPr/>
          <p:nvPr/>
        </p:nvGrpSpPr>
        <p:grpSpPr>
          <a:xfrm rot="-993175">
            <a:off x="5664552" y="4507184"/>
            <a:ext cx="717263" cy="590746"/>
            <a:chOff x="7557699" y="4092166"/>
            <a:chExt cx="541752" cy="446193"/>
          </a:xfrm>
        </p:grpSpPr>
        <p:sp>
          <p:nvSpPr>
            <p:cNvPr id="2360" name="Google Shape;2360;p50"/>
            <p:cNvSpPr/>
            <p:nvPr/>
          </p:nvSpPr>
          <p:spPr>
            <a:xfrm>
              <a:off x="7608455" y="4328112"/>
              <a:ext cx="145895" cy="109371"/>
            </a:xfrm>
            <a:custGeom>
              <a:avLst/>
              <a:gdLst/>
              <a:ahLst/>
              <a:cxnLst/>
              <a:rect l="l" t="t" r="r" b="b"/>
              <a:pathLst>
                <a:path w="687" h="515" extrusionOk="0">
                  <a:moveTo>
                    <a:pt x="615" y="1"/>
                  </a:moveTo>
                  <a:cubicBezTo>
                    <a:pt x="601" y="1"/>
                    <a:pt x="585" y="6"/>
                    <a:pt x="570" y="16"/>
                  </a:cubicBezTo>
                  <a:lnTo>
                    <a:pt x="46" y="386"/>
                  </a:lnTo>
                  <a:cubicBezTo>
                    <a:pt x="12" y="409"/>
                    <a:pt x="1" y="457"/>
                    <a:pt x="24" y="480"/>
                  </a:cubicBezTo>
                  <a:cubicBezTo>
                    <a:pt x="35" y="503"/>
                    <a:pt x="58" y="514"/>
                    <a:pt x="83" y="514"/>
                  </a:cubicBezTo>
                  <a:cubicBezTo>
                    <a:pt x="95" y="514"/>
                    <a:pt x="118" y="514"/>
                    <a:pt x="129" y="503"/>
                  </a:cubicBezTo>
                  <a:lnTo>
                    <a:pt x="652" y="125"/>
                  </a:lnTo>
                  <a:cubicBezTo>
                    <a:pt x="687" y="113"/>
                    <a:pt x="687" y="65"/>
                    <a:pt x="664" y="31"/>
                  </a:cubicBezTo>
                  <a:cubicBezTo>
                    <a:pt x="651" y="10"/>
                    <a:pt x="634" y="1"/>
                    <a:pt x="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2361" name="Google Shape;2361;p50"/>
            <p:cNvSpPr/>
            <p:nvPr/>
          </p:nvSpPr>
          <p:spPr>
            <a:xfrm>
              <a:off x="7557699" y="4275656"/>
              <a:ext cx="146532" cy="109158"/>
            </a:xfrm>
            <a:custGeom>
              <a:avLst/>
              <a:gdLst/>
              <a:ahLst/>
              <a:cxnLst/>
              <a:rect l="l" t="t" r="r" b="b"/>
              <a:pathLst>
                <a:path w="690" h="514" extrusionOk="0">
                  <a:moveTo>
                    <a:pt x="613" y="0"/>
                  </a:moveTo>
                  <a:cubicBezTo>
                    <a:pt x="597" y="0"/>
                    <a:pt x="581" y="6"/>
                    <a:pt x="570" y="16"/>
                  </a:cubicBezTo>
                  <a:lnTo>
                    <a:pt x="38" y="383"/>
                  </a:lnTo>
                  <a:cubicBezTo>
                    <a:pt x="12" y="406"/>
                    <a:pt x="1" y="454"/>
                    <a:pt x="27" y="477"/>
                  </a:cubicBezTo>
                  <a:cubicBezTo>
                    <a:pt x="38" y="502"/>
                    <a:pt x="61" y="514"/>
                    <a:pt x="83" y="514"/>
                  </a:cubicBezTo>
                  <a:cubicBezTo>
                    <a:pt x="98" y="514"/>
                    <a:pt x="109" y="514"/>
                    <a:pt x="120" y="502"/>
                  </a:cubicBezTo>
                  <a:lnTo>
                    <a:pt x="652" y="121"/>
                  </a:lnTo>
                  <a:cubicBezTo>
                    <a:pt x="678" y="98"/>
                    <a:pt x="689" y="64"/>
                    <a:pt x="667" y="27"/>
                  </a:cubicBezTo>
                  <a:cubicBezTo>
                    <a:pt x="653" y="9"/>
                    <a:pt x="632" y="0"/>
                    <a:pt x="6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2362" name="Google Shape;2362;p50"/>
            <p:cNvSpPr/>
            <p:nvPr/>
          </p:nvSpPr>
          <p:spPr>
            <a:xfrm>
              <a:off x="7967996" y="4414335"/>
              <a:ext cx="66046" cy="124024"/>
            </a:xfrm>
            <a:custGeom>
              <a:avLst/>
              <a:gdLst/>
              <a:ahLst/>
              <a:cxnLst/>
              <a:rect l="l" t="t" r="r" b="b"/>
              <a:pathLst>
                <a:path w="311" h="584" extrusionOk="0">
                  <a:moveTo>
                    <a:pt x="80" y="0"/>
                  </a:moveTo>
                  <a:cubicBezTo>
                    <a:pt x="73" y="0"/>
                    <a:pt x="67" y="1"/>
                    <a:pt x="60" y="3"/>
                  </a:cubicBezTo>
                  <a:cubicBezTo>
                    <a:pt x="15" y="14"/>
                    <a:pt x="1" y="63"/>
                    <a:pt x="15" y="97"/>
                  </a:cubicBezTo>
                  <a:lnTo>
                    <a:pt x="169" y="535"/>
                  </a:lnTo>
                  <a:cubicBezTo>
                    <a:pt x="169" y="572"/>
                    <a:pt x="203" y="583"/>
                    <a:pt x="228" y="583"/>
                  </a:cubicBezTo>
                  <a:lnTo>
                    <a:pt x="251" y="583"/>
                  </a:lnTo>
                  <a:cubicBezTo>
                    <a:pt x="285" y="572"/>
                    <a:pt x="311" y="524"/>
                    <a:pt x="299" y="490"/>
                  </a:cubicBezTo>
                  <a:lnTo>
                    <a:pt x="143" y="51"/>
                  </a:lnTo>
                  <a:cubicBezTo>
                    <a:pt x="134" y="21"/>
                    <a:pt x="109" y="0"/>
                    <a:pt x="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2363" name="Google Shape;2363;p50"/>
            <p:cNvSpPr/>
            <p:nvPr/>
          </p:nvSpPr>
          <p:spPr>
            <a:xfrm>
              <a:off x="7882836" y="4381417"/>
              <a:ext cx="67957" cy="124236"/>
            </a:xfrm>
            <a:custGeom>
              <a:avLst/>
              <a:gdLst/>
              <a:ahLst/>
              <a:cxnLst/>
              <a:rect l="l" t="t" r="r" b="b"/>
              <a:pathLst>
                <a:path w="320" h="585" extrusionOk="0">
                  <a:moveTo>
                    <a:pt x="88" y="0"/>
                  </a:moveTo>
                  <a:cubicBezTo>
                    <a:pt x="78" y="0"/>
                    <a:pt x="69" y="2"/>
                    <a:pt x="60" y="4"/>
                  </a:cubicBezTo>
                  <a:cubicBezTo>
                    <a:pt x="23" y="16"/>
                    <a:pt x="1" y="50"/>
                    <a:pt x="23" y="87"/>
                  </a:cubicBezTo>
                  <a:lnTo>
                    <a:pt x="166" y="536"/>
                  </a:lnTo>
                  <a:cubicBezTo>
                    <a:pt x="177" y="562"/>
                    <a:pt x="203" y="585"/>
                    <a:pt x="237" y="585"/>
                  </a:cubicBezTo>
                  <a:cubicBezTo>
                    <a:pt x="248" y="585"/>
                    <a:pt x="248" y="585"/>
                    <a:pt x="259" y="573"/>
                  </a:cubicBezTo>
                  <a:cubicBezTo>
                    <a:pt x="296" y="562"/>
                    <a:pt x="319" y="525"/>
                    <a:pt x="308" y="491"/>
                  </a:cubicBezTo>
                  <a:lnTo>
                    <a:pt x="154" y="39"/>
                  </a:lnTo>
                  <a:cubicBezTo>
                    <a:pt x="146" y="13"/>
                    <a:pt x="116" y="0"/>
                    <a:pt x="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2364" name="Google Shape;2364;p50"/>
            <p:cNvSpPr/>
            <p:nvPr/>
          </p:nvSpPr>
          <p:spPr>
            <a:xfrm>
              <a:off x="7603146" y="4134853"/>
              <a:ext cx="488864" cy="334695"/>
            </a:xfrm>
            <a:custGeom>
              <a:avLst/>
              <a:gdLst/>
              <a:ahLst/>
              <a:cxnLst/>
              <a:rect l="l" t="t" r="r" b="b"/>
              <a:pathLst>
                <a:path w="2302" h="1576" extrusionOk="0">
                  <a:moveTo>
                    <a:pt x="1048" y="0"/>
                  </a:moveTo>
                  <a:cubicBezTo>
                    <a:pt x="616" y="0"/>
                    <a:pt x="235" y="242"/>
                    <a:pt x="131" y="619"/>
                  </a:cubicBezTo>
                  <a:cubicBezTo>
                    <a:pt x="0" y="1094"/>
                    <a:pt x="453" y="1319"/>
                    <a:pt x="1022" y="1473"/>
                  </a:cubicBezTo>
                  <a:cubicBezTo>
                    <a:pt x="1241" y="1533"/>
                    <a:pt x="1445" y="1576"/>
                    <a:pt x="1621" y="1576"/>
                  </a:cubicBezTo>
                  <a:cubicBezTo>
                    <a:pt x="1891" y="1576"/>
                    <a:pt x="2092" y="1476"/>
                    <a:pt x="2171" y="1188"/>
                  </a:cubicBezTo>
                  <a:cubicBezTo>
                    <a:pt x="2302" y="713"/>
                    <a:pt x="1958" y="204"/>
                    <a:pt x="1389" y="50"/>
                  </a:cubicBezTo>
                  <a:cubicBezTo>
                    <a:pt x="1274" y="16"/>
                    <a:pt x="1160" y="0"/>
                    <a:pt x="10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50"/>
            <p:cNvSpPr/>
            <p:nvPr/>
          </p:nvSpPr>
          <p:spPr>
            <a:xfrm>
              <a:off x="7598261" y="4092166"/>
              <a:ext cx="121048" cy="58402"/>
            </a:xfrm>
            <a:custGeom>
              <a:avLst/>
              <a:gdLst/>
              <a:ahLst/>
              <a:cxnLst/>
              <a:rect l="l" t="t" r="r" b="b"/>
              <a:pathLst>
                <a:path w="570" h="275" extrusionOk="0">
                  <a:moveTo>
                    <a:pt x="141" y="0"/>
                  </a:moveTo>
                  <a:cubicBezTo>
                    <a:pt x="110" y="0"/>
                    <a:pt x="86" y="11"/>
                    <a:pt x="72" y="38"/>
                  </a:cubicBezTo>
                  <a:cubicBezTo>
                    <a:pt x="1" y="169"/>
                    <a:pt x="547" y="274"/>
                    <a:pt x="547" y="274"/>
                  </a:cubicBezTo>
                  <a:lnTo>
                    <a:pt x="570" y="251"/>
                  </a:lnTo>
                  <a:cubicBezTo>
                    <a:pt x="570" y="251"/>
                    <a:pt x="286" y="0"/>
                    <a:pt x="1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2366" name="Google Shape;2366;p50"/>
            <p:cNvSpPr/>
            <p:nvPr/>
          </p:nvSpPr>
          <p:spPr>
            <a:xfrm>
              <a:off x="7736726" y="4218527"/>
              <a:ext cx="94290" cy="139102"/>
            </a:xfrm>
            <a:custGeom>
              <a:avLst/>
              <a:gdLst/>
              <a:ahLst/>
              <a:cxnLst/>
              <a:rect l="l" t="t" r="r" b="b"/>
              <a:pathLst>
                <a:path w="444" h="655" extrusionOk="0">
                  <a:moveTo>
                    <a:pt x="154" y="0"/>
                  </a:moveTo>
                  <a:lnTo>
                    <a:pt x="120" y="60"/>
                  </a:lnTo>
                  <a:cubicBezTo>
                    <a:pt x="120" y="72"/>
                    <a:pt x="0" y="618"/>
                    <a:pt x="202" y="652"/>
                  </a:cubicBezTo>
                  <a:cubicBezTo>
                    <a:pt x="211" y="654"/>
                    <a:pt x="219" y="654"/>
                    <a:pt x="226" y="654"/>
                  </a:cubicBezTo>
                  <a:cubicBezTo>
                    <a:pt x="443" y="654"/>
                    <a:pt x="154" y="0"/>
                    <a:pt x="1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2367" name="Google Shape;2367;p50"/>
            <p:cNvSpPr/>
            <p:nvPr/>
          </p:nvSpPr>
          <p:spPr>
            <a:xfrm>
              <a:off x="7588067" y="4138888"/>
              <a:ext cx="201959" cy="162463"/>
            </a:xfrm>
            <a:custGeom>
              <a:avLst/>
              <a:gdLst/>
              <a:ahLst/>
              <a:cxnLst/>
              <a:rect l="l" t="t" r="r" b="b"/>
              <a:pathLst>
                <a:path w="951" h="765" extrusionOk="0">
                  <a:moveTo>
                    <a:pt x="619" y="0"/>
                  </a:moveTo>
                  <a:cubicBezTo>
                    <a:pt x="501" y="0"/>
                    <a:pt x="367" y="56"/>
                    <a:pt x="262" y="162"/>
                  </a:cubicBezTo>
                  <a:cubicBezTo>
                    <a:pt x="71" y="339"/>
                    <a:pt x="0" y="552"/>
                    <a:pt x="142" y="671"/>
                  </a:cubicBezTo>
                  <a:cubicBezTo>
                    <a:pt x="217" y="735"/>
                    <a:pt x="301" y="764"/>
                    <a:pt x="387" y="764"/>
                  </a:cubicBezTo>
                  <a:cubicBezTo>
                    <a:pt x="509" y="764"/>
                    <a:pt x="637" y="705"/>
                    <a:pt x="748" y="600"/>
                  </a:cubicBezTo>
                  <a:cubicBezTo>
                    <a:pt x="925" y="424"/>
                    <a:pt x="950" y="210"/>
                    <a:pt x="820" y="80"/>
                  </a:cubicBezTo>
                  <a:cubicBezTo>
                    <a:pt x="771" y="26"/>
                    <a:pt x="699" y="0"/>
                    <a:pt x="6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2368" name="Google Shape;2368;p50"/>
            <p:cNvSpPr/>
            <p:nvPr/>
          </p:nvSpPr>
          <p:spPr>
            <a:xfrm>
              <a:off x="7686395" y="4218527"/>
              <a:ext cx="28032" cy="30369"/>
            </a:xfrm>
            <a:custGeom>
              <a:avLst/>
              <a:gdLst/>
              <a:ahLst/>
              <a:cxnLst/>
              <a:rect l="l" t="t" r="r" b="b"/>
              <a:pathLst>
                <a:path w="132" h="143" extrusionOk="0">
                  <a:moveTo>
                    <a:pt x="61" y="0"/>
                  </a:moveTo>
                  <a:cubicBezTo>
                    <a:pt x="35" y="0"/>
                    <a:pt x="24" y="0"/>
                    <a:pt x="1" y="12"/>
                  </a:cubicBezTo>
                  <a:lnTo>
                    <a:pt x="24" y="49"/>
                  </a:lnTo>
                  <a:cubicBezTo>
                    <a:pt x="35" y="35"/>
                    <a:pt x="46" y="35"/>
                    <a:pt x="61" y="35"/>
                  </a:cubicBezTo>
                  <a:cubicBezTo>
                    <a:pt x="72" y="35"/>
                    <a:pt x="72" y="49"/>
                    <a:pt x="83" y="49"/>
                  </a:cubicBezTo>
                  <a:cubicBezTo>
                    <a:pt x="83" y="60"/>
                    <a:pt x="95" y="72"/>
                    <a:pt x="83" y="83"/>
                  </a:cubicBezTo>
                  <a:cubicBezTo>
                    <a:pt x="83" y="94"/>
                    <a:pt x="83" y="106"/>
                    <a:pt x="72" y="106"/>
                  </a:cubicBezTo>
                  <a:lnTo>
                    <a:pt x="95" y="143"/>
                  </a:lnTo>
                  <a:cubicBezTo>
                    <a:pt x="106" y="131"/>
                    <a:pt x="118" y="106"/>
                    <a:pt x="118" y="94"/>
                  </a:cubicBezTo>
                  <a:cubicBezTo>
                    <a:pt x="132" y="72"/>
                    <a:pt x="118" y="49"/>
                    <a:pt x="106" y="35"/>
                  </a:cubicBezTo>
                  <a:cubicBezTo>
                    <a:pt x="95" y="12"/>
                    <a:pt x="83" y="0"/>
                    <a:pt x="61" y="0"/>
                  </a:cubicBez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50"/>
            <p:cNvSpPr/>
            <p:nvPr/>
          </p:nvSpPr>
          <p:spPr>
            <a:xfrm>
              <a:off x="7623746" y="4220864"/>
              <a:ext cx="30368" cy="25697"/>
            </a:xfrm>
            <a:custGeom>
              <a:avLst/>
              <a:gdLst/>
              <a:ahLst/>
              <a:cxnLst/>
              <a:rect l="l" t="t" r="r" b="b"/>
              <a:pathLst>
                <a:path w="143" h="121" extrusionOk="0">
                  <a:moveTo>
                    <a:pt x="23" y="1"/>
                  </a:moveTo>
                  <a:cubicBezTo>
                    <a:pt x="0" y="38"/>
                    <a:pt x="11" y="72"/>
                    <a:pt x="34" y="95"/>
                  </a:cubicBezTo>
                  <a:cubicBezTo>
                    <a:pt x="46" y="109"/>
                    <a:pt x="71" y="120"/>
                    <a:pt x="83" y="120"/>
                  </a:cubicBezTo>
                  <a:lnTo>
                    <a:pt x="94" y="120"/>
                  </a:lnTo>
                  <a:cubicBezTo>
                    <a:pt x="105" y="109"/>
                    <a:pt x="128" y="109"/>
                    <a:pt x="142" y="83"/>
                  </a:cubicBezTo>
                  <a:lnTo>
                    <a:pt x="117" y="72"/>
                  </a:lnTo>
                  <a:cubicBezTo>
                    <a:pt x="105" y="83"/>
                    <a:pt x="94" y="83"/>
                    <a:pt x="83" y="95"/>
                  </a:cubicBezTo>
                  <a:cubicBezTo>
                    <a:pt x="71" y="95"/>
                    <a:pt x="57" y="83"/>
                    <a:pt x="46" y="83"/>
                  </a:cubicBezTo>
                  <a:cubicBezTo>
                    <a:pt x="34" y="61"/>
                    <a:pt x="23" y="38"/>
                    <a:pt x="46" y="12"/>
                  </a:cubicBezTo>
                  <a:lnTo>
                    <a:pt x="23" y="1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50"/>
            <p:cNvSpPr/>
            <p:nvPr/>
          </p:nvSpPr>
          <p:spPr>
            <a:xfrm>
              <a:off x="7638824" y="4173292"/>
              <a:ext cx="30368" cy="27820"/>
            </a:xfrm>
            <a:custGeom>
              <a:avLst/>
              <a:gdLst/>
              <a:ahLst/>
              <a:cxnLst/>
              <a:rect l="l" t="t" r="r" b="b"/>
              <a:pathLst>
                <a:path w="143" h="131" extrusionOk="0">
                  <a:moveTo>
                    <a:pt x="57" y="0"/>
                  </a:moveTo>
                  <a:cubicBezTo>
                    <a:pt x="34" y="0"/>
                    <a:pt x="23" y="12"/>
                    <a:pt x="0" y="23"/>
                  </a:cubicBezTo>
                  <a:lnTo>
                    <a:pt x="34" y="48"/>
                  </a:lnTo>
                  <a:cubicBezTo>
                    <a:pt x="34" y="48"/>
                    <a:pt x="46" y="34"/>
                    <a:pt x="57" y="34"/>
                  </a:cubicBezTo>
                  <a:cubicBezTo>
                    <a:pt x="71" y="34"/>
                    <a:pt x="83" y="48"/>
                    <a:pt x="83" y="48"/>
                  </a:cubicBezTo>
                  <a:cubicBezTo>
                    <a:pt x="105" y="71"/>
                    <a:pt x="105" y="94"/>
                    <a:pt x="94" y="105"/>
                  </a:cubicBezTo>
                  <a:lnTo>
                    <a:pt x="117" y="131"/>
                  </a:lnTo>
                  <a:cubicBezTo>
                    <a:pt x="142" y="105"/>
                    <a:pt x="142" y="48"/>
                    <a:pt x="105" y="23"/>
                  </a:cubicBezTo>
                  <a:cubicBezTo>
                    <a:pt x="94" y="12"/>
                    <a:pt x="83" y="0"/>
                    <a:pt x="57" y="0"/>
                  </a:cubicBez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50"/>
            <p:cNvSpPr/>
            <p:nvPr/>
          </p:nvSpPr>
          <p:spPr>
            <a:xfrm>
              <a:off x="7613339" y="4238491"/>
              <a:ext cx="20175" cy="23148"/>
            </a:xfrm>
            <a:custGeom>
              <a:avLst/>
              <a:gdLst/>
              <a:ahLst/>
              <a:cxnLst/>
              <a:rect l="l" t="t" r="r" b="b"/>
              <a:pathLst>
                <a:path w="95" h="109" extrusionOk="0">
                  <a:moveTo>
                    <a:pt x="83" y="0"/>
                  </a:moveTo>
                  <a:cubicBezTo>
                    <a:pt x="83" y="0"/>
                    <a:pt x="35" y="26"/>
                    <a:pt x="1" y="97"/>
                  </a:cubicBezTo>
                  <a:lnTo>
                    <a:pt x="23" y="108"/>
                  </a:lnTo>
                  <a:cubicBezTo>
                    <a:pt x="49" y="49"/>
                    <a:pt x="95" y="12"/>
                    <a:pt x="95" y="12"/>
                  </a:cubicBezTo>
                  <a:lnTo>
                    <a:pt x="83" y="0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50"/>
            <p:cNvSpPr/>
            <p:nvPr/>
          </p:nvSpPr>
          <p:spPr>
            <a:xfrm>
              <a:off x="7699137" y="4111279"/>
              <a:ext cx="113191" cy="103849"/>
            </a:xfrm>
            <a:custGeom>
              <a:avLst/>
              <a:gdLst/>
              <a:ahLst/>
              <a:cxnLst/>
              <a:rect l="l" t="t" r="r" b="b"/>
              <a:pathLst>
                <a:path w="533" h="489" extrusionOk="0">
                  <a:moveTo>
                    <a:pt x="222" y="0"/>
                  </a:moveTo>
                  <a:cubicBezTo>
                    <a:pt x="169" y="0"/>
                    <a:pt x="119" y="19"/>
                    <a:pt x="83" y="56"/>
                  </a:cubicBezTo>
                  <a:cubicBezTo>
                    <a:pt x="1" y="139"/>
                    <a:pt x="12" y="292"/>
                    <a:pt x="106" y="397"/>
                  </a:cubicBezTo>
                  <a:cubicBezTo>
                    <a:pt x="167" y="458"/>
                    <a:pt x="242" y="489"/>
                    <a:pt x="311" y="489"/>
                  </a:cubicBezTo>
                  <a:cubicBezTo>
                    <a:pt x="365" y="489"/>
                    <a:pt x="414" y="470"/>
                    <a:pt x="450" y="434"/>
                  </a:cubicBezTo>
                  <a:cubicBezTo>
                    <a:pt x="533" y="352"/>
                    <a:pt x="521" y="198"/>
                    <a:pt x="427" y="90"/>
                  </a:cubicBezTo>
                  <a:cubicBezTo>
                    <a:pt x="367" y="31"/>
                    <a:pt x="291" y="0"/>
                    <a:pt x="222" y="0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50"/>
            <p:cNvSpPr/>
            <p:nvPr/>
          </p:nvSpPr>
          <p:spPr>
            <a:xfrm>
              <a:off x="7756476" y="4107032"/>
              <a:ext cx="38438" cy="34404"/>
            </a:xfrm>
            <a:custGeom>
              <a:avLst/>
              <a:gdLst/>
              <a:ahLst/>
              <a:cxnLst/>
              <a:rect l="l" t="t" r="r" b="b"/>
              <a:pathLst>
                <a:path w="181" h="162" extrusionOk="0">
                  <a:moveTo>
                    <a:pt x="88" y="1"/>
                  </a:moveTo>
                  <a:cubicBezTo>
                    <a:pt x="56" y="1"/>
                    <a:pt x="24" y="25"/>
                    <a:pt x="15" y="62"/>
                  </a:cubicBezTo>
                  <a:cubicBezTo>
                    <a:pt x="1" y="110"/>
                    <a:pt x="27" y="147"/>
                    <a:pt x="72" y="159"/>
                  </a:cubicBezTo>
                  <a:cubicBezTo>
                    <a:pt x="79" y="161"/>
                    <a:pt x="85" y="161"/>
                    <a:pt x="92" y="161"/>
                  </a:cubicBezTo>
                  <a:cubicBezTo>
                    <a:pt x="125" y="161"/>
                    <a:pt x="159" y="141"/>
                    <a:pt x="169" y="110"/>
                  </a:cubicBezTo>
                  <a:cubicBezTo>
                    <a:pt x="180" y="62"/>
                    <a:pt x="157" y="16"/>
                    <a:pt x="109" y="5"/>
                  </a:cubicBezTo>
                  <a:cubicBezTo>
                    <a:pt x="102" y="2"/>
                    <a:pt x="95" y="1"/>
                    <a:pt x="88" y="1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50"/>
            <p:cNvSpPr/>
            <p:nvPr/>
          </p:nvSpPr>
          <p:spPr>
            <a:xfrm>
              <a:off x="7688943" y="4119562"/>
              <a:ext cx="50331" cy="44173"/>
            </a:xfrm>
            <a:custGeom>
              <a:avLst/>
              <a:gdLst/>
              <a:ahLst/>
              <a:cxnLst/>
              <a:rect l="l" t="t" r="r" b="b"/>
              <a:pathLst>
                <a:path w="237" h="208" extrusionOk="0">
                  <a:moveTo>
                    <a:pt x="126" y="0"/>
                  </a:moveTo>
                  <a:cubicBezTo>
                    <a:pt x="77" y="0"/>
                    <a:pt x="33" y="26"/>
                    <a:pt x="23" y="74"/>
                  </a:cubicBezTo>
                  <a:cubicBezTo>
                    <a:pt x="0" y="134"/>
                    <a:pt x="34" y="193"/>
                    <a:pt x="94" y="205"/>
                  </a:cubicBezTo>
                  <a:cubicBezTo>
                    <a:pt x="104" y="207"/>
                    <a:pt x="114" y="208"/>
                    <a:pt x="124" y="208"/>
                  </a:cubicBezTo>
                  <a:cubicBezTo>
                    <a:pt x="172" y="208"/>
                    <a:pt x="216" y="184"/>
                    <a:pt x="225" y="134"/>
                  </a:cubicBezTo>
                  <a:cubicBezTo>
                    <a:pt x="236" y="74"/>
                    <a:pt x="214" y="17"/>
                    <a:pt x="154" y="3"/>
                  </a:cubicBezTo>
                  <a:cubicBezTo>
                    <a:pt x="145" y="1"/>
                    <a:pt x="135" y="0"/>
                    <a:pt x="126" y="0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50"/>
            <p:cNvSpPr/>
            <p:nvPr/>
          </p:nvSpPr>
          <p:spPr>
            <a:xfrm>
              <a:off x="7721435" y="4107881"/>
              <a:ext cx="25696" cy="23361"/>
            </a:xfrm>
            <a:custGeom>
              <a:avLst/>
              <a:gdLst/>
              <a:ahLst/>
              <a:cxnLst/>
              <a:rect l="l" t="t" r="r" b="b"/>
              <a:pathLst>
                <a:path w="121" h="110" extrusionOk="0">
                  <a:moveTo>
                    <a:pt x="72" y="1"/>
                  </a:moveTo>
                  <a:cubicBezTo>
                    <a:pt x="38" y="1"/>
                    <a:pt x="12" y="12"/>
                    <a:pt x="1" y="35"/>
                  </a:cubicBezTo>
                  <a:cubicBezTo>
                    <a:pt x="1" y="72"/>
                    <a:pt x="12" y="95"/>
                    <a:pt x="38" y="106"/>
                  </a:cubicBezTo>
                  <a:cubicBezTo>
                    <a:pt x="44" y="108"/>
                    <a:pt x="50" y="109"/>
                    <a:pt x="56" y="109"/>
                  </a:cubicBezTo>
                  <a:cubicBezTo>
                    <a:pt x="80" y="109"/>
                    <a:pt x="97" y="91"/>
                    <a:pt x="109" y="72"/>
                  </a:cubicBezTo>
                  <a:cubicBezTo>
                    <a:pt x="120" y="35"/>
                    <a:pt x="95" y="12"/>
                    <a:pt x="72" y="1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50"/>
            <p:cNvSpPr/>
            <p:nvPr/>
          </p:nvSpPr>
          <p:spPr>
            <a:xfrm>
              <a:off x="7759662" y="4172655"/>
              <a:ext cx="55215" cy="49057"/>
            </a:xfrm>
            <a:custGeom>
              <a:avLst/>
              <a:gdLst/>
              <a:ahLst/>
              <a:cxnLst/>
              <a:rect l="l" t="t" r="r" b="b"/>
              <a:pathLst>
                <a:path w="260" h="231" extrusionOk="0">
                  <a:moveTo>
                    <a:pt x="142" y="1"/>
                  </a:moveTo>
                  <a:cubicBezTo>
                    <a:pt x="88" y="1"/>
                    <a:pt x="33" y="34"/>
                    <a:pt x="23" y="86"/>
                  </a:cubicBezTo>
                  <a:cubicBezTo>
                    <a:pt x="0" y="145"/>
                    <a:pt x="34" y="216"/>
                    <a:pt x="94" y="228"/>
                  </a:cubicBezTo>
                  <a:cubicBezTo>
                    <a:pt x="103" y="229"/>
                    <a:pt x="112" y="230"/>
                    <a:pt x="121" y="230"/>
                  </a:cubicBezTo>
                  <a:cubicBezTo>
                    <a:pt x="180" y="230"/>
                    <a:pt x="226" y="197"/>
                    <a:pt x="236" y="145"/>
                  </a:cubicBezTo>
                  <a:cubicBezTo>
                    <a:pt x="259" y="86"/>
                    <a:pt x="225" y="26"/>
                    <a:pt x="165" y="3"/>
                  </a:cubicBezTo>
                  <a:cubicBezTo>
                    <a:pt x="158" y="2"/>
                    <a:pt x="150" y="1"/>
                    <a:pt x="142" y="1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50"/>
            <p:cNvSpPr/>
            <p:nvPr/>
          </p:nvSpPr>
          <p:spPr>
            <a:xfrm>
              <a:off x="7952918" y="4191131"/>
              <a:ext cx="98750" cy="87709"/>
            </a:xfrm>
            <a:custGeom>
              <a:avLst/>
              <a:gdLst/>
              <a:ahLst/>
              <a:cxnLst/>
              <a:rect l="l" t="t" r="r" b="b"/>
              <a:pathLst>
                <a:path w="465" h="413" extrusionOk="0">
                  <a:moveTo>
                    <a:pt x="229" y="0"/>
                  </a:moveTo>
                  <a:cubicBezTo>
                    <a:pt x="169" y="0"/>
                    <a:pt x="111" y="24"/>
                    <a:pt x="72" y="70"/>
                  </a:cubicBezTo>
                  <a:cubicBezTo>
                    <a:pt x="1" y="164"/>
                    <a:pt x="15" y="295"/>
                    <a:pt x="97" y="366"/>
                  </a:cubicBezTo>
                  <a:cubicBezTo>
                    <a:pt x="139" y="397"/>
                    <a:pt x="186" y="413"/>
                    <a:pt x="232" y="413"/>
                  </a:cubicBezTo>
                  <a:cubicBezTo>
                    <a:pt x="290" y="413"/>
                    <a:pt x="347" y="389"/>
                    <a:pt x="393" y="343"/>
                  </a:cubicBezTo>
                  <a:cubicBezTo>
                    <a:pt x="464" y="249"/>
                    <a:pt x="453" y="129"/>
                    <a:pt x="370" y="47"/>
                  </a:cubicBezTo>
                  <a:cubicBezTo>
                    <a:pt x="327" y="15"/>
                    <a:pt x="278" y="0"/>
                    <a:pt x="2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50"/>
            <p:cNvSpPr/>
            <p:nvPr/>
          </p:nvSpPr>
          <p:spPr>
            <a:xfrm>
              <a:off x="7928071" y="4164160"/>
              <a:ext cx="85583" cy="75179"/>
            </a:xfrm>
            <a:custGeom>
              <a:avLst/>
              <a:gdLst/>
              <a:ahLst/>
              <a:cxnLst/>
              <a:rect l="l" t="t" r="r" b="b"/>
              <a:pathLst>
                <a:path w="403" h="354" extrusionOk="0">
                  <a:moveTo>
                    <a:pt x="203" y="1"/>
                  </a:moveTo>
                  <a:cubicBezTo>
                    <a:pt x="153" y="1"/>
                    <a:pt x="104" y="21"/>
                    <a:pt x="72" y="66"/>
                  </a:cubicBezTo>
                  <a:cubicBezTo>
                    <a:pt x="1" y="137"/>
                    <a:pt x="12" y="245"/>
                    <a:pt x="95" y="316"/>
                  </a:cubicBezTo>
                  <a:cubicBezTo>
                    <a:pt x="125" y="342"/>
                    <a:pt x="162" y="354"/>
                    <a:pt x="200" y="354"/>
                  </a:cubicBezTo>
                  <a:cubicBezTo>
                    <a:pt x="251" y="354"/>
                    <a:pt x="304" y="332"/>
                    <a:pt x="345" y="291"/>
                  </a:cubicBezTo>
                  <a:cubicBezTo>
                    <a:pt x="402" y="220"/>
                    <a:pt x="391" y="103"/>
                    <a:pt x="320" y="43"/>
                  </a:cubicBezTo>
                  <a:cubicBezTo>
                    <a:pt x="287" y="16"/>
                    <a:pt x="245" y="1"/>
                    <a:pt x="2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50"/>
            <p:cNvSpPr/>
            <p:nvPr/>
          </p:nvSpPr>
          <p:spPr>
            <a:xfrm>
              <a:off x="7910657" y="4153541"/>
              <a:ext cx="52667" cy="47783"/>
            </a:xfrm>
            <a:custGeom>
              <a:avLst/>
              <a:gdLst/>
              <a:ahLst/>
              <a:cxnLst/>
              <a:rect l="l" t="t" r="r" b="b"/>
              <a:pathLst>
                <a:path w="248" h="225" extrusionOk="0">
                  <a:moveTo>
                    <a:pt x="137" y="1"/>
                  </a:moveTo>
                  <a:cubicBezTo>
                    <a:pt x="102" y="1"/>
                    <a:pt x="64" y="17"/>
                    <a:pt x="35" y="45"/>
                  </a:cubicBezTo>
                  <a:cubicBezTo>
                    <a:pt x="0" y="93"/>
                    <a:pt x="12" y="153"/>
                    <a:pt x="57" y="198"/>
                  </a:cubicBezTo>
                  <a:cubicBezTo>
                    <a:pt x="80" y="216"/>
                    <a:pt x="105" y="225"/>
                    <a:pt x="130" y="225"/>
                  </a:cubicBezTo>
                  <a:cubicBezTo>
                    <a:pt x="159" y="225"/>
                    <a:pt x="188" y="213"/>
                    <a:pt x="214" y="187"/>
                  </a:cubicBezTo>
                  <a:cubicBezTo>
                    <a:pt x="248" y="141"/>
                    <a:pt x="248" y="70"/>
                    <a:pt x="200" y="22"/>
                  </a:cubicBezTo>
                  <a:cubicBezTo>
                    <a:pt x="182" y="8"/>
                    <a:pt x="160" y="1"/>
                    <a:pt x="1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50"/>
            <p:cNvSpPr/>
            <p:nvPr/>
          </p:nvSpPr>
          <p:spPr>
            <a:xfrm>
              <a:off x="7986260" y="4325351"/>
              <a:ext cx="113191" cy="101300"/>
            </a:xfrm>
            <a:custGeom>
              <a:avLst/>
              <a:gdLst/>
              <a:ahLst/>
              <a:cxnLst/>
              <a:rect l="l" t="t" r="r" b="b"/>
              <a:pathLst>
                <a:path w="533" h="477" extrusionOk="0">
                  <a:moveTo>
                    <a:pt x="265" y="1"/>
                  </a:moveTo>
                  <a:cubicBezTo>
                    <a:pt x="197" y="1"/>
                    <a:pt x="129" y="30"/>
                    <a:pt x="83" y="89"/>
                  </a:cubicBezTo>
                  <a:cubicBezTo>
                    <a:pt x="0" y="186"/>
                    <a:pt x="11" y="340"/>
                    <a:pt x="117" y="422"/>
                  </a:cubicBezTo>
                  <a:cubicBezTo>
                    <a:pt x="159" y="458"/>
                    <a:pt x="212" y="476"/>
                    <a:pt x="265" y="476"/>
                  </a:cubicBezTo>
                  <a:cubicBezTo>
                    <a:pt x="334" y="476"/>
                    <a:pt x="403" y="446"/>
                    <a:pt x="450" y="385"/>
                  </a:cubicBezTo>
                  <a:cubicBezTo>
                    <a:pt x="532" y="291"/>
                    <a:pt x="521" y="138"/>
                    <a:pt x="413" y="55"/>
                  </a:cubicBezTo>
                  <a:cubicBezTo>
                    <a:pt x="371" y="19"/>
                    <a:pt x="319" y="1"/>
                    <a:pt x="2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50"/>
            <p:cNvSpPr/>
            <p:nvPr/>
          </p:nvSpPr>
          <p:spPr>
            <a:xfrm>
              <a:off x="8013444" y="4305813"/>
              <a:ext cx="73266" cy="65835"/>
            </a:xfrm>
            <a:custGeom>
              <a:avLst/>
              <a:gdLst/>
              <a:ahLst/>
              <a:cxnLst/>
              <a:rect l="l" t="t" r="r" b="b"/>
              <a:pathLst>
                <a:path w="345" h="310" extrusionOk="0">
                  <a:moveTo>
                    <a:pt x="179" y="0"/>
                  </a:moveTo>
                  <a:cubicBezTo>
                    <a:pt x="136" y="0"/>
                    <a:pt x="93" y="19"/>
                    <a:pt x="60" y="50"/>
                  </a:cubicBezTo>
                  <a:cubicBezTo>
                    <a:pt x="0" y="121"/>
                    <a:pt x="14" y="218"/>
                    <a:pt x="71" y="278"/>
                  </a:cubicBezTo>
                  <a:cubicBezTo>
                    <a:pt x="103" y="298"/>
                    <a:pt x="139" y="309"/>
                    <a:pt x="176" y="309"/>
                  </a:cubicBezTo>
                  <a:cubicBezTo>
                    <a:pt x="221" y="309"/>
                    <a:pt x="266" y="292"/>
                    <a:pt x="299" y="252"/>
                  </a:cubicBezTo>
                  <a:cubicBezTo>
                    <a:pt x="344" y="193"/>
                    <a:pt x="344" y="87"/>
                    <a:pt x="273" y="39"/>
                  </a:cubicBezTo>
                  <a:cubicBezTo>
                    <a:pt x="247" y="12"/>
                    <a:pt x="213" y="0"/>
                    <a:pt x="1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2F3AAEFC-6CA6-151C-52EE-AD3F0179B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561" y="1078960"/>
            <a:ext cx="3178912" cy="2985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4">
          <a:extLst>
            <a:ext uri="{FF2B5EF4-FFF2-40B4-BE49-F238E27FC236}">
              <a16:creationId xmlns:a16="http://schemas.microsoft.com/office/drawing/2014/main" id="{6B8D1088-BE88-7FD2-B666-BE79AB9A5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p44">
            <a:extLst>
              <a:ext uri="{FF2B5EF4-FFF2-40B4-BE49-F238E27FC236}">
                <a16:creationId xmlns:a16="http://schemas.microsoft.com/office/drawing/2014/main" id="{87BF1010-2DA8-2B16-7BF9-F7D4ADB853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58489"/>
            <a:ext cx="5301659" cy="51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100"/>
            </a:pPr>
            <a:r>
              <a:rPr lang="ru-RU" dirty="0"/>
              <a:t>MLOps: Гаранция за качество и надеждност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1516" name="Google Shape;1516;p44">
            <a:extLst>
              <a:ext uri="{FF2B5EF4-FFF2-40B4-BE49-F238E27FC236}">
                <a16:creationId xmlns:a16="http://schemas.microsoft.com/office/drawing/2014/main" id="{1A76E9D4-3889-FBCE-2FF8-FC86F1802FD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1796926"/>
            <a:ext cx="4617717" cy="27007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Quicksand" panose="020B0604020202020204" charset="0"/>
              <a:buChar char="●"/>
            </a:pPr>
            <a:r>
              <a:rPr lang="ru-RU" sz="1600" dirty="0"/>
              <a:t>Model Registry: Версиониране на модели и лесен rollback.</a:t>
            </a:r>
          </a:p>
          <a:p>
            <a:pPr>
              <a:buFont typeface="Quicksand" panose="020B0604020202020204" charset="0"/>
              <a:buChar char="●"/>
            </a:pPr>
            <a:r>
              <a:rPr lang="ru-RU" sz="1600" dirty="0"/>
              <a:t>Zero-Downtime Reload: Актуализация на модели в реално време без прекъсване.</a:t>
            </a:r>
          </a:p>
          <a:p>
            <a:pPr>
              <a:buFont typeface="Quicksand" panose="020B0604020202020204" charset="0"/>
              <a:buChar char="●"/>
            </a:pPr>
            <a:r>
              <a:rPr lang="ru-RU" sz="1600" dirty="0"/>
              <a:t>Детекция на дрейф: Проактивен мониторинг на производителността.</a:t>
            </a:r>
          </a:p>
          <a:p>
            <a:pPr>
              <a:buFont typeface="Quicksand" panose="020B0604020202020204" charset="0"/>
              <a:buChar char="●"/>
            </a:pPr>
            <a:r>
              <a:rPr lang="ru-RU" sz="1600" dirty="0"/>
              <a:t>Мониторинг на KPI: Латентност на инференция (p95 &lt; 350ms).</a:t>
            </a:r>
          </a:p>
        </p:txBody>
      </p:sp>
      <p:grpSp>
        <p:nvGrpSpPr>
          <p:cNvPr id="1517" name="Google Shape;1517;p44">
            <a:extLst>
              <a:ext uri="{FF2B5EF4-FFF2-40B4-BE49-F238E27FC236}">
                <a16:creationId xmlns:a16="http://schemas.microsoft.com/office/drawing/2014/main" id="{91235A1B-2988-67E3-21C3-78E0C9B79B5A}"/>
              </a:ext>
            </a:extLst>
          </p:cNvPr>
          <p:cNvGrpSpPr/>
          <p:nvPr/>
        </p:nvGrpSpPr>
        <p:grpSpPr>
          <a:xfrm>
            <a:off x="5268194" y="1269109"/>
            <a:ext cx="3315119" cy="3218461"/>
            <a:chOff x="1168004" y="3965557"/>
            <a:chExt cx="651121" cy="632137"/>
          </a:xfrm>
        </p:grpSpPr>
        <p:sp>
          <p:nvSpPr>
            <p:cNvPr id="1518" name="Google Shape;1518;p44">
              <a:extLst>
                <a:ext uri="{FF2B5EF4-FFF2-40B4-BE49-F238E27FC236}">
                  <a16:creationId xmlns:a16="http://schemas.microsoft.com/office/drawing/2014/main" id="{72989B0B-E611-8B85-82DD-9296CAAC8DC7}"/>
                </a:ext>
              </a:extLst>
            </p:cNvPr>
            <p:cNvSpPr/>
            <p:nvPr/>
          </p:nvSpPr>
          <p:spPr>
            <a:xfrm>
              <a:off x="1168004" y="3991541"/>
              <a:ext cx="635747" cy="606152"/>
            </a:xfrm>
            <a:custGeom>
              <a:avLst/>
              <a:gdLst/>
              <a:ahLst/>
              <a:cxnLst/>
              <a:rect l="l" t="t" r="r" b="b"/>
              <a:pathLst>
                <a:path w="20601" h="19642" extrusionOk="0">
                  <a:moveTo>
                    <a:pt x="8809" y="0"/>
                  </a:moveTo>
                  <a:cubicBezTo>
                    <a:pt x="6496" y="379"/>
                    <a:pt x="2135" y="4612"/>
                    <a:pt x="2135" y="4612"/>
                  </a:cubicBezTo>
                  <a:cubicBezTo>
                    <a:pt x="2135" y="4612"/>
                    <a:pt x="1" y="6307"/>
                    <a:pt x="106" y="6982"/>
                  </a:cubicBezTo>
                  <a:cubicBezTo>
                    <a:pt x="214" y="7659"/>
                    <a:pt x="7514" y="17403"/>
                    <a:pt x="12837" y="19641"/>
                  </a:cubicBezTo>
                  <a:cubicBezTo>
                    <a:pt x="13574" y="19522"/>
                    <a:pt x="19986" y="15385"/>
                    <a:pt x="20601" y="12031"/>
                  </a:cubicBezTo>
                  <a:cubicBezTo>
                    <a:pt x="17887" y="7266"/>
                    <a:pt x="9506" y="236"/>
                    <a:pt x="88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44">
              <a:extLst>
                <a:ext uri="{FF2B5EF4-FFF2-40B4-BE49-F238E27FC236}">
                  <a16:creationId xmlns:a16="http://schemas.microsoft.com/office/drawing/2014/main" id="{CC1C875E-3625-9F7C-DC3A-A43C690D5902}"/>
                </a:ext>
              </a:extLst>
            </p:cNvPr>
            <p:cNvSpPr/>
            <p:nvPr/>
          </p:nvSpPr>
          <p:spPr>
            <a:xfrm>
              <a:off x="1186644" y="4170038"/>
              <a:ext cx="392200" cy="401303"/>
            </a:xfrm>
            <a:custGeom>
              <a:avLst/>
              <a:gdLst/>
              <a:ahLst/>
              <a:cxnLst/>
              <a:rect l="l" t="t" r="r" b="b"/>
              <a:pathLst>
                <a:path w="12709" h="13004" extrusionOk="0">
                  <a:moveTo>
                    <a:pt x="2657" y="0"/>
                  </a:moveTo>
                  <a:cubicBezTo>
                    <a:pt x="1767" y="0"/>
                    <a:pt x="865" y="152"/>
                    <a:pt x="0" y="296"/>
                  </a:cubicBezTo>
                  <a:cubicBezTo>
                    <a:pt x="0" y="321"/>
                    <a:pt x="0" y="344"/>
                    <a:pt x="11" y="356"/>
                  </a:cubicBezTo>
                  <a:cubicBezTo>
                    <a:pt x="120" y="1044"/>
                    <a:pt x="7385" y="10739"/>
                    <a:pt x="12708" y="13004"/>
                  </a:cubicBezTo>
                  <a:cubicBezTo>
                    <a:pt x="12375" y="12116"/>
                    <a:pt x="12173" y="11178"/>
                    <a:pt x="12270" y="10219"/>
                  </a:cubicBezTo>
                  <a:cubicBezTo>
                    <a:pt x="11701" y="9650"/>
                    <a:pt x="11072" y="9152"/>
                    <a:pt x="10466" y="8546"/>
                  </a:cubicBezTo>
                  <a:cubicBezTo>
                    <a:pt x="9425" y="7445"/>
                    <a:pt x="8714" y="6284"/>
                    <a:pt x="7659" y="5181"/>
                  </a:cubicBezTo>
                  <a:cubicBezTo>
                    <a:pt x="5986" y="3439"/>
                    <a:pt x="4649" y="1707"/>
                    <a:pt x="3058" y="11"/>
                  </a:cubicBezTo>
                  <a:cubicBezTo>
                    <a:pt x="2925" y="4"/>
                    <a:pt x="2791" y="0"/>
                    <a:pt x="26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44">
              <a:extLst>
                <a:ext uri="{FF2B5EF4-FFF2-40B4-BE49-F238E27FC236}">
                  <a16:creationId xmlns:a16="http://schemas.microsoft.com/office/drawing/2014/main" id="{AD98EFF0-B98E-1197-69D3-C9CFA0FADDA3}"/>
                </a:ext>
              </a:extLst>
            </p:cNvPr>
            <p:cNvSpPr/>
            <p:nvPr/>
          </p:nvSpPr>
          <p:spPr>
            <a:xfrm>
              <a:off x="1186644" y="3965557"/>
              <a:ext cx="268575" cy="213613"/>
            </a:xfrm>
            <a:custGeom>
              <a:avLst/>
              <a:gdLst/>
              <a:ahLst/>
              <a:cxnLst/>
              <a:rect l="l" t="t" r="r" b="b"/>
              <a:pathLst>
                <a:path w="8703" h="6922" extrusionOk="0">
                  <a:moveTo>
                    <a:pt x="8703" y="0"/>
                  </a:moveTo>
                  <a:lnTo>
                    <a:pt x="8703" y="0"/>
                  </a:lnTo>
                  <a:cubicBezTo>
                    <a:pt x="6378" y="393"/>
                    <a:pt x="2040" y="4623"/>
                    <a:pt x="2040" y="4623"/>
                  </a:cubicBezTo>
                  <a:cubicBezTo>
                    <a:pt x="2040" y="4623"/>
                    <a:pt x="11" y="6211"/>
                    <a:pt x="0" y="6922"/>
                  </a:cubicBezTo>
                  <a:cubicBezTo>
                    <a:pt x="865" y="6778"/>
                    <a:pt x="1767" y="6626"/>
                    <a:pt x="2657" y="6626"/>
                  </a:cubicBezTo>
                  <a:cubicBezTo>
                    <a:pt x="2791" y="6626"/>
                    <a:pt x="2925" y="6630"/>
                    <a:pt x="3058" y="6637"/>
                  </a:cubicBezTo>
                  <a:lnTo>
                    <a:pt x="3070" y="6637"/>
                  </a:lnTo>
                  <a:lnTo>
                    <a:pt x="8535" y="3508"/>
                  </a:lnTo>
                  <a:lnTo>
                    <a:pt x="8703" y="0"/>
                  </a:lnTo>
                  <a:close/>
                </a:path>
              </a:pathLst>
            </a:custGeom>
            <a:solidFill>
              <a:srgbClr val="9A6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44">
              <a:extLst>
                <a:ext uri="{FF2B5EF4-FFF2-40B4-BE49-F238E27FC236}">
                  <a16:creationId xmlns:a16="http://schemas.microsoft.com/office/drawing/2014/main" id="{7E95CD4E-4A74-F28C-CC2B-4422C70F79FC}"/>
                </a:ext>
              </a:extLst>
            </p:cNvPr>
            <p:cNvSpPr/>
            <p:nvPr/>
          </p:nvSpPr>
          <p:spPr>
            <a:xfrm>
              <a:off x="1281016" y="4170378"/>
              <a:ext cx="370" cy="463"/>
            </a:xfrm>
            <a:custGeom>
              <a:avLst/>
              <a:gdLst/>
              <a:ahLst/>
              <a:cxnLst/>
              <a:rect l="l" t="t" r="r" b="b"/>
              <a:pathLst>
                <a:path w="12" h="15" extrusionOk="0">
                  <a:moveTo>
                    <a:pt x="0" y="0"/>
                  </a:moveTo>
                  <a:lnTo>
                    <a:pt x="0" y="1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BBDA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44">
              <a:extLst>
                <a:ext uri="{FF2B5EF4-FFF2-40B4-BE49-F238E27FC236}">
                  <a16:creationId xmlns:a16="http://schemas.microsoft.com/office/drawing/2014/main" id="{C08ED54B-34D9-F866-9B93-F476F16FD104}"/>
                </a:ext>
              </a:extLst>
            </p:cNvPr>
            <p:cNvSpPr/>
            <p:nvPr/>
          </p:nvSpPr>
          <p:spPr>
            <a:xfrm>
              <a:off x="1281016" y="3965557"/>
              <a:ext cx="537766" cy="519497"/>
            </a:xfrm>
            <a:custGeom>
              <a:avLst/>
              <a:gdLst/>
              <a:ahLst/>
              <a:cxnLst/>
              <a:rect l="l" t="t" r="r" b="b"/>
              <a:pathLst>
                <a:path w="17426" h="16834" extrusionOk="0">
                  <a:moveTo>
                    <a:pt x="5645" y="0"/>
                  </a:moveTo>
                  <a:lnTo>
                    <a:pt x="5477" y="3508"/>
                  </a:lnTo>
                  <a:lnTo>
                    <a:pt x="12" y="6637"/>
                  </a:lnTo>
                  <a:lnTo>
                    <a:pt x="0" y="6652"/>
                  </a:lnTo>
                  <a:cubicBezTo>
                    <a:pt x="1591" y="8333"/>
                    <a:pt x="2928" y="10065"/>
                    <a:pt x="4601" y="11807"/>
                  </a:cubicBezTo>
                  <a:cubicBezTo>
                    <a:pt x="5656" y="12910"/>
                    <a:pt x="6367" y="14071"/>
                    <a:pt x="7408" y="15172"/>
                  </a:cubicBezTo>
                  <a:cubicBezTo>
                    <a:pt x="8014" y="15778"/>
                    <a:pt x="8632" y="16276"/>
                    <a:pt x="9201" y="16833"/>
                  </a:cubicBezTo>
                  <a:lnTo>
                    <a:pt x="9223" y="16808"/>
                  </a:lnTo>
                  <a:lnTo>
                    <a:pt x="15149" y="11297"/>
                  </a:lnTo>
                  <a:lnTo>
                    <a:pt x="17425" y="12008"/>
                  </a:lnTo>
                  <a:cubicBezTo>
                    <a:pt x="14689" y="7232"/>
                    <a:pt x="6342" y="236"/>
                    <a:pt x="5656" y="0"/>
                  </a:cubicBezTo>
                  <a:close/>
                </a:path>
              </a:pathLst>
            </a:custGeom>
            <a:solidFill>
              <a:srgbClr val="9A6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44">
              <a:extLst>
                <a:ext uri="{FF2B5EF4-FFF2-40B4-BE49-F238E27FC236}">
                  <a16:creationId xmlns:a16="http://schemas.microsoft.com/office/drawing/2014/main" id="{E99A5F34-93A4-6F0D-EA01-791CC0B393B3}"/>
                </a:ext>
              </a:extLst>
            </p:cNvPr>
            <p:cNvSpPr/>
            <p:nvPr/>
          </p:nvSpPr>
          <p:spPr>
            <a:xfrm>
              <a:off x="1564932" y="4484229"/>
              <a:ext cx="741" cy="1173"/>
            </a:xfrm>
            <a:custGeom>
              <a:avLst/>
              <a:gdLst/>
              <a:ahLst/>
              <a:cxnLst/>
              <a:rect l="l" t="t" r="r" b="b"/>
              <a:pathLst>
                <a:path w="24" h="38" extrusionOk="0">
                  <a:moveTo>
                    <a:pt x="23" y="1"/>
                  </a:moveTo>
                  <a:lnTo>
                    <a:pt x="1" y="26"/>
                  </a:lnTo>
                  <a:cubicBezTo>
                    <a:pt x="1" y="26"/>
                    <a:pt x="12" y="26"/>
                    <a:pt x="12" y="38"/>
                  </a:cubicBezTo>
                  <a:cubicBezTo>
                    <a:pt x="12" y="26"/>
                    <a:pt x="12" y="15"/>
                    <a:pt x="23" y="1"/>
                  </a:cubicBezTo>
                  <a:close/>
                </a:path>
              </a:pathLst>
            </a:custGeom>
            <a:solidFill>
              <a:srgbClr val="BBDA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44">
              <a:extLst>
                <a:ext uri="{FF2B5EF4-FFF2-40B4-BE49-F238E27FC236}">
                  <a16:creationId xmlns:a16="http://schemas.microsoft.com/office/drawing/2014/main" id="{21AE90F0-F098-A199-5475-7F37296B9448}"/>
                </a:ext>
              </a:extLst>
            </p:cNvPr>
            <p:cNvSpPr/>
            <p:nvPr/>
          </p:nvSpPr>
          <p:spPr>
            <a:xfrm>
              <a:off x="1562309" y="4314188"/>
              <a:ext cx="256817" cy="257866"/>
            </a:xfrm>
            <a:custGeom>
              <a:avLst/>
              <a:gdLst/>
              <a:ahLst/>
              <a:cxnLst/>
              <a:rect l="l" t="t" r="r" b="b"/>
              <a:pathLst>
                <a:path w="8322" h="8356" extrusionOk="0">
                  <a:moveTo>
                    <a:pt x="6034" y="0"/>
                  </a:moveTo>
                  <a:lnTo>
                    <a:pt x="108" y="5511"/>
                  </a:lnTo>
                  <a:cubicBezTo>
                    <a:pt x="97" y="5525"/>
                    <a:pt x="97" y="5536"/>
                    <a:pt x="97" y="5548"/>
                  </a:cubicBezTo>
                  <a:cubicBezTo>
                    <a:pt x="0" y="6507"/>
                    <a:pt x="202" y="7445"/>
                    <a:pt x="535" y="8333"/>
                  </a:cubicBezTo>
                  <a:cubicBezTo>
                    <a:pt x="547" y="8344"/>
                    <a:pt x="558" y="8344"/>
                    <a:pt x="569" y="8356"/>
                  </a:cubicBezTo>
                  <a:cubicBezTo>
                    <a:pt x="1295" y="8239"/>
                    <a:pt x="7719" y="4088"/>
                    <a:pt x="8322" y="734"/>
                  </a:cubicBezTo>
                  <a:cubicBezTo>
                    <a:pt x="8322" y="723"/>
                    <a:pt x="8310" y="711"/>
                    <a:pt x="8310" y="711"/>
                  </a:cubicBezTo>
                  <a:lnTo>
                    <a:pt x="60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44">
              <a:extLst>
                <a:ext uri="{FF2B5EF4-FFF2-40B4-BE49-F238E27FC236}">
                  <a16:creationId xmlns:a16="http://schemas.microsoft.com/office/drawing/2014/main" id="{5AE3D121-BB9A-FD66-C5B1-9BE7377325B0}"/>
                </a:ext>
              </a:extLst>
            </p:cNvPr>
            <p:cNvSpPr/>
            <p:nvPr/>
          </p:nvSpPr>
          <p:spPr>
            <a:xfrm>
              <a:off x="1219912" y="3979074"/>
              <a:ext cx="546191" cy="553135"/>
            </a:xfrm>
            <a:custGeom>
              <a:avLst/>
              <a:gdLst/>
              <a:ahLst/>
              <a:cxnLst/>
              <a:rect l="l" t="t" r="r" b="b"/>
              <a:pathLst>
                <a:path w="17699" h="17924" extrusionOk="0">
                  <a:moveTo>
                    <a:pt x="7494" y="0"/>
                  </a:moveTo>
                  <a:cubicBezTo>
                    <a:pt x="5514" y="322"/>
                    <a:pt x="1815" y="4151"/>
                    <a:pt x="1815" y="4151"/>
                  </a:cubicBezTo>
                  <a:cubicBezTo>
                    <a:pt x="1815" y="4151"/>
                    <a:pt x="0" y="5667"/>
                    <a:pt x="108" y="6285"/>
                  </a:cubicBezTo>
                  <a:cubicBezTo>
                    <a:pt x="202" y="6899"/>
                    <a:pt x="6544" y="15838"/>
                    <a:pt x="11121" y="17923"/>
                  </a:cubicBezTo>
                  <a:cubicBezTo>
                    <a:pt x="11750" y="17818"/>
                    <a:pt x="17212" y="14108"/>
                    <a:pt x="17698" y="11061"/>
                  </a:cubicBezTo>
                  <a:cubicBezTo>
                    <a:pt x="15329" y="6697"/>
                    <a:pt x="8097" y="225"/>
                    <a:pt x="7494" y="0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44">
              <a:extLst>
                <a:ext uri="{FF2B5EF4-FFF2-40B4-BE49-F238E27FC236}">
                  <a16:creationId xmlns:a16="http://schemas.microsoft.com/office/drawing/2014/main" id="{B897EDF1-D0D4-1798-502E-0E02D5B03D6A}"/>
                </a:ext>
              </a:extLst>
            </p:cNvPr>
            <p:cNvSpPr/>
            <p:nvPr/>
          </p:nvSpPr>
          <p:spPr>
            <a:xfrm>
              <a:off x="1219912" y="4049312"/>
              <a:ext cx="514745" cy="482897"/>
            </a:xfrm>
            <a:custGeom>
              <a:avLst/>
              <a:gdLst/>
              <a:ahLst/>
              <a:cxnLst/>
              <a:rect l="l" t="t" r="r" b="b"/>
              <a:pathLst>
                <a:path w="16680" h="15648" extrusionOk="0">
                  <a:moveTo>
                    <a:pt x="3830" y="0"/>
                  </a:moveTo>
                  <a:lnTo>
                    <a:pt x="3830" y="0"/>
                  </a:lnTo>
                  <a:cubicBezTo>
                    <a:pt x="2692" y="962"/>
                    <a:pt x="1815" y="1875"/>
                    <a:pt x="1815" y="1875"/>
                  </a:cubicBezTo>
                  <a:cubicBezTo>
                    <a:pt x="1815" y="1875"/>
                    <a:pt x="0" y="3391"/>
                    <a:pt x="108" y="4009"/>
                  </a:cubicBezTo>
                  <a:cubicBezTo>
                    <a:pt x="202" y="4623"/>
                    <a:pt x="6544" y="13562"/>
                    <a:pt x="11121" y="15647"/>
                  </a:cubicBezTo>
                  <a:cubicBezTo>
                    <a:pt x="11559" y="15576"/>
                    <a:pt x="14415" y="13704"/>
                    <a:pt x="16230" y="11548"/>
                  </a:cubicBezTo>
                  <a:cubicBezTo>
                    <a:pt x="16572" y="10706"/>
                    <a:pt x="16680" y="9755"/>
                    <a:pt x="16560" y="8868"/>
                  </a:cubicBezTo>
                  <a:lnTo>
                    <a:pt x="16560" y="8868"/>
                  </a:lnTo>
                  <a:cubicBezTo>
                    <a:pt x="15377" y="11132"/>
                    <a:pt x="13846" y="13952"/>
                    <a:pt x="11024" y="14179"/>
                  </a:cubicBezTo>
                  <a:cubicBezTo>
                    <a:pt x="11007" y="14182"/>
                    <a:pt x="10990" y="14184"/>
                    <a:pt x="10973" y="14184"/>
                  </a:cubicBezTo>
                  <a:cubicBezTo>
                    <a:pt x="10797" y="14184"/>
                    <a:pt x="10599" y="14035"/>
                    <a:pt x="10470" y="13906"/>
                  </a:cubicBezTo>
                  <a:cubicBezTo>
                    <a:pt x="10208" y="13550"/>
                    <a:pt x="10339" y="13135"/>
                    <a:pt x="10646" y="12802"/>
                  </a:cubicBezTo>
                  <a:cubicBezTo>
                    <a:pt x="12233" y="11320"/>
                    <a:pt x="13753" y="10125"/>
                    <a:pt x="15078" y="8546"/>
                  </a:cubicBezTo>
                  <a:lnTo>
                    <a:pt x="15078" y="8546"/>
                  </a:lnTo>
                  <a:cubicBezTo>
                    <a:pt x="14060" y="9317"/>
                    <a:pt x="13112" y="10100"/>
                    <a:pt x="12034" y="10836"/>
                  </a:cubicBezTo>
                  <a:cubicBezTo>
                    <a:pt x="11286" y="11357"/>
                    <a:pt x="10635" y="11974"/>
                    <a:pt x="9886" y="12578"/>
                  </a:cubicBezTo>
                  <a:cubicBezTo>
                    <a:pt x="9622" y="12754"/>
                    <a:pt x="9316" y="12863"/>
                    <a:pt x="9026" y="12863"/>
                  </a:cubicBezTo>
                  <a:cubicBezTo>
                    <a:pt x="8732" y="12863"/>
                    <a:pt x="8454" y="12751"/>
                    <a:pt x="8250" y="12484"/>
                  </a:cubicBezTo>
                  <a:cubicBezTo>
                    <a:pt x="8037" y="12199"/>
                    <a:pt x="7932" y="11772"/>
                    <a:pt x="8122" y="11462"/>
                  </a:cubicBezTo>
                  <a:cubicBezTo>
                    <a:pt x="8797" y="10006"/>
                    <a:pt x="10350" y="9485"/>
                    <a:pt x="11309" y="8287"/>
                  </a:cubicBezTo>
                  <a:cubicBezTo>
                    <a:pt x="12162" y="7195"/>
                    <a:pt x="12922" y="6034"/>
                    <a:pt x="13514" y="4754"/>
                  </a:cubicBezTo>
                  <a:lnTo>
                    <a:pt x="13514" y="4754"/>
                  </a:lnTo>
                  <a:cubicBezTo>
                    <a:pt x="12888" y="5810"/>
                    <a:pt x="12046" y="6697"/>
                    <a:pt x="11084" y="7445"/>
                  </a:cubicBezTo>
                  <a:cubicBezTo>
                    <a:pt x="9894" y="8418"/>
                    <a:pt x="8593" y="9801"/>
                    <a:pt x="6996" y="9801"/>
                  </a:cubicBezTo>
                  <a:cubicBezTo>
                    <a:pt x="6860" y="9801"/>
                    <a:pt x="6721" y="9791"/>
                    <a:pt x="6581" y="9770"/>
                  </a:cubicBezTo>
                  <a:cubicBezTo>
                    <a:pt x="6046" y="9661"/>
                    <a:pt x="6083" y="8902"/>
                    <a:pt x="6401" y="8489"/>
                  </a:cubicBezTo>
                  <a:cubicBezTo>
                    <a:pt x="6876" y="7966"/>
                    <a:pt x="7505" y="7636"/>
                    <a:pt x="8179" y="7445"/>
                  </a:cubicBezTo>
                  <a:cubicBezTo>
                    <a:pt x="8216" y="7397"/>
                    <a:pt x="8239" y="7314"/>
                    <a:pt x="8276" y="7266"/>
                  </a:cubicBezTo>
                  <a:cubicBezTo>
                    <a:pt x="9957" y="6367"/>
                    <a:pt x="11735" y="5323"/>
                    <a:pt x="12922" y="3770"/>
                  </a:cubicBezTo>
                  <a:lnTo>
                    <a:pt x="12922" y="3770"/>
                  </a:lnTo>
                  <a:cubicBezTo>
                    <a:pt x="12188" y="4174"/>
                    <a:pt x="11559" y="4706"/>
                    <a:pt x="10825" y="5061"/>
                  </a:cubicBezTo>
                  <a:cubicBezTo>
                    <a:pt x="9235" y="5844"/>
                    <a:pt x="7553" y="6236"/>
                    <a:pt x="6023" y="7078"/>
                  </a:cubicBezTo>
                  <a:cubicBezTo>
                    <a:pt x="5547" y="7344"/>
                    <a:pt x="5081" y="7496"/>
                    <a:pt x="4566" y="7496"/>
                  </a:cubicBezTo>
                  <a:cubicBezTo>
                    <a:pt x="4531" y="7496"/>
                    <a:pt x="4495" y="7495"/>
                    <a:pt x="4458" y="7494"/>
                  </a:cubicBezTo>
                  <a:cubicBezTo>
                    <a:pt x="4174" y="7457"/>
                    <a:pt x="3912" y="7303"/>
                    <a:pt x="3938" y="6936"/>
                  </a:cubicBezTo>
                  <a:cubicBezTo>
                    <a:pt x="4009" y="6450"/>
                    <a:pt x="4424" y="6071"/>
                    <a:pt x="4791" y="5844"/>
                  </a:cubicBezTo>
                  <a:cubicBezTo>
                    <a:pt x="6700" y="4660"/>
                    <a:pt x="8691" y="3664"/>
                    <a:pt x="10598" y="2478"/>
                  </a:cubicBezTo>
                  <a:cubicBezTo>
                    <a:pt x="10825" y="2359"/>
                    <a:pt x="11024" y="2134"/>
                    <a:pt x="11192" y="1909"/>
                  </a:cubicBezTo>
                  <a:lnTo>
                    <a:pt x="11192" y="1909"/>
                  </a:lnTo>
                  <a:cubicBezTo>
                    <a:pt x="8370" y="1932"/>
                    <a:pt x="6319" y="4009"/>
                    <a:pt x="3807" y="5169"/>
                  </a:cubicBezTo>
                  <a:cubicBezTo>
                    <a:pt x="3600" y="5265"/>
                    <a:pt x="3354" y="5317"/>
                    <a:pt x="3118" y="5317"/>
                  </a:cubicBezTo>
                  <a:cubicBezTo>
                    <a:pt x="2599" y="5317"/>
                    <a:pt x="2132" y="5064"/>
                    <a:pt x="2253" y="4470"/>
                  </a:cubicBezTo>
                  <a:cubicBezTo>
                    <a:pt x="2478" y="3639"/>
                    <a:pt x="3414" y="3283"/>
                    <a:pt x="4114" y="2893"/>
                  </a:cubicBezTo>
                  <a:cubicBezTo>
                    <a:pt x="5454" y="2088"/>
                    <a:pt x="7209" y="1636"/>
                    <a:pt x="7920" y="131"/>
                  </a:cubicBezTo>
                  <a:lnTo>
                    <a:pt x="7920" y="131"/>
                  </a:lnTo>
                  <a:cubicBezTo>
                    <a:pt x="6771" y="640"/>
                    <a:pt x="5619" y="1138"/>
                    <a:pt x="4518" y="1756"/>
                  </a:cubicBezTo>
                  <a:cubicBezTo>
                    <a:pt x="4182" y="1948"/>
                    <a:pt x="3813" y="2140"/>
                    <a:pt x="3453" y="2140"/>
                  </a:cubicBezTo>
                  <a:cubicBezTo>
                    <a:pt x="3393" y="2140"/>
                    <a:pt x="3332" y="2134"/>
                    <a:pt x="3272" y="2123"/>
                  </a:cubicBezTo>
                  <a:cubicBezTo>
                    <a:pt x="3059" y="2074"/>
                    <a:pt x="3084" y="1673"/>
                    <a:pt x="3130" y="1505"/>
                  </a:cubicBezTo>
                  <a:cubicBezTo>
                    <a:pt x="3298" y="962"/>
                    <a:pt x="3534" y="464"/>
                    <a:pt x="3830" y="0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44">
              <a:extLst>
                <a:ext uri="{FF2B5EF4-FFF2-40B4-BE49-F238E27FC236}">
                  <a16:creationId xmlns:a16="http://schemas.microsoft.com/office/drawing/2014/main" id="{C9B5915E-48F2-8107-A808-A2567D00DFD8}"/>
                </a:ext>
              </a:extLst>
            </p:cNvPr>
            <p:cNvSpPr/>
            <p:nvPr/>
          </p:nvSpPr>
          <p:spPr>
            <a:xfrm>
              <a:off x="1273331" y="4077148"/>
              <a:ext cx="453488" cy="400100"/>
            </a:xfrm>
            <a:custGeom>
              <a:avLst/>
              <a:gdLst/>
              <a:ahLst/>
              <a:cxnLst/>
              <a:rect l="l" t="t" r="r" b="b"/>
              <a:pathLst>
                <a:path w="14695" h="12965" extrusionOk="0">
                  <a:moveTo>
                    <a:pt x="7814" y="0"/>
                  </a:moveTo>
                  <a:lnTo>
                    <a:pt x="1057" y="1647"/>
                  </a:lnTo>
                  <a:cubicBezTo>
                    <a:pt x="1057" y="1647"/>
                    <a:pt x="919" y="1652"/>
                    <a:pt x="715" y="1652"/>
                  </a:cubicBezTo>
                  <a:cubicBezTo>
                    <a:pt x="613" y="1652"/>
                    <a:pt x="495" y="1651"/>
                    <a:pt x="369" y="1647"/>
                  </a:cubicBezTo>
                  <a:cubicBezTo>
                    <a:pt x="360" y="1647"/>
                    <a:pt x="352" y="1647"/>
                    <a:pt x="345" y="1647"/>
                  </a:cubicBezTo>
                  <a:cubicBezTo>
                    <a:pt x="0" y="1647"/>
                    <a:pt x="548" y="2146"/>
                    <a:pt x="687" y="2205"/>
                  </a:cubicBezTo>
                  <a:cubicBezTo>
                    <a:pt x="818" y="2265"/>
                    <a:pt x="1140" y="2395"/>
                    <a:pt x="972" y="2549"/>
                  </a:cubicBezTo>
                  <a:cubicBezTo>
                    <a:pt x="807" y="2703"/>
                    <a:pt x="286" y="3092"/>
                    <a:pt x="773" y="3425"/>
                  </a:cubicBezTo>
                  <a:cubicBezTo>
                    <a:pt x="1070" y="3637"/>
                    <a:pt x="1784" y="3678"/>
                    <a:pt x="2292" y="3678"/>
                  </a:cubicBezTo>
                  <a:cubicBezTo>
                    <a:pt x="2610" y="3678"/>
                    <a:pt x="2847" y="3661"/>
                    <a:pt x="2847" y="3661"/>
                  </a:cubicBezTo>
                  <a:cubicBezTo>
                    <a:pt x="2890" y="3864"/>
                    <a:pt x="3039" y="4014"/>
                    <a:pt x="3186" y="4014"/>
                  </a:cubicBezTo>
                  <a:cubicBezTo>
                    <a:pt x="3280" y="4014"/>
                    <a:pt x="3374" y="3953"/>
                    <a:pt x="3438" y="3804"/>
                  </a:cubicBezTo>
                  <a:cubicBezTo>
                    <a:pt x="3451" y="3802"/>
                    <a:pt x="3464" y="3801"/>
                    <a:pt x="3477" y="3801"/>
                  </a:cubicBezTo>
                  <a:cubicBezTo>
                    <a:pt x="3856" y="3801"/>
                    <a:pt x="4705" y="4398"/>
                    <a:pt x="4955" y="4694"/>
                  </a:cubicBezTo>
                  <a:cubicBezTo>
                    <a:pt x="5228" y="4990"/>
                    <a:pt x="5239" y="4885"/>
                    <a:pt x="5430" y="5488"/>
                  </a:cubicBezTo>
                  <a:cubicBezTo>
                    <a:pt x="5620" y="6094"/>
                    <a:pt x="5999" y="6816"/>
                    <a:pt x="6391" y="7195"/>
                  </a:cubicBezTo>
                  <a:cubicBezTo>
                    <a:pt x="6481" y="7208"/>
                    <a:pt x="6556" y="7214"/>
                    <a:pt x="6619" y="7214"/>
                  </a:cubicBezTo>
                  <a:cubicBezTo>
                    <a:pt x="6943" y="7214"/>
                    <a:pt x="6935" y="7064"/>
                    <a:pt x="6935" y="7064"/>
                  </a:cubicBezTo>
                  <a:lnTo>
                    <a:pt x="6935" y="7064"/>
                  </a:lnTo>
                  <a:cubicBezTo>
                    <a:pt x="6935" y="7064"/>
                    <a:pt x="8226" y="9235"/>
                    <a:pt x="8844" y="9778"/>
                  </a:cubicBezTo>
                  <a:cubicBezTo>
                    <a:pt x="9472" y="10324"/>
                    <a:pt x="12366" y="11215"/>
                    <a:pt x="12625" y="11249"/>
                  </a:cubicBezTo>
                  <a:cubicBezTo>
                    <a:pt x="12886" y="11286"/>
                    <a:pt x="12590" y="12779"/>
                    <a:pt x="12636" y="12956"/>
                  </a:cubicBezTo>
                  <a:cubicBezTo>
                    <a:pt x="12654" y="12962"/>
                    <a:pt x="12672" y="12965"/>
                    <a:pt x="12691" y="12965"/>
                  </a:cubicBezTo>
                  <a:cubicBezTo>
                    <a:pt x="13079" y="12965"/>
                    <a:pt x="13692" y="11735"/>
                    <a:pt x="13467" y="11024"/>
                  </a:cubicBezTo>
                  <a:cubicBezTo>
                    <a:pt x="13219" y="10276"/>
                    <a:pt x="12590" y="10253"/>
                    <a:pt x="12590" y="10253"/>
                  </a:cubicBezTo>
                  <a:cubicBezTo>
                    <a:pt x="12590" y="10253"/>
                    <a:pt x="12531" y="10219"/>
                    <a:pt x="12411" y="10159"/>
                  </a:cubicBezTo>
                  <a:cubicBezTo>
                    <a:pt x="11913" y="9863"/>
                    <a:pt x="10491" y="9033"/>
                    <a:pt x="10172" y="8890"/>
                  </a:cubicBezTo>
                  <a:cubicBezTo>
                    <a:pt x="9780" y="8725"/>
                    <a:pt x="9592" y="7172"/>
                    <a:pt x="9307" y="6543"/>
                  </a:cubicBezTo>
                  <a:cubicBezTo>
                    <a:pt x="10282" y="6264"/>
                    <a:pt x="11005" y="6137"/>
                    <a:pt x="11228" y="6137"/>
                  </a:cubicBezTo>
                  <a:cubicBezTo>
                    <a:pt x="11271" y="6137"/>
                    <a:pt x="11295" y="6142"/>
                    <a:pt x="11299" y="6151"/>
                  </a:cubicBezTo>
                  <a:cubicBezTo>
                    <a:pt x="11322" y="6210"/>
                    <a:pt x="11831" y="9104"/>
                    <a:pt x="12044" y="9223"/>
                  </a:cubicBezTo>
                  <a:cubicBezTo>
                    <a:pt x="12258" y="9351"/>
                    <a:pt x="12138" y="9695"/>
                    <a:pt x="12138" y="9695"/>
                  </a:cubicBezTo>
                  <a:cubicBezTo>
                    <a:pt x="12138" y="9695"/>
                    <a:pt x="12815" y="10077"/>
                    <a:pt x="13444" y="10205"/>
                  </a:cubicBezTo>
                  <a:cubicBezTo>
                    <a:pt x="13599" y="10236"/>
                    <a:pt x="13759" y="10251"/>
                    <a:pt x="13906" y="10251"/>
                  </a:cubicBezTo>
                  <a:cubicBezTo>
                    <a:pt x="14366" y="10251"/>
                    <a:pt x="14695" y="10110"/>
                    <a:pt x="14309" y="9920"/>
                  </a:cubicBezTo>
                  <a:cubicBezTo>
                    <a:pt x="13788" y="9684"/>
                    <a:pt x="12946" y="9388"/>
                    <a:pt x="12767" y="8725"/>
                  </a:cubicBezTo>
                  <a:cubicBezTo>
                    <a:pt x="12602" y="8060"/>
                    <a:pt x="12921" y="5346"/>
                    <a:pt x="12224" y="4930"/>
                  </a:cubicBezTo>
                  <a:cubicBezTo>
                    <a:pt x="11524" y="4529"/>
                    <a:pt x="8369" y="3710"/>
                    <a:pt x="8369" y="3710"/>
                  </a:cubicBezTo>
                  <a:lnTo>
                    <a:pt x="7458" y="2737"/>
                  </a:lnTo>
                  <a:cubicBezTo>
                    <a:pt x="7458" y="2737"/>
                    <a:pt x="7433" y="1243"/>
                    <a:pt x="7231" y="509"/>
                  </a:cubicBezTo>
                  <a:cubicBezTo>
                    <a:pt x="8013" y="509"/>
                    <a:pt x="8027" y="142"/>
                    <a:pt x="7814" y="0"/>
                  </a:cubicBezTo>
                  <a:close/>
                </a:path>
              </a:pathLst>
            </a:custGeom>
            <a:solidFill>
              <a:srgbClr val="0303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44">
              <a:extLst>
                <a:ext uri="{FF2B5EF4-FFF2-40B4-BE49-F238E27FC236}">
                  <a16:creationId xmlns:a16="http://schemas.microsoft.com/office/drawing/2014/main" id="{E75AAA75-4531-9281-D6F1-1F3958B5C79D}"/>
                </a:ext>
              </a:extLst>
            </p:cNvPr>
            <p:cNvSpPr/>
            <p:nvPr/>
          </p:nvSpPr>
          <p:spPr>
            <a:xfrm>
              <a:off x="1281664" y="3993825"/>
              <a:ext cx="230987" cy="202071"/>
            </a:xfrm>
            <a:custGeom>
              <a:avLst/>
              <a:gdLst/>
              <a:ahLst/>
              <a:cxnLst/>
              <a:rect l="l" t="t" r="r" b="b"/>
              <a:pathLst>
                <a:path w="7485" h="6548" extrusionOk="0">
                  <a:moveTo>
                    <a:pt x="5051" y="0"/>
                  </a:moveTo>
                  <a:cubicBezTo>
                    <a:pt x="4966" y="0"/>
                    <a:pt x="4948" y="149"/>
                    <a:pt x="4875" y="305"/>
                  </a:cubicBezTo>
                  <a:cubicBezTo>
                    <a:pt x="4782" y="484"/>
                    <a:pt x="4486" y="791"/>
                    <a:pt x="2992" y="1622"/>
                  </a:cubicBezTo>
                  <a:cubicBezTo>
                    <a:pt x="1058" y="2689"/>
                    <a:pt x="691" y="3886"/>
                    <a:pt x="597" y="4100"/>
                  </a:cubicBezTo>
                  <a:cubicBezTo>
                    <a:pt x="541" y="4202"/>
                    <a:pt x="439" y="4227"/>
                    <a:pt x="352" y="4227"/>
                  </a:cubicBezTo>
                  <a:cubicBezTo>
                    <a:pt x="271" y="4227"/>
                    <a:pt x="204" y="4205"/>
                    <a:pt x="204" y="4205"/>
                  </a:cubicBezTo>
                  <a:cubicBezTo>
                    <a:pt x="194" y="4204"/>
                    <a:pt x="185" y="4203"/>
                    <a:pt x="177" y="4203"/>
                  </a:cubicBezTo>
                  <a:cubicBezTo>
                    <a:pt x="1" y="4203"/>
                    <a:pt x="106" y="4424"/>
                    <a:pt x="264" y="4549"/>
                  </a:cubicBezTo>
                  <a:cubicBezTo>
                    <a:pt x="316" y="4587"/>
                    <a:pt x="359" y="4598"/>
                    <a:pt x="397" y="4598"/>
                  </a:cubicBezTo>
                  <a:cubicBezTo>
                    <a:pt x="447" y="4598"/>
                    <a:pt x="488" y="4580"/>
                    <a:pt x="530" y="4580"/>
                  </a:cubicBezTo>
                  <a:cubicBezTo>
                    <a:pt x="566" y="4580"/>
                    <a:pt x="602" y="4593"/>
                    <a:pt x="645" y="4643"/>
                  </a:cubicBezTo>
                  <a:cubicBezTo>
                    <a:pt x="762" y="4785"/>
                    <a:pt x="975" y="5238"/>
                    <a:pt x="1390" y="5462"/>
                  </a:cubicBezTo>
                  <a:cubicBezTo>
                    <a:pt x="1806" y="5676"/>
                    <a:pt x="2517" y="5687"/>
                    <a:pt x="2599" y="6091"/>
                  </a:cubicBezTo>
                  <a:cubicBezTo>
                    <a:pt x="2661" y="6397"/>
                    <a:pt x="2781" y="6548"/>
                    <a:pt x="2882" y="6548"/>
                  </a:cubicBezTo>
                  <a:cubicBezTo>
                    <a:pt x="2918" y="6548"/>
                    <a:pt x="2951" y="6529"/>
                    <a:pt x="2978" y="6492"/>
                  </a:cubicBezTo>
                  <a:cubicBezTo>
                    <a:pt x="3075" y="6350"/>
                    <a:pt x="3134" y="5878"/>
                    <a:pt x="3797" y="5650"/>
                  </a:cubicBezTo>
                  <a:cubicBezTo>
                    <a:pt x="4460" y="5425"/>
                    <a:pt x="5635" y="4478"/>
                    <a:pt x="6133" y="3778"/>
                  </a:cubicBezTo>
                  <a:cubicBezTo>
                    <a:pt x="6631" y="3067"/>
                    <a:pt x="7046" y="2996"/>
                    <a:pt x="7046" y="2996"/>
                  </a:cubicBezTo>
                  <a:cubicBezTo>
                    <a:pt x="7046" y="2996"/>
                    <a:pt x="7117" y="3044"/>
                    <a:pt x="7140" y="3044"/>
                  </a:cubicBezTo>
                  <a:cubicBezTo>
                    <a:pt x="7234" y="3044"/>
                    <a:pt x="7484" y="2865"/>
                    <a:pt x="7331" y="2760"/>
                  </a:cubicBezTo>
                  <a:cubicBezTo>
                    <a:pt x="7163" y="2652"/>
                    <a:pt x="7069" y="2723"/>
                    <a:pt x="6807" y="2214"/>
                  </a:cubicBezTo>
                  <a:cubicBezTo>
                    <a:pt x="6309" y="757"/>
                    <a:pt x="5385" y="484"/>
                    <a:pt x="5325" y="401"/>
                  </a:cubicBezTo>
                  <a:cubicBezTo>
                    <a:pt x="5254" y="305"/>
                    <a:pt x="5197" y="57"/>
                    <a:pt x="5089" y="9"/>
                  </a:cubicBezTo>
                  <a:cubicBezTo>
                    <a:pt x="5075" y="3"/>
                    <a:pt x="5062" y="0"/>
                    <a:pt x="5051" y="0"/>
                  </a:cubicBez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44">
              <a:extLst>
                <a:ext uri="{FF2B5EF4-FFF2-40B4-BE49-F238E27FC236}">
                  <a16:creationId xmlns:a16="http://schemas.microsoft.com/office/drawing/2014/main" id="{431CB7BA-333C-A038-BEA2-0CB88F53C340}"/>
                </a:ext>
              </a:extLst>
            </p:cNvPr>
            <p:cNvSpPr/>
            <p:nvPr/>
          </p:nvSpPr>
          <p:spPr>
            <a:xfrm>
              <a:off x="1323510" y="4038696"/>
              <a:ext cx="143746" cy="118533"/>
            </a:xfrm>
            <a:custGeom>
              <a:avLst/>
              <a:gdLst/>
              <a:ahLst/>
              <a:cxnLst/>
              <a:rect l="l" t="t" r="r" b="b"/>
              <a:pathLst>
                <a:path w="4658" h="3841" extrusionOk="0">
                  <a:moveTo>
                    <a:pt x="4657" y="0"/>
                  </a:moveTo>
                  <a:cubicBezTo>
                    <a:pt x="4657" y="0"/>
                    <a:pt x="4024" y="252"/>
                    <a:pt x="3638" y="252"/>
                  </a:cubicBezTo>
                  <a:cubicBezTo>
                    <a:pt x="3528" y="252"/>
                    <a:pt x="3438" y="231"/>
                    <a:pt x="3389" y="179"/>
                  </a:cubicBezTo>
                  <a:cubicBezTo>
                    <a:pt x="3227" y="129"/>
                    <a:pt x="3080" y="103"/>
                    <a:pt x="2933" y="103"/>
                  </a:cubicBezTo>
                  <a:cubicBezTo>
                    <a:pt x="2524" y="103"/>
                    <a:pt x="2116" y="308"/>
                    <a:pt x="1374" y="771"/>
                  </a:cubicBezTo>
                  <a:cubicBezTo>
                    <a:pt x="83" y="1624"/>
                    <a:pt x="794" y="2159"/>
                    <a:pt x="794" y="2159"/>
                  </a:cubicBezTo>
                  <a:cubicBezTo>
                    <a:pt x="794" y="2159"/>
                    <a:pt x="794" y="1969"/>
                    <a:pt x="925" y="1804"/>
                  </a:cubicBezTo>
                  <a:lnTo>
                    <a:pt x="925" y="1804"/>
                  </a:lnTo>
                  <a:cubicBezTo>
                    <a:pt x="888" y="1935"/>
                    <a:pt x="1041" y="2159"/>
                    <a:pt x="1041" y="2159"/>
                  </a:cubicBezTo>
                  <a:lnTo>
                    <a:pt x="1221" y="1920"/>
                  </a:lnTo>
                  <a:cubicBezTo>
                    <a:pt x="1221" y="1920"/>
                    <a:pt x="1352" y="2159"/>
                    <a:pt x="1337" y="2193"/>
                  </a:cubicBezTo>
                  <a:lnTo>
                    <a:pt x="0" y="3841"/>
                  </a:lnTo>
                  <a:lnTo>
                    <a:pt x="1209" y="3582"/>
                  </a:lnTo>
                  <a:cubicBezTo>
                    <a:pt x="1209" y="3582"/>
                    <a:pt x="1585" y="2782"/>
                    <a:pt x="1817" y="2782"/>
                  </a:cubicBezTo>
                  <a:cubicBezTo>
                    <a:pt x="1828" y="2782"/>
                    <a:pt x="1839" y="2784"/>
                    <a:pt x="1849" y="2788"/>
                  </a:cubicBezTo>
                  <a:cubicBezTo>
                    <a:pt x="1867" y="2794"/>
                    <a:pt x="1886" y="2797"/>
                    <a:pt x="1905" y="2797"/>
                  </a:cubicBezTo>
                  <a:cubicBezTo>
                    <a:pt x="2068" y="2797"/>
                    <a:pt x="2252" y="2591"/>
                    <a:pt x="2364" y="2591"/>
                  </a:cubicBezTo>
                  <a:cubicBezTo>
                    <a:pt x="2390" y="2591"/>
                    <a:pt x="2413" y="2602"/>
                    <a:pt x="2430" y="2632"/>
                  </a:cubicBezTo>
                  <a:cubicBezTo>
                    <a:pt x="2535" y="2788"/>
                    <a:pt x="2726" y="3499"/>
                    <a:pt x="2726" y="3499"/>
                  </a:cubicBezTo>
                  <a:cubicBezTo>
                    <a:pt x="2726" y="3499"/>
                    <a:pt x="2916" y="3428"/>
                    <a:pt x="3317" y="3058"/>
                  </a:cubicBezTo>
                  <a:cubicBezTo>
                    <a:pt x="3733" y="2703"/>
                    <a:pt x="3958" y="2418"/>
                    <a:pt x="3958" y="2361"/>
                  </a:cubicBezTo>
                  <a:cubicBezTo>
                    <a:pt x="3946" y="2313"/>
                    <a:pt x="3864" y="1565"/>
                    <a:pt x="3460" y="1257"/>
                  </a:cubicBezTo>
                  <a:cubicBezTo>
                    <a:pt x="3471" y="1198"/>
                    <a:pt x="3827" y="996"/>
                    <a:pt x="4088" y="711"/>
                  </a:cubicBezTo>
                  <a:cubicBezTo>
                    <a:pt x="4100" y="819"/>
                    <a:pt x="4268" y="1351"/>
                    <a:pt x="4268" y="1351"/>
                  </a:cubicBezTo>
                  <a:lnTo>
                    <a:pt x="4657" y="0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44">
              <a:extLst>
                <a:ext uri="{FF2B5EF4-FFF2-40B4-BE49-F238E27FC236}">
                  <a16:creationId xmlns:a16="http://schemas.microsoft.com/office/drawing/2014/main" id="{64F0E811-AE48-E80A-34E0-7FAA35D40C8A}"/>
                </a:ext>
              </a:extLst>
            </p:cNvPr>
            <p:cNvSpPr/>
            <p:nvPr/>
          </p:nvSpPr>
          <p:spPr>
            <a:xfrm>
              <a:off x="1298205" y="4001818"/>
              <a:ext cx="143838" cy="140043"/>
            </a:xfrm>
            <a:custGeom>
              <a:avLst/>
              <a:gdLst/>
              <a:ahLst/>
              <a:cxnLst/>
              <a:rect l="l" t="t" r="r" b="b"/>
              <a:pathLst>
                <a:path w="4661" h="4538" extrusionOk="0">
                  <a:moveTo>
                    <a:pt x="4530" y="0"/>
                  </a:moveTo>
                  <a:cubicBezTo>
                    <a:pt x="4519" y="34"/>
                    <a:pt x="4163" y="782"/>
                    <a:pt x="2442" y="1576"/>
                  </a:cubicBezTo>
                  <a:cubicBezTo>
                    <a:pt x="712" y="2381"/>
                    <a:pt x="274" y="3650"/>
                    <a:pt x="237" y="3815"/>
                  </a:cubicBezTo>
                  <a:cubicBezTo>
                    <a:pt x="203" y="3969"/>
                    <a:pt x="1" y="4111"/>
                    <a:pt x="166" y="4231"/>
                  </a:cubicBezTo>
                  <a:cubicBezTo>
                    <a:pt x="264" y="4312"/>
                    <a:pt x="322" y="4412"/>
                    <a:pt x="353" y="4475"/>
                  </a:cubicBezTo>
                  <a:lnTo>
                    <a:pt x="353" y="4475"/>
                  </a:lnTo>
                  <a:cubicBezTo>
                    <a:pt x="320" y="4365"/>
                    <a:pt x="291" y="4110"/>
                    <a:pt x="522" y="3699"/>
                  </a:cubicBezTo>
                  <a:cubicBezTo>
                    <a:pt x="843" y="3115"/>
                    <a:pt x="1460" y="2583"/>
                    <a:pt x="2621" y="2026"/>
                  </a:cubicBezTo>
                  <a:cubicBezTo>
                    <a:pt x="3793" y="1479"/>
                    <a:pt x="4661" y="390"/>
                    <a:pt x="4530" y="0"/>
                  </a:cubicBezTo>
                  <a:close/>
                  <a:moveTo>
                    <a:pt x="353" y="4475"/>
                  </a:moveTo>
                  <a:cubicBezTo>
                    <a:pt x="366" y="4517"/>
                    <a:pt x="379" y="4538"/>
                    <a:pt x="379" y="4538"/>
                  </a:cubicBezTo>
                  <a:cubicBezTo>
                    <a:pt x="379" y="4538"/>
                    <a:pt x="371" y="4513"/>
                    <a:pt x="353" y="4475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44">
              <a:extLst>
                <a:ext uri="{FF2B5EF4-FFF2-40B4-BE49-F238E27FC236}">
                  <a16:creationId xmlns:a16="http://schemas.microsoft.com/office/drawing/2014/main" id="{C42DC771-B053-3E04-A77C-AA8A1EEE16E4}"/>
                </a:ext>
              </a:extLst>
            </p:cNvPr>
            <p:cNvSpPr/>
            <p:nvPr/>
          </p:nvSpPr>
          <p:spPr>
            <a:xfrm>
              <a:off x="1390416" y="4001046"/>
              <a:ext cx="104585" cy="92179"/>
            </a:xfrm>
            <a:custGeom>
              <a:avLst/>
              <a:gdLst/>
              <a:ahLst/>
              <a:cxnLst/>
              <a:rect l="l" t="t" r="r" b="b"/>
              <a:pathLst>
                <a:path w="3389" h="2987" extrusionOk="0">
                  <a:moveTo>
                    <a:pt x="2868" y="1"/>
                  </a:moveTo>
                  <a:cubicBezTo>
                    <a:pt x="2824" y="1"/>
                    <a:pt x="2777" y="12"/>
                    <a:pt x="2725" y="37"/>
                  </a:cubicBezTo>
                  <a:cubicBezTo>
                    <a:pt x="2205" y="284"/>
                    <a:pt x="0" y="2241"/>
                    <a:pt x="0" y="2241"/>
                  </a:cubicBezTo>
                  <a:cubicBezTo>
                    <a:pt x="0" y="2241"/>
                    <a:pt x="83" y="2466"/>
                    <a:pt x="307" y="2466"/>
                  </a:cubicBezTo>
                  <a:cubicBezTo>
                    <a:pt x="1684" y="1920"/>
                    <a:pt x="1969" y="1695"/>
                    <a:pt x="2287" y="1328"/>
                  </a:cubicBezTo>
                  <a:lnTo>
                    <a:pt x="2287" y="1328"/>
                  </a:lnTo>
                  <a:cubicBezTo>
                    <a:pt x="1778" y="2133"/>
                    <a:pt x="2242" y="2739"/>
                    <a:pt x="2242" y="2739"/>
                  </a:cubicBezTo>
                  <a:lnTo>
                    <a:pt x="3095" y="2987"/>
                  </a:lnTo>
                  <a:cubicBezTo>
                    <a:pt x="3095" y="2987"/>
                    <a:pt x="3343" y="1661"/>
                    <a:pt x="3366" y="1291"/>
                  </a:cubicBezTo>
                  <a:cubicBezTo>
                    <a:pt x="3389" y="960"/>
                    <a:pt x="3275" y="1"/>
                    <a:pt x="2868" y="1"/>
                  </a:cubicBezTo>
                  <a:close/>
                </a:path>
              </a:pathLst>
            </a:custGeom>
            <a:solidFill>
              <a:srgbClr val="FFB8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44">
              <a:extLst>
                <a:ext uri="{FF2B5EF4-FFF2-40B4-BE49-F238E27FC236}">
                  <a16:creationId xmlns:a16="http://schemas.microsoft.com/office/drawing/2014/main" id="{3A7C16B8-AECE-9B90-1E64-D8E1A6E3D02C}"/>
                </a:ext>
              </a:extLst>
            </p:cNvPr>
            <p:cNvSpPr/>
            <p:nvPr/>
          </p:nvSpPr>
          <p:spPr>
            <a:xfrm>
              <a:off x="1411648" y="4001077"/>
              <a:ext cx="78693" cy="68015"/>
            </a:xfrm>
            <a:custGeom>
              <a:avLst/>
              <a:gdLst/>
              <a:ahLst/>
              <a:cxnLst/>
              <a:rect l="l" t="t" r="r" b="b"/>
              <a:pathLst>
                <a:path w="2550" h="2204" extrusionOk="0">
                  <a:moveTo>
                    <a:pt x="2171" y="1"/>
                  </a:moveTo>
                  <a:cubicBezTo>
                    <a:pt x="2132" y="1"/>
                    <a:pt x="2087" y="12"/>
                    <a:pt x="2037" y="36"/>
                  </a:cubicBezTo>
                  <a:cubicBezTo>
                    <a:pt x="1707" y="201"/>
                    <a:pt x="686" y="1043"/>
                    <a:pt x="1" y="1646"/>
                  </a:cubicBezTo>
                  <a:cubicBezTo>
                    <a:pt x="188" y="1731"/>
                    <a:pt x="356" y="1873"/>
                    <a:pt x="450" y="2038"/>
                  </a:cubicBezTo>
                  <a:cubicBezTo>
                    <a:pt x="1008" y="1717"/>
                    <a:pt x="1469" y="1361"/>
                    <a:pt x="1682" y="1114"/>
                  </a:cubicBezTo>
                  <a:lnTo>
                    <a:pt x="1682" y="1114"/>
                  </a:lnTo>
                  <a:cubicBezTo>
                    <a:pt x="1386" y="1552"/>
                    <a:pt x="1326" y="1930"/>
                    <a:pt x="1363" y="2203"/>
                  </a:cubicBezTo>
                  <a:cubicBezTo>
                    <a:pt x="1552" y="2149"/>
                    <a:pt x="1761" y="2104"/>
                    <a:pt x="1964" y="2104"/>
                  </a:cubicBezTo>
                  <a:cubicBezTo>
                    <a:pt x="2067" y="2104"/>
                    <a:pt x="2169" y="2116"/>
                    <a:pt x="2265" y="2144"/>
                  </a:cubicBezTo>
                  <a:cubicBezTo>
                    <a:pt x="2370" y="1814"/>
                    <a:pt x="2464" y="1481"/>
                    <a:pt x="2478" y="1327"/>
                  </a:cubicBezTo>
                  <a:cubicBezTo>
                    <a:pt x="2499" y="995"/>
                    <a:pt x="2550" y="1"/>
                    <a:pt x="2171" y="1"/>
                  </a:cubicBezTo>
                  <a:close/>
                </a:path>
              </a:pathLst>
            </a:custGeom>
            <a:solidFill>
              <a:srgbClr val="FFC3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44">
              <a:extLst>
                <a:ext uri="{FF2B5EF4-FFF2-40B4-BE49-F238E27FC236}">
                  <a16:creationId xmlns:a16="http://schemas.microsoft.com/office/drawing/2014/main" id="{3B30BA69-FDF2-F9DE-3C8E-128630E46FA9}"/>
                </a:ext>
              </a:extLst>
            </p:cNvPr>
            <p:cNvSpPr/>
            <p:nvPr/>
          </p:nvSpPr>
          <p:spPr>
            <a:xfrm>
              <a:off x="1287959" y="4081160"/>
              <a:ext cx="109399" cy="98659"/>
            </a:xfrm>
            <a:custGeom>
              <a:avLst/>
              <a:gdLst/>
              <a:ahLst/>
              <a:cxnLst/>
              <a:rect l="l" t="t" r="r" b="b"/>
              <a:pathLst>
                <a:path w="3545" h="3197" extrusionOk="0">
                  <a:moveTo>
                    <a:pt x="2916" y="1"/>
                  </a:moveTo>
                  <a:cubicBezTo>
                    <a:pt x="2916" y="1"/>
                    <a:pt x="654" y="1802"/>
                    <a:pt x="322" y="2277"/>
                  </a:cubicBezTo>
                  <a:cubicBezTo>
                    <a:pt x="0" y="2749"/>
                    <a:pt x="1258" y="3153"/>
                    <a:pt x="1625" y="3190"/>
                  </a:cubicBezTo>
                  <a:cubicBezTo>
                    <a:pt x="1694" y="3194"/>
                    <a:pt x="1807" y="3196"/>
                    <a:pt x="1944" y="3196"/>
                  </a:cubicBezTo>
                  <a:cubicBezTo>
                    <a:pt x="2527" y="3196"/>
                    <a:pt x="3545" y="3164"/>
                    <a:pt x="3545" y="3164"/>
                  </a:cubicBezTo>
                  <a:lnTo>
                    <a:pt x="3201" y="2337"/>
                  </a:lnTo>
                  <a:cubicBezTo>
                    <a:pt x="3201" y="2337"/>
                    <a:pt x="2768" y="2055"/>
                    <a:pt x="2192" y="2055"/>
                  </a:cubicBezTo>
                  <a:cubicBezTo>
                    <a:pt x="1982" y="2055"/>
                    <a:pt x="1753" y="2093"/>
                    <a:pt x="1519" y="2194"/>
                  </a:cubicBezTo>
                  <a:cubicBezTo>
                    <a:pt x="1935" y="1921"/>
                    <a:pt x="2347" y="1611"/>
                    <a:pt x="3095" y="331"/>
                  </a:cubicBezTo>
                  <a:cubicBezTo>
                    <a:pt x="3118" y="106"/>
                    <a:pt x="2916" y="1"/>
                    <a:pt x="2916" y="1"/>
                  </a:cubicBezTo>
                  <a:close/>
                </a:path>
              </a:pathLst>
            </a:custGeom>
            <a:solidFill>
              <a:srgbClr val="FFB8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44">
              <a:extLst>
                <a:ext uri="{FF2B5EF4-FFF2-40B4-BE49-F238E27FC236}">
                  <a16:creationId xmlns:a16="http://schemas.microsoft.com/office/drawing/2014/main" id="{B614289A-8F83-155F-C4B5-AFB4B7B325AE}"/>
                </a:ext>
              </a:extLst>
            </p:cNvPr>
            <p:cNvSpPr/>
            <p:nvPr/>
          </p:nvSpPr>
          <p:spPr>
            <a:xfrm>
              <a:off x="1287959" y="4097238"/>
              <a:ext cx="82365" cy="75946"/>
            </a:xfrm>
            <a:custGeom>
              <a:avLst/>
              <a:gdLst/>
              <a:ahLst/>
              <a:cxnLst/>
              <a:rect l="l" t="t" r="r" b="b"/>
              <a:pathLst>
                <a:path w="2669" h="2461" extrusionOk="0">
                  <a:moveTo>
                    <a:pt x="2265" y="1"/>
                  </a:moveTo>
                  <a:cubicBezTo>
                    <a:pt x="1565" y="570"/>
                    <a:pt x="535" y="1446"/>
                    <a:pt x="322" y="1756"/>
                  </a:cubicBezTo>
                  <a:cubicBezTo>
                    <a:pt x="0" y="2228"/>
                    <a:pt x="1280" y="2430"/>
                    <a:pt x="1650" y="2456"/>
                  </a:cubicBezTo>
                  <a:cubicBezTo>
                    <a:pt x="1691" y="2459"/>
                    <a:pt x="1744" y="2460"/>
                    <a:pt x="1807" y="2460"/>
                  </a:cubicBezTo>
                  <a:cubicBezTo>
                    <a:pt x="1964" y="2460"/>
                    <a:pt x="2183" y="2452"/>
                    <a:pt x="2418" y="2441"/>
                  </a:cubicBezTo>
                  <a:cubicBezTo>
                    <a:pt x="2302" y="2146"/>
                    <a:pt x="2347" y="1790"/>
                    <a:pt x="2538" y="1565"/>
                  </a:cubicBezTo>
                  <a:cubicBezTo>
                    <a:pt x="2417" y="1532"/>
                    <a:pt x="2294" y="1516"/>
                    <a:pt x="2169" y="1516"/>
                  </a:cubicBezTo>
                  <a:cubicBezTo>
                    <a:pt x="1903" y="1516"/>
                    <a:pt x="1631" y="1587"/>
                    <a:pt x="1366" y="1707"/>
                  </a:cubicBezTo>
                  <a:cubicBezTo>
                    <a:pt x="1602" y="1494"/>
                    <a:pt x="2077" y="1187"/>
                    <a:pt x="2669" y="405"/>
                  </a:cubicBezTo>
                  <a:cubicBezTo>
                    <a:pt x="2586" y="322"/>
                    <a:pt x="2515" y="225"/>
                    <a:pt x="2489" y="94"/>
                  </a:cubicBezTo>
                  <a:cubicBezTo>
                    <a:pt x="2418" y="154"/>
                    <a:pt x="2444" y="251"/>
                    <a:pt x="2407" y="345"/>
                  </a:cubicBezTo>
                  <a:cubicBezTo>
                    <a:pt x="2276" y="237"/>
                    <a:pt x="2276" y="120"/>
                    <a:pt x="2265" y="1"/>
                  </a:cubicBezTo>
                  <a:close/>
                </a:path>
              </a:pathLst>
            </a:custGeom>
            <a:solidFill>
              <a:srgbClr val="FFC3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44">
              <a:extLst>
                <a:ext uri="{FF2B5EF4-FFF2-40B4-BE49-F238E27FC236}">
                  <a16:creationId xmlns:a16="http://schemas.microsoft.com/office/drawing/2014/main" id="{4AF1C764-3F28-5BEC-7E31-DC61025D70FB}"/>
                </a:ext>
              </a:extLst>
            </p:cNvPr>
            <p:cNvSpPr/>
            <p:nvPr/>
          </p:nvSpPr>
          <p:spPr>
            <a:xfrm>
              <a:off x="1670629" y="4394703"/>
              <a:ext cx="34378" cy="65176"/>
            </a:xfrm>
            <a:custGeom>
              <a:avLst/>
              <a:gdLst/>
              <a:ahLst/>
              <a:cxnLst/>
              <a:rect l="l" t="t" r="r" b="b"/>
              <a:pathLst>
                <a:path w="1114" h="2112" extrusionOk="0">
                  <a:moveTo>
                    <a:pt x="248" y="0"/>
                  </a:moveTo>
                  <a:cubicBezTo>
                    <a:pt x="248" y="0"/>
                    <a:pt x="1" y="270"/>
                    <a:pt x="24" y="450"/>
                  </a:cubicBezTo>
                  <a:cubicBezTo>
                    <a:pt x="260" y="580"/>
                    <a:pt x="297" y="982"/>
                    <a:pt x="416" y="1195"/>
                  </a:cubicBezTo>
                  <a:cubicBezTo>
                    <a:pt x="544" y="1408"/>
                    <a:pt x="795" y="1835"/>
                    <a:pt x="772" y="1920"/>
                  </a:cubicBezTo>
                  <a:cubicBezTo>
                    <a:pt x="749" y="1996"/>
                    <a:pt x="756" y="2111"/>
                    <a:pt x="857" y="2111"/>
                  </a:cubicBezTo>
                  <a:cubicBezTo>
                    <a:pt x="867" y="2111"/>
                    <a:pt x="877" y="2110"/>
                    <a:pt x="889" y="2108"/>
                  </a:cubicBezTo>
                  <a:cubicBezTo>
                    <a:pt x="1031" y="2074"/>
                    <a:pt x="1008" y="1872"/>
                    <a:pt x="1008" y="1872"/>
                  </a:cubicBezTo>
                  <a:lnTo>
                    <a:pt x="1008" y="1872"/>
                  </a:lnTo>
                  <a:cubicBezTo>
                    <a:pt x="1008" y="1872"/>
                    <a:pt x="1009" y="1872"/>
                    <a:pt x="1010" y="1872"/>
                  </a:cubicBezTo>
                  <a:cubicBezTo>
                    <a:pt x="1016" y="1872"/>
                    <a:pt x="1047" y="1863"/>
                    <a:pt x="1079" y="1718"/>
                  </a:cubicBezTo>
                  <a:cubicBezTo>
                    <a:pt x="1113" y="1551"/>
                    <a:pt x="900" y="1161"/>
                    <a:pt x="866" y="947"/>
                  </a:cubicBezTo>
                  <a:cubicBezTo>
                    <a:pt x="829" y="734"/>
                    <a:pt x="1056" y="427"/>
                    <a:pt x="1008" y="270"/>
                  </a:cubicBezTo>
                  <a:cubicBezTo>
                    <a:pt x="969" y="156"/>
                    <a:pt x="901" y="80"/>
                    <a:pt x="770" y="80"/>
                  </a:cubicBezTo>
                  <a:cubicBezTo>
                    <a:pt x="739" y="80"/>
                    <a:pt x="703" y="84"/>
                    <a:pt x="664" y="94"/>
                  </a:cubicBezTo>
                  <a:cubicBezTo>
                    <a:pt x="634" y="101"/>
                    <a:pt x="605" y="104"/>
                    <a:pt x="576" y="104"/>
                  </a:cubicBezTo>
                  <a:cubicBezTo>
                    <a:pt x="404" y="104"/>
                    <a:pt x="248" y="0"/>
                    <a:pt x="248" y="0"/>
                  </a:cubicBezTo>
                  <a:close/>
                </a:path>
              </a:pathLst>
            </a:custGeom>
            <a:solidFill>
              <a:srgbClr val="FFC3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44">
              <a:extLst>
                <a:ext uri="{FF2B5EF4-FFF2-40B4-BE49-F238E27FC236}">
                  <a16:creationId xmlns:a16="http://schemas.microsoft.com/office/drawing/2014/main" id="{4D2C667A-F7DD-D21A-1A09-D2E0CEBCD12A}"/>
                </a:ext>
              </a:extLst>
            </p:cNvPr>
            <p:cNvSpPr/>
            <p:nvPr/>
          </p:nvSpPr>
          <p:spPr>
            <a:xfrm>
              <a:off x="1670629" y="4394703"/>
              <a:ext cx="23392" cy="56289"/>
            </a:xfrm>
            <a:custGeom>
              <a:avLst/>
              <a:gdLst/>
              <a:ahLst/>
              <a:cxnLst/>
              <a:rect l="l" t="t" r="r" b="b"/>
              <a:pathLst>
                <a:path w="758" h="1824" extrusionOk="0">
                  <a:moveTo>
                    <a:pt x="248" y="0"/>
                  </a:moveTo>
                  <a:cubicBezTo>
                    <a:pt x="248" y="0"/>
                    <a:pt x="1" y="270"/>
                    <a:pt x="24" y="450"/>
                  </a:cubicBezTo>
                  <a:cubicBezTo>
                    <a:pt x="260" y="580"/>
                    <a:pt x="297" y="982"/>
                    <a:pt x="416" y="1195"/>
                  </a:cubicBezTo>
                  <a:cubicBezTo>
                    <a:pt x="522" y="1363"/>
                    <a:pt x="701" y="1659"/>
                    <a:pt x="758" y="1824"/>
                  </a:cubicBezTo>
                  <a:cubicBezTo>
                    <a:pt x="746" y="1386"/>
                    <a:pt x="439" y="876"/>
                    <a:pt x="379" y="461"/>
                  </a:cubicBezTo>
                  <a:cubicBezTo>
                    <a:pt x="331" y="367"/>
                    <a:pt x="391" y="225"/>
                    <a:pt x="487" y="94"/>
                  </a:cubicBezTo>
                  <a:cubicBezTo>
                    <a:pt x="357" y="71"/>
                    <a:pt x="248" y="0"/>
                    <a:pt x="248" y="0"/>
                  </a:cubicBezTo>
                  <a:close/>
                </a:path>
              </a:pathLst>
            </a:custGeom>
            <a:solidFill>
              <a:srgbClr val="FFB8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44">
              <a:extLst>
                <a:ext uri="{FF2B5EF4-FFF2-40B4-BE49-F238E27FC236}">
                  <a16:creationId xmlns:a16="http://schemas.microsoft.com/office/drawing/2014/main" id="{33389B77-1003-D24F-C363-714C6157F81C}"/>
                </a:ext>
              </a:extLst>
            </p:cNvPr>
            <p:cNvSpPr/>
            <p:nvPr/>
          </p:nvSpPr>
          <p:spPr>
            <a:xfrm>
              <a:off x="1655631" y="4350912"/>
              <a:ext cx="63849" cy="38266"/>
            </a:xfrm>
            <a:custGeom>
              <a:avLst/>
              <a:gdLst/>
              <a:ahLst/>
              <a:cxnLst/>
              <a:rect l="l" t="t" r="r" b="b"/>
              <a:pathLst>
                <a:path w="2069" h="1240" extrusionOk="0">
                  <a:moveTo>
                    <a:pt x="464" y="0"/>
                  </a:moveTo>
                  <a:cubicBezTo>
                    <a:pt x="294" y="0"/>
                    <a:pt x="49" y="162"/>
                    <a:pt x="49" y="162"/>
                  </a:cubicBezTo>
                  <a:cubicBezTo>
                    <a:pt x="49" y="162"/>
                    <a:pt x="143" y="386"/>
                    <a:pt x="72" y="577"/>
                  </a:cubicBezTo>
                  <a:cubicBezTo>
                    <a:pt x="1" y="765"/>
                    <a:pt x="60" y="884"/>
                    <a:pt x="202" y="944"/>
                  </a:cubicBezTo>
                  <a:cubicBezTo>
                    <a:pt x="227" y="956"/>
                    <a:pt x="256" y="961"/>
                    <a:pt x="290" y="961"/>
                  </a:cubicBezTo>
                  <a:cubicBezTo>
                    <a:pt x="425" y="961"/>
                    <a:pt x="623" y="883"/>
                    <a:pt x="787" y="883"/>
                  </a:cubicBezTo>
                  <a:cubicBezTo>
                    <a:pt x="823" y="883"/>
                    <a:pt x="857" y="887"/>
                    <a:pt x="888" y="896"/>
                  </a:cubicBezTo>
                  <a:cubicBezTo>
                    <a:pt x="1090" y="967"/>
                    <a:pt x="1446" y="1240"/>
                    <a:pt x="1625" y="1240"/>
                  </a:cubicBezTo>
                  <a:cubicBezTo>
                    <a:pt x="1790" y="1228"/>
                    <a:pt x="1779" y="1191"/>
                    <a:pt x="1779" y="1191"/>
                  </a:cubicBezTo>
                  <a:lnTo>
                    <a:pt x="1779" y="1191"/>
                  </a:lnTo>
                  <a:cubicBezTo>
                    <a:pt x="1779" y="1191"/>
                    <a:pt x="1815" y="1200"/>
                    <a:pt x="1861" y="1200"/>
                  </a:cubicBezTo>
                  <a:cubicBezTo>
                    <a:pt x="1922" y="1200"/>
                    <a:pt x="2000" y="1184"/>
                    <a:pt x="2026" y="1109"/>
                  </a:cubicBezTo>
                  <a:cubicBezTo>
                    <a:pt x="2069" y="993"/>
                    <a:pt x="1972" y="953"/>
                    <a:pt x="1892" y="953"/>
                  </a:cubicBezTo>
                  <a:cubicBezTo>
                    <a:pt x="1881" y="953"/>
                    <a:pt x="1871" y="954"/>
                    <a:pt x="1861" y="955"/>
                  </a:cubicBezTo>
                  <a:cubicBezTo>
                    <a:pt x="1860" y="956"/>
                    <a:pt x="1858" y="956"/>
                    <a:pt x="1856" y="956"/>
                  </a:cubicBezTo>
                  <a:cubicBezTo>
                    <a:pt x="1764" y="956"/>
                    <a:pt x="1383" y="657"/>
                    <a:pt x="1198" y="506"/>
                  </a:cubicBezTo>
                  <a:cubicBezTo>
                    <a:pt x="1008" y="338"/>
                    <a:pt x="618" y="255"/>
                    <a:pt x="521" y="8"/>
                  </a:cubicBezTo>
                  <a:cubicBezTo>
                    <a:pt x="503" y="3"/>
                    <a:pt x="484" y="0"/>
                    <a:pt x="464" y="0"/>
                  </a:cubicBezTo>
                  <a:close/>
                </a:path>
              </a:pathLst>
            </a:custGeom>
            <a:solidFill>
              <a:srgbClr val="FFC3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44">
              <a:extLst>
                <a:ext uri="{FF2B5EF4-FFF2-40B4-BE49-F238E27FC236}">
                  <a16:creationId xmlns:a16="http://schemas.microsoft.com/office/drawing/2014/main" id="{DA76C626-0140-B998-4A2E-9AEAA9266605}"/>
                </a:ext>
              </a:extLst>
            </p:cNvPr>
            <p:cNvSpPr/>
            <p:nvPr/>
          </p:nvSpPr>
          <p:spPr>
            <a:xfrm>
              <a:off x="1655631" y="4350912"/>
              <a:ext cx="62985" cy="38266"/>
            </a:xfrm>
            <a:custGeom>
              <a:avLst/>
              <a:gdLst/>
              <a:ahLst/>
              <a:cxnLst/>
              <a:rect l="l" t="t" r="r" b="b"/>
              <a:pathLst>
                <a:path w="2041" h="1240" extrusionOk="0">
                  <a:moveTo>
                    <a:pt x="464" y="0"/>
                  </a:moveTo>
                  <a:cubicBezTo>
                    <a:pt x="294" y="0"/>
                    <a:pt x="49" y="162"/>
                    <a:pt x="49" y="162"/>
                  </a:cubicBezTo>
                  <a:cubicBezTo>
                    <a:pt x="49" y="162"/>
                    <a:pt x="143" y="386"/>
                    <a:pt x="72" y="577"/>
                  </a:cubicBezTo>
                  <a:cubicBezTo>
                    <a:pt x="1" y="765"/>
                    <a:pt x="60" y="884"/>
                    <a:pt x="202" y="944"/>
                  </a:cubicBezTo>
                  <a:cubicBezTo>
                    <a:pt x="227" y="956"/>
                    <a:pt x="256" y="961"/>
                    <a:pt x="290" y="961"/>
                  </a:cubicBezTo>
                  <a:cubicBezTo>
                    <a:pt x="425" y="961"/>
                    <a:pt x="623" y="883"/>
                    <a:pt x="787" y="883"/>
                  </a:cubicBezTo>
                  <a:cubicBezTo>
                    <a:pt x="823" y="883"/>
                    <a:pt x="857" y="887"/>
                    <a:pt x="888" y="896"/>
                  </a:cubicBezTo>
                  <a:cubicBezTo>
                    <a:pt x="1090" y="967"/>
                    <a:pt x="1446" y="1240"/>
                    <a:pt x="1625" y="1240"/>
                  </a:cubicBezTo>
                  <a:cubicBezTo>
                    <a:pt x="1790" y="1228"/>
                    <a:pt x="1779" y="1191"/>
                    <a:pt x="1779" y="1191"/>
                  </a:cubicBezTo>
                  <a:lnTo>
                    <a:pt x="1779" y="1191"/>
                  </a:lnTo>
                  <a:cubicBezTo>
                    <a:pt x="1779" y="1191"/>
                    <a:pt x="1815" y="1200"/>
                    <a:pt x="1861" y="1200"/>
                  </a:cubicBezTo>
                  <a:cubicBezTo>
                    <a:pt x="1922" y="1200"/>
                    <a:pt x="2000" y="1184"/>
                    <a:pt x="2026" y="1109"/>
                  </a:cubicBezTo>
                  <a:cubicBezTo>
                    <a:pt x="2040" y="1086"/>
                    <a:pt x="2040" y="1063"/>
                    <a:pt x="2040" y="1038"/>
                  </a:cubicBezTo>
                  <a:lnTo>
                    <a:pt x="2040" y="1038"/>
                  </a:lnTo>
                  <a:cubicBezTo>
                    <a:pt x="1925" y="1057"/>
                    <a:pt x="1811" y="1068"/>
                    <a:pt x="1707" y="1068"/>
                  </a:cubicBezTo>
                  <a:cubicBezTo>
                    <a:pt x="1670" y="1068"/>
                    <a:pt x="1634" y="1066"/>
                    <a:pt x="1599" y="1063"/>
                  </a:cubicBezTo>
                  <a:cubicBezTo>
                    <a:pt x="1221" y="1026"/>
                    <a:pt x="985" y="753"/>
                    <a:pt x="558" y="753"/>
                  </a:cubicBezTo>
                  <a:cubicBezTo>
                    <a:pt x="498" y="753"/>
                    <a:pt x="404" y="648"/>
                    <a:pt x="379" y="551"/>
                  </a:cubicBezTo>
                  <a:cubicBezTo>
                    <a:pt x="367" y="315"/>
                    <a:pt x="558" y="255"/>
                    <a:pt x="746" y="244"/>
                  </a:cubicBezTo>
                  <a:cubicBezTo>
                    <a:pt x="641" y="173"/>
                    <a:pt x="558" y="102"/>
                    <a:pt x="521" y="8"/>
                  </a:cubicBezTo>
                  <a:cubicBezTo>
                    <a:pt x="503" y="3"/>
                    <a:pt x="484" y="0"/>
                    <a:pt x="464" y="0"/>
                  </a:cubicBezTo>
                  <a:close/>
                </a:path>
              </a:pathLst>
            </a:custGeom>
            <a:solidFill>
              <a:srgbClr val="FFB8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44">
              <a:extLst>
                <a:ext uri="{FF2B5EF4-FFF2-40B4-BE49-F238E27FC236}">
                  <a16:creationId xmlns:a16="http://schemas.microsoft.com/office/drawing/2014/main" id="{85D2B0EF-1927-DFA3-2813-06D8C498692B}"/>
                </a:ext>
              </a:extLst>
            </p:cNvPr>
            <p:cNvSpPr/>
            <p:nvPr/>
          </p:nvSpPr>
          <p:spPr>
            <a:xfrm>
              <a:off x="1482596" y="4195653"/>
              <a:ext cx="198708" cy="218365"/>
            </a:xfrm>
            <a:custGeom>
              <a:avLst/>
              <a:gdLst/>
              <a:ahLst/>
              <a:cxnLst/>
              <a:rect l="l" t="t" r="r" b="b"/>
              <a:pathLst>
                <a:path w="6439" h="7076" extrusionOk="0">
                  <a:moveTo>
                    <a:pt x="2040" y="1"/>
                  </a:moveTo>
                  <a:lnTo>
                    <a:pt x="0" y="1932"/>
                  </a:lnTo>
                  <a:cubicBezTo>
                    <a:pt x="0" y="1932"/>
                    <a:pt x="1423" y="4220"/>
                    <a:pt x="1647" y="4587"/>
                  </a:cubicBezTo>
                  <a:cubicBezTo>
                    <a:pt x="1861" y="4968"/>
                    <a:pt x="1992" y="5204"/>
                    <a:pt x="2512" y="5537"/>
                  </a:cubicBezTo>
                  <a:cubicBezTo>
                    <a:pt x="3508" y="6151"/>
                    <a:pt x="6128" y="7076"/>
                    <a:pt x="6128" y="7076"/>
                  </a:cubicBezTo>
                  <a:cubicBezTo>
                    <a:pt x="6128" y="7076"/>
                    <a:pt x="6211" y="7053"/>
                    <a:pt x="6438" y="6436"/>
                  </a:cubicBezTo>
                  <a:cubicBezTo>
                    <a:pt x="4162" y="4871"/>
                    <a:pt x="3380" y="4789"/>
                    <a:pt x="3283" y="4672"/>
                  </a:cubicBezTo>
                  <a:cubicBezTo>
                    <a:pt x="3178" y="4552"/>
                    <a:pt x="2313" y="2692"/>
                    <a:pt x="2014" y="1685"/>
                  </a:cubicBezTo>
                  <a:cubicBezTo>
                    <a:pt x="2145" y="1685"/>
                    <a:pt x="4339" y="1671"/>
                    <a:pt x="4837" y="1599"/>
                  </a:cubicBezTo>
                  <a:lnTo>
                    <a:pt x="4837" y="1599"/>
                  </a:lnTo>
                  <a:cubicBezTo>
                    <a:pt x="4788" y="2359"/>
                    <a:pt x="5571" y="5227"/>
                    <a:pt x="5571" y="5227"/>
                  </a:cubicBezTo>
                  <a:cubicBezTo>
                    <a:pt x="5571" y="5227"/>
                    <a:pt x="5581" y="5227"/>
                    <a:pt x="5600" y="5227"/>
                  </a:cubicBezTo>
                  <a:cubicBezTo>
                    <a:pt x="5683" y="5227"/>
                    <a:pt x="5933" y="5218"/>
                    <a:pt x="6307" y="5121"/>
                  </a:cubicBezTo>
                  <a:cubicBezTo>
                    <a:pt x="6307" y="5121"/>
                    <a:pt x="6211" y="1221"/>
                    <a:pt x="5642" y="689"/>
                  </a:cubicBezTo>
                  <a:cubicBezTo>
                    <a:pt x="5061" y="154"/>
                    <a:pt x="2040" y="1"/>
                    <a:pt x="20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44">
              <a:extLst>
                <a:ext uri="{FF2B5EF4-FFF2-40B4-BE49-F238E27FC236}">
                  <a16:creationId xmlns:a16="http://schemas.microsoft.com/office/drawing/2014/main" id="{3B71D2D8-9F4E-8403-A731-0F65A1B0008F}"/>
                </a:ext>
              </a:extLst>
            </p:cNvPr>
            <p:cNvSpPr/>
            <p:nvPr/>
          </p:nvSpPr>
          <p:spPr>
            <a:xfrm>
              <a:off x="1503489" y="4195653"/>
              <a:ext cx="177815" cy="209601"/>
            </a:xfrm>
            <a:custGeom>
              <a:avLst/>
              <a:gdLst/>
              <a:ahLst/>
              <a:cxnLst/>
              <a:rect l="l" t="t" r="r" b="b"/>
              <a:pathLst>
                <a:path w="5762" h="6792" extrusionOk="0">
                  <a:moveTo>
                    <a:pt x="1363" y="1"/>
                  </a:moveTo>
                  <a:lnTo>
                    <a:pt x="0" y="1742"/>
                  </a:lnTo>
                  <a:cubicBezTo>
                    <a:pt x="0" y="1742"/>
                    <a:pt x="1053" y="4114"/>
                    <a:pt x="1266" y="4493"/>
                  </a:cubicBezTo>
                  <a:cubicBezTo>
                    <a:pt x="1494" y="4860"/>
                    <a:pt x="1539" y="5241"/>
                    <a:pt x="1884" y="5429"/>
                  </a:cubicBezTo>
                  <a:cubicBezTo>
                    <a:pt x="2928" y="5986"/>
                    <a:pt x="5619" y="6791"/>
                    <a:pt x="5619" y="6791"/>
                  </a:cubicBezTo>
                  <a:cubicBezTo>
                    <a:pt x="5619" y="6791"/>
                    <a:pt x="5653" y="6720"/>
                    <a:pt x="5761" y="6436"/>
                  </a:cubicBezTo>
                  <a:cubicBezTo>
                    <a:pt x="3485" y="4871"/>
                    <a:pt x="2703" y="4789"/>
                    <a:pt x="2606" y="4672"/>
                  </a:cubicBezTo>
                  <a:cubicBezTo>
                    <a:pt x="2501" y="4552"/>
                    <a:pt x="1636" y="2692"/>
                    <a:pt x="1337" y="1685"/>
                  </a:cubicBezTo>
                  <a:cubicBezTo>
                    <a:pt x="1468" y="1685"/>
                    <a:pt x="3875" y="1341"/>
                    <a:pt x="4373" y="1269"/>
                  </a:cubicBezTo>
                  <a:lnTo>
                    <a:pt x="4373" y="1269"/>
                  </a:lnTo>
                  <a:cubicBezTo>
                    <a:pt x="4325" y="2026"/>
                    <a:pt x="5144" y="5215"/>
                    <a:pt x="5144" y="5215"/>
                  </a:cubicBezTo>
                  <a:cubicBezTo>
                    <a:pt x="5144" y="5215"/>
                    <a:pt x="5297" y="5215"/>
                    <a:pt x="5630" y="5121"/>
                  </a:cubicBezTo>
                  <a:cubicBezTo>
                    <a:pt x="5630" y="5121"/>
                    <a:pt x="5534" y="1221"/>
                    <a:pt x="4965" y="689"/>
                  </a:cubicBezTo>
                  <a:cubicBezTo>
                    <a:pt x="4384" y="154"/>
                    <a:pt x="1363" y="1"/>
                    <a:pt x="13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44">
              <a:extLst>
                <a:ext uri="{FF2B5EF4-FFF2-40B4-BE49-F238E27FC236}">
                  <a16:creationId xmlns:a16="http://schemas.microsoft.com/office/drawing/2014/main" id="{08A11DFD-4E00-7F0B-F51D-C9356320D8E1}"/>
                </a:ext>
              </a:extLst>
            </p:cNvPr>
            <p:cNvSpPr/>
            <p:nvPr/>
          </p:nvSpPr>
          <p:spPr>
            <a:xfrm>
              <a:off x="1482596" y="4195653"/>
              <a:ext cx="82736" cy="92580"/>
            </a:xfrm>
            <a:custGeom>
              <a:avLst/>
              <a:gdLst/>
              <a:ahLst/>
              <a:cxnLst/>
              <a:rect l="l" t="t" r="r" b="b"/>
              <a:pathLst>
                <a:path w="2681" h="3000" extrusionOk="0">
                  <a:moveTo>
                    <a:pt x="2040" y="1"/>
                  </a:moveTo>
                  <a:lnTo>
                    <a:pt x="0" y="1932"/>
                  </a:lnTo>
                  <a:cubicBezTo>
                    <a:pt x="0" y="1932"/>
                    <a:pt x="322" y="2430"/>
                    <a:pt x="663" y="2999"/>
                  </a:cubicBezTo>
                  <a:cubicBezTo>
                    <a:pt x="925" y="2846"/>
                    <a:pt x="1187" y="2655"/>
                    <a:pt x="1411" y="2453"/>
                  </a:cubicBezTo>
                  <a:cubicBezTo>
                    <a:pt x="1647" y="2254"/>
                    <a:pt x="1861" y="2026"/>
                    <a:pt x="2040" y="1779"/>
                  </a:cubicBezTo>
                  <a:cubicBezTo>
                    <a:pt x="2029" y="1756"/>
                    <a:pt x="2014" y="1719"/>
                    <a:pt x="2014" y="1685"/>
                  </a:cubicBezTo>
                  <a:lnTo>
                    <a:pt x="2111" y="1685"/>
                  </a:lnTo>
                  <a:cubicBezTo>
                    <a:pt x="2455" y="1198"/>
                    <a:pt x="2680" y="641"/>
                    <a:pt x="2669" y="49"/>
                  </a:cubicBezTo>
                  <a:cubicBezTo>
                    <a:pt x="2288" y="12"/>
                    <a:pt x="2040" y="1"/>
                    <a:pt x="20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44">
              <a:extLst>
                <a:ext uri="{FF2B5EF4-FFF2-40B4-BE49-F238E27FC236}">
                  <a16:creationId xmlns:a16="http://schemas.microsoft.com/office/drawing/2014/main" id="{BA796C78-1D4C-8F20-2B54-921E3B2315D5}"/>
                </a:ext>
              </a:extLst>
            </p:cNvPr>
            <p:cNvSpPr/>
            <p:nvPr/>
          </p:nvSpPr>
          <p:spPr>
            <a:xfrm>
              <a:off x="1383102" y="4101621"/>
              <a:ext cx="178865" cy="176334"/>
            </a:xfrm>
            <a:custGeom>
              <a:avLst/>
              <a:gdLst/>
              <a:ahLst/>
              <a:cxnLst/>
              <a:rect l="l" t="t" r="r" b="b"/>
              <a:pathLst>
                <a:path w="5796" h="5714" extrusionOk="0">
                  <a:moveTo>
                    <a:pt x="2086" y="1"/>
                  </a:moveTo>
                  <a:cubicBezTo>
                    <a:pt x="1981" y="120"/>
                    <a:pt x="1588" y="570"/>
                    <a:pt x="1210" y="795"/>
                  </a:cubicBezTo>
                  <a:cubicBezTo>
                    <a:pt x="829" y="1019"/>
                    <a:pt x="1" y="1802"/>
                    <a:pt x="1" y="1802"/>
                  </a:cubicBezTo>
                  <a:cubicBezTo>
                    <a:pt x="1" y="1802"/>
                    <a:pt x="487" y="2655"/>
                    <a:pt x="1233" y="2999"/>
                  </a:cubicBezTo>
                  <a:cubicBezTo>
                    <a:pt x="1933" y="3295"/>
                    <a:pt x="3213" y="5713"/>
                    <a:pt x="3213" y="5713"/>
                  </a:cubicBezTo>
                  <a:cubicBezTo>
                    <a:pt x="3213" y="5713"/>
                    <a:pt x="5025" y="5133"/>
                    <a:pt x="5796" y="3011"/>
                  </a:cubicBezTo>
                  <a:cubicBezTo>
                    <a:pt x="4362" y="2419"/>
                    <a:pt x="3176" y="521"/>
                    <a:pt x="3176" y="521"/>
                  </a:cubicBezTo>
                  <a:cubicBezTo>
                    <a:pt x="3176" y="521"/>
                    <a:pt x="2775" y="237"/>
                    <a:pt x="2086" y="1"/>
                  </a:cubicBezTo>
                  <a:close/>
                </a:path>
              </a:pathLst>
            </a:custGeom>
            <a:solidFill>
              <a:srgbClr val="FF71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44">
              <a:extLst>
                <a:ext uri="{FF2B5EF4-FFF2-40B4-BE49-F238E27FC236}">
                  <a16:creationId xmlns:a16="http://schemas.microsoft.com/office/drawing/2014/main" id="{4ECE3A46-FAE4-D62D-3E0F-F3FF3BAC7074}"/>
                </a:ext>
              </a:extLst>
            </p:cNvPr>
            <p:cNvSpPr/>
            <p:nvPr/>
          </p:nvSpPr>
          <p:spPr>
            <a:xfrm>
              <a:off x="1436491" y="4162724"/>
              <a:ext cx="61843" cy="113472"/>
            </a:xfrm>
            <a:custGeom>
              <a:avLst/>
              <a:gdLst/>
              <a:ahLst/>
              <a:cxnLst/>
              <a:rect l="l" t="t" r="r" b="b"/>
              <a:pathLst>
                <a:path w="2004" h="3677" extrusionOk="0">
                  <a:moveTo>
                    <a:pt x="393" y="604"/>
                  </a:moveTo>
                  <a:cubicBezTo>
                    <a:pt x="392" y="607"/>
                    <a:pt x="391" y="610"/>
                    <a:pt x="390" y="614"/>
                  </a:cubicBezTo>
                  <a:lnTo>
                    <a:pt x="390" y="614"/>
                  </a:lnTo>
                  <a:cubicBezTo>
                    <a:pt x="391" y="610"/>
                    <a:pt x="392" y="607"/>
                    <a:pt x="393" y="604"/>
                  </a:cubicBezTo>
                  <a:close/>
                  <a:moveTo>
                    <a:pt x="1116" y="1"/>
                  </a:moveTo>
                  <a:lnTo>
                    <a:pt x="1116" y="1"/>
                  </a:lnTo>
                  <a:cubicBezTo>
                    <a:pt x="902" y="61"/>
                    <a:pt x="450" y="925"/>
                    <a:pt x="510" y="1625"/>
                  </a:cubicBezTo>
                  <a:cubicBezTo>
                    <a:pt x="408" y="1258"/>
                    <a:pt x="360" y="716"/>
                    <a:pt x="390" y="614"/>
                  </a:cubicBezTo>
                  <a:lnTo>
                    <a:pt x="390" y="614"/>
                  </a:lnTo>
                  <a:cubicBezTo>
                    <a:pt x="273" y="921"/>
                    <a:pt x="251" y="1271"/>
                    <a:pt x="285" y="1412"/>
                  </a:cubicBezTo>
                  <a:cubicBezTo>
                    <a:pt x="95" y="903"/>
                    <a:pt x="60" y="581"/>
                    <a:pt x="60" y="581"/>
                  </a:cubicBezTo>
                  <a:lnTo>
                    <a:pt x="60" y="581"/>
                  </a:lnTo>
                  <a:cubicBezTo>
                    <a:pt x="1" y="888"/>
                    <a:pt x="72" y="1329"/>
                    <a:pt x="214" y="1708"/>
                  </a:cubicBezTo>
                  <a:cubicBezTo>
                    <a:pt x="772" y="2419"/>
                    <a:pt x="1329" y="3437"/>
                    <a:pt x="1460" y="3676"/>
                  </a:cubicBezTo>
                  <a:cubicBezTo>
                    <a:pt x="1341" y="3235"/>
                    <a:pt x="1187" y="2206"/>
                    <a:pt x="2003" y="1199"/>
                  </a:cubicBezTo>
                  <a:lnTo>
                    <a:pt x="2003" y="1199"/>
                  </a:lnTo>
                  <a:cubicBezTo>
                    <a:pt x="1745" y="1270"/>
                    <a:pt x="1150" y="2265"/>
                    <a:pt x="1161" y="2644"/>
                  </a:cubicBezTo>
                  <a:cubicBezTo>
                    <a:pt x="914" y="2135"/>
                    <a:pt x="1090" y="1221"/>
                    <a:pt x="1281" y="1019"/>
                  </a:cubicBezTo>
                  <a:lnTo>
                    <a:pt x="1281" y="1019"/>
                  </a:lnTo>
                  <a:cubicBezTo>
                    <a:pt x="1090" y="1150"/>
                    <a:pt x="831" y="1981"/>
                    <a:pt x="831" y="2169"/>
                  </a:cubicBezTo>
                  <a:cubicBezTo>
                    <a:pt x="607" y="1375"/>
                    <a:pt x="689" y="593"/>
                    <a:pt x="1116" y="1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44">
              <a:extLst>
                <a:ext uri="{FF2B5EF4-FFF2-40B4-BE49-F238E27FC236}">
                  <a16:creationId xmlns:a16="http://schemas.microsoft.com/office/drawing/2014/main" id="{2CFC9F51-34C9-6A61-FDAF-5129D64E104A}"/>
                </a:ext>
              </a:extLst>
            </p:cNvPr>
            <p:cNvSpPr/>
            <p:nvPr/>
          </p:nvSpPr>
          <p:spPr>
            <a:xfrm>
              <a:off x="1409796" y="4112916"/>
              <a:ext cx="48635" cy="36075"/>
            </a:xfrm>
            <a:custGeom>
              <a:avLst/>
              <a:gdLst/>
              <a:ahLst/>
              <a:cxnLst/>
              <a:rect l="l" t="t" r="r" b="b"/>
              <a:pathLst>
                <a:path w="1576" h="1169" extrusionOk="0">
                  <a:moveTo>
                    <a:pt x="1213" y="1"/>
                  </a:moveTo>
                  <a:cubicBezTo>
                    <a:pt x="1208" y="1"/>
                    <a:pt x="1203" y="1"/>
                    <a:pt x="1198" y="2"/>
                  </a:cubicBezTo>
                  <a:cubicBezTo>
                    <a:pt x="997" y="39"/>
                    <a:pt x="806" y="192"/>
                    <a:pt x="806" y="192"/>
                  </a:cubicBezTo>
                  <a:lnTo>
                    <a:pt x="226" y="631"/>
                  </a:lnTo>
                  <a:cubicBezTo>
                    <a:pt x="226" y="631"/>
                    <a:pt x="1" y="796"/>
                    <a:pt x="61" y="997"/>
                  </a:cubicBezTo>
                  <a:cubicBezTo>
                    <a:pt x="90" y="1092"/>
                    <a:pt x="215" y="1169"/>
                    <a:pt x="396" y="1169"/>
                  </a:cubicBezTo>
                  <a:cubicBezTo>
                    <a:pt x="580" y="1169"/>
                    <a:pt x="822" y="1089"/>
                    <a:pt x="1079" y="867"/>
                  </a:cubicBezTo>
                  <a:cubicBezTo>
                    <a:pt x="1576" y="439"/>
                    <a:pt x="1409" y="1"/>
                    <a:pt x="121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44">
              <a:extLst>
                <a:ext uri="{FF2B5EF4-FFF2-40B4-BE49-F238E27FC236}">
                  <a16:creationId xmlns:a16="http://schemas.microsoft.com/office/drawing/2014/main" id="{F37E0DAF-F1EB-CE30-62FD-85EF3BEDDF0C}"/>
                </a:ext>
              </a:extLst>
            </p:cNvPr>
            <p:cNvSpPr/>
            <p:nvPr/>
          </p:nvSpPr>
          <p:spPr>
            <a:xfrm>
              <a:off x="1404704" y="4104521"/>
              <a:ext cx="43543" cy="37526"/>
            </a:xfrm>
            <a:custGeom>
              <a:avLst/>
              <a:gdLst/>
              <a:ahLst/>
              <a:cxnLst/>
              <a:rect l="l" t="t" r="r" b="b"/>
              <a:pathLst>
                <a:path w="1411" h="1216" extrusionOk="0">
                  <a:moveTo>
                    <a:pt x="712" y="1"/>
                  </a:moveTo>
                  <a:lnTo>
                    <a:pt x="1" y="285"/>
                  </a:lnTo>
                  <a:cubicBezTo>
                    <a:pt x="1" y="285"/>
                    <a:pt x="413" y="809"/>
                    <a:pt x="368" y="1153"/>
                  </a:cubicBezTo>
                  <a:cubicBezTo>
                    <a:pt x="473" y="1196"/>
                    <a:pt x="573" y="1215"/>
                    <a:pt x="665" y="1215"/>
                  </a:cubicBezTo>
                  <a:cubicBezTo>
                    <a:pt x="1127" y="1215"/>
                    <a:pt x="1411" y="747"/>
                    <a:pt x="1292" y="499"/>
                  </a:cubicBezTo>
                  <a:cubicBezTo>
                    <a:pt x="997" y="299"/>
                    <a:pt x="712" y="1"/>
                    <a:pt x="712" y="1"/>
                  </a:cubicBezTo>
                  <a:close/>
                </a:path>
              </a:pathLst>
            </a:custGeom>
            <a:solidFill>
              <a:srgbClr val="FFC3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44">
              <a:extLst>
                <a:ext uri="{FF2B5EF4-FFF2-40B4-BE49-F238E27FC236}">
                  <a16:creationId xmlns:a16="http://schemas.microsoft.com/office/drawing/2014/main" id="{1D7B2D6C-AD50-C400-8EAB-8D16306BBA03}"/>
                </a:ext>
              </a:extLst>
            </p:cNvPr>
            <p:cNvSpPr/>
            <p:nvPr/>
          </p:nvSpPr>
          <p:spPr>
            <a:xfrm>
              <a:off x="1404704" y="4104521"/>
              <a:ext cx="31817" cy="30767"/>
            </a:xfrm>
            <a:custGeom>
              <a:avLst/>
              <a:gdLst/>
              <a:ahLst/>
              <a:cxnLst/>
              <a:rect l="l" t="t" r="r" b="b"/>
              <a:pathLst>
                <a:path w="1031" h="997" extrusionOk="0">
                  <a:moveTo>
                    <a:pt x="712" y="1"/>
                  </a:moveTo>
                  <a:lnTo>
                    <a:pt x="1" y="285"/>
                  </a:lnTo>
                  <a:cubicBezTo>
                    <a:pt x="1" y="285"/>
                    <a:pt x="308" y="666"/>
                    <a:pt x="368" y="996"/>
                  </a:cubicBezTo>
                  <a:cubicBezTo>
                    <a:pt x="413" y="749"/>
                    <a:pt x="593" y="334"/>
                    <a:pt x="1031" y="299"/>
                  </a:cubicBezTo>
                  <a:cubicBezTo>
                    <a:pt x="840" y="143"/>
                    <a:pt x="712" y="1"/>
                    <a:pt x="712" y="1"/>
                  </a:cubicBezTo>
                  <a:close/>
                </a:path>
              </a:pathLst>
            </a:custGeom>
            <a:solidFill>
              <a:srgbClr val="FFB8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44">
              <a:extLst>
                <a:ext uri="{FF2B5EF4-FFF2-40B4-BE49-F238E27FC236}">
                  <a16:creationId xmlns:a16="http://schemas.microsoft.com/office/drawing/2014/main" id="{F2F14BE1-57E3-A7C4-CC8B-4C962484739A}"/>
                </a:ext>
              </a:extLst>
            </p:cNvPr>
            <p:cNvSpPr/>
            <p:nvPr/>
          </p:nvSpPr>
          <p:spPr>
            <a:xfrm>
              <a:off x="1401742" y="4051843"/>
              <a:ext cx="16880" cy="23484"/>
            </a:xfrm>
            <a:custGeom>
              <a:avLst/>
              <a:gdLst/>
              <a:ahLst/>
              <a:cxnLst/>
              <a:rect l="l" t="t" r="r" b="b"/>
              <a:pathLst>
                <a:path w="547" h="761" extrusionOk="0">
                  <a:moveTo>
                    <a:pt x="0" y="1"/>
                  </a:moveTo>
                  <a:cubicBezTo>
                    <a:pt x="0" y="1"/>
                    <a:pt x="225" y="701"/>
                    <a:pt x="546" y="760"/>
                  </a:cubicBezTo>
                  <a:cubicBezTo>
                    <a:pt x="393" y="214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44">
              <a:extLst>
                <a:ext uri="{FF2B5EF4-FFF2-40B4-BE49-F238E27FC236}">
                  <a16:creationId xmlns:a16="http://schemas.microsoft.com/office/drawing/2014/main" id="{235D9A56-4129-2DE2-E946-B7044037C7B0}"/>
                </a:ext>
              </a:extLst>
            </p:cNvPr>
            <p:cNvSpPr/>
            <p:nvPr/>
          </p:nvSpPr>
          <p:spPr>
            <a:xfrm>
              <a:off x="1365542" y="4048232"/>
              <a:ext cx="75021" cy="69373"/>
            </a:xfrm>
            <a:custGeom>
              <a:avLst/>
              <a:gdLst/>
              <a:ahLst/>
              <a:cxnLst/>
              <a:rect l="l" t="t" r="r" b="b"/>
              <a:pathLst>
                <a:path w="2431" h="2248" extrusionOk="0">
                  <a:moveTo>
                    <a:pt x="885" y="1"/>
                  </a:moveTo>
                  <a:cubicBezTo>
                    <a:pt x="791" y="1"/>
                    <a:pt x="247" y="393"/>
                    <a:pt x="118" y="544"/>
                  </a:cubicBezTo>
                  <a:cubicBezTo>
                    <a:pt x="1" y="712"/>
                    <a:pt x="35" y="948"/>
                    <a:pt x="95" y="1079"/>
                  </a:cubicBezTo>
                  <a:cubicBezTo>
                    <a:pt x="155" y="1199"/>
                    <a:pt x="701" y="1742"/>
                    <a:pt x="701" y="1742"/>
                  </a:cubicBezTo>
                  <a:cubicBezTo>
                    <a:pt x="701" y="1742"/>
                    <a:pt x="1184" y="2169"/>
                    <a:pt x="1352" y="2240"/>
                  </a:cubicBezTo>
                  <a:cubicBezTo>
                    <a:pt x="1366" y="2245"/>
                    <a:pt x="1382" y="2247"/>
                    <a:pt x="1401" y="2247"/>
                  </a:cubicBezTo>
                  <a:cubicBezTo>
                    <a:pt x="1618" y="2247"/>
                    <a:pt x="2169" y="1957"/>
                    <a:pt x="2300" y="1850"/>
                  </a:cubicBezTo>
                  <a:cubicBezTo>
                    <a:pt x="2431" y="1731"/>
                    <a:pt x="2394" y="1626"/>
                    <a:pt x="2394" y="1626"/>
                  </a:cubicBezTo>
                  <a:cubicBezTo>
                    <a:pt x="2394" y="1626"/>
                    <a:pt x="2004" y="1102"/>
                    <a:pt x="1850" y="937"/>
                  </a:cubicBezTo>
                  <a:cubicBezTo>
                    <a:pt x="1708" y="772"/>
                    <a:pt x="1671" y="783"/>
                    <a:pt x="1625" y="712"/>
                  </a:cubicBezTo>
                  <a:cubicBezTo>
                    <a:pt x="1577" y="653"/>
                    <a:pt x="1315" y="274"/>
                    <a:pt x="1281" y="249"/>
                  </a:cubicBezTo>
                  <a:cubicBezTo>
                    <a:pt x="1244" y="214"/>
                    <a:pt x="960" y="35"/>
                    <a:pt x="926" y="24"/>
                  </a:cubicBezTo>
                  <a:cubicBezTo>
                    <a:pt x="889" y="1"/>
                    <a:pt x="985" y="12"/>
                    <a:pt x="889" y="1"/>
                  </a:cubicBezTo>
                  <a:cubicBezTo>
                    <a:pt x="887" y="1"/>
                    <a:pt x="886" y="1"/>
                    <a:pt x="885" y="1"/>
                  </a:cubicBezTo>
                  <a:close/>
                </a:path>
              </a:pathLst>
            </a:custGeom>
            <a:solidFill>
              <a:srgbClr val="FFC3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44">
              <a:extLst>
                <a:ext uri="{FF2B5EF4-FFF2-40B4-BE49-F238E27FC236}">
                  <a16:creationId xmlns:a16="http://schemas.microsoft.com/office/drawing/2014/main" id="{FC430269-564A-CB1B-AB2E-55234B8C76E6}"/>
                </a:ext>
              </a:extLst>
            </p:cNvPr>
            <p:cNvSpPr/>
            <p:nvPr/>
          </p:nvSpPr>
          <p:spPr>
            <a:xfrm>
              <a:off x="1371776" y="4048232"/>
              <a:ext cx="68787" cy="58973"/>
            </a:xfrm>
            <a:custGeom>
              <a:avLst/>
              <a:gdLst/>
              <a:ahLst/>
              <a:cxnLst/>
              <a:rect l="l" t="t" r="r" b="b"/>
              <a:pathLst>
                <a:path w="2229" h="1911" extrusionOk="0">
                  <a:moveTo>
                    <a:pt x="682" y="1"/>
                  </a:moveTo>
                  <a:cubicBezTo>
                    <a:pt x="600" y="1"/>
                    <a:pt x="196" y="289"/>
                    <a:pt x="1" y="462"/>
                  </a:cubicBezTo>
                  <a:cubicBezTo>
                    <a:pt x="208" y="302"/>
                    <a:pt x="483" y="117"/>
                    <a:pt x="550" y="117"/>
                  </a:cubicBezTo>
                  <a:cubicBezTo>
                    <a:pt x="552" y="117"/>
                    <a:pt x="554" y="117"/>
                    <a:pt x="556" y="118"/>
                  </a:cubicBezTo>
                  <a:cubicBezTo>
                    <a:pt x="641" y="132"/>
                    <a:pt x="260" y="331"/>
                    <a:pt x="297" y="357"/>
                  </a:cubicBezTo>
                  <a:cubicBezTo>
                    <a:pt x="331" y="379"/>
                    <a:pt x="604" y="391"/>
                    <a:pt x="652" y="391"/>
                  </a:cubicBezTo>
                  <a:cubicBezTo>
                    <a:pt x="937" y="402"/>
                    <a:pt x="1233" y="772"/>
                    <a:pt x="1281" y="829"/>
                  </a:cubicBezTo>
                  <a:cubicBezTo>
                    <a:pt x="1327" y="900"/>
                    <a:pt x="1364" y="889"/>
                    <a:pt x="1506" y="1068"/>
                  </a:cubicBezTo>
                  <a:cubicBezTo>
                    <a:pt x="1660" y="1233"/>
                    <a:pt x="2049" y="1754"/>
                    <a:pt x="2049" y="1754"/>
                  </a:cubicBezTo>
                  <a:cubicBezTo>
                    <a:pt x="2049" y="1754"/>
                    <a:pt x="2075" y="1825"/>
                    <a:pt x="2015" y="1910"/>
                  </a:cubicBezTo>
                  <a:cubicBezTo>
                    <a:pt x="2049" y="1884"/>
                    <a:pt x="2075" y="1873"/>
                    <a:pt x="2098" y="1850"/>
                  </a:cubicBezTo>
                  <a:cubicBezTo>
                    <a:pt x="2229" y="1731"/>
                    <a:pt x="2192" y="1626"/>
                    <a:pt x="2192" y="1626"/>
                  </a:cubicBezTo>
                  <a:cubicBezTo>
                    <a:pt x="2192" y="1626"/>
                    <a:pt x="1802" y="1102"/>
                    <a:pt x="1648" y="937"/>
                  </a:cubicBezTo>
                  <a:cubicBezTo>
                    <a:pt x="1506" y="772"/>
                    <a:pt x="1469" y="783"/>
                    <a:pt x="1423" y="712"/>
                  </a:cubicBezTo>
                  <a:cubicBezTo>
                    <a:pt x="1375" y="653"/>
                    <a:pt x="1113" y="274"/>
                    <a:pt x="1079" y="249"/>
                  </a:cubicBezTo>
                  <a:cubicBezTo>
                    <a:pt x="1042" y="214"/>
                    <a:pt x="758" y="35"/>
                    <a:pt x="724" y="24"/>
                  </a:cubicBezTo>
                  <a:cubicBezTo>
                    <a:pt x="687" y="1"/>
                    <a:pt x="783" y="12"/>
                    <a:pt x="687" y="1"/>
                  </a:cubicBezTo>
                  <a:cubicBezTo>
                    <a:pt x="685" y="1"/>
                    <a:pt x="684" y="1"/>
                    <a:pt x="682" y="1"/>
                  </a:cubicBezTo>
                  <a:close/>
                </a:path>
              </a:pathLst>
            </a:custGeom>
            <a:solidFill>
              <a:srgbClr val="FFCF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44">
              <a:extLst>
                <a:ext uri="{FF2B5EF4-FFF2-40B4-BE49-F238E27FC236}">
                  <a16:creationId xmlns:a16="http://schemas.microsoft.com/office/drawing/2014/main" id="{105E3456-3C7F-FB37-4054-C1BC2AEA45AC}"/>
                </a:ext>
              </a:extLst>
            </p:cNvPr>
            <p:cNvSpPr/>
            <p:nvPr/>
          </p:nvSpPr>
          <p:spPr>
            <a:xfrm>
              <a:off x="1374338" y="4100139"/>
              <a:ext cx="21633" cy="14628"/>
            </a:xfrm>
            <a:custGeom>
              <a:avLst/>
              <a:gdLst/>
              <a:ahLst/>
              <a:cxnLst/>
              <a:rect l="l" t="t" r="r" b="b"/>
              <a:pathLst>
                <a:path w="701" h="474" extrusionOk="0">
                  <a:moveTo>
                    <a:pt x="402" y="0"/>
                  </a:moveTo>
                  <a:cubicBezTo>
                    <a:pt x="402" y="0"/>
                    <a:pt x="248" y="49"/>
                    <a:pt x="143" y="86"/>
                  </a:cubicBezTo>
                  <a:cubicBezTo>
                    <a:pt x="35" y="120"/>
                    <a:pt x="0" y="345"/>
                    <a:pt x="154" y="393"/>
                  </a:cubicBezTo>
                  <a:cubicBezTo>
                    <a:pt x="258" y="433"/>
                    <a:pt x="416" y="474"/>
                    <a:pt x="526" y="474"/>
                  </a:cubicBezTo>
                  <a:cubicBezTo>
                    <a:pt x="579" y="474"/>
                    <a:pt x="621" y="464"/>
                    <a:pt x="641" y="441"/>
                  </a:cubicBezTo>
                  <a:cubicBezTo>
                    <a:pt x="700" y="382"/>
                    <a:pt x="686" y="251"/>
                    <a:pt x="686" y="251"/>
                  </a:cubicBezTo>
                  <a:lnTo>
                    <a:pt x="402" y="0"/>
                  </a:lnTo>
                  <a:close/>
                </a:path>
              </a:pathLst>
            </a:custGeom>
            <a:solidFill>
              <a:srgbClr val="FFC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44">
              <a:extLst>
                <a:ext uri="{FF2B5EF4-FFF2-40B4-BE49-F238E27FC236}">
                  <a16:creationId xmlns:a16="http://schemas.microsoft.com/office/drawing/2014/main" id="{EB60A733-6144-C5C0-4DD3-62C074753AD1}"/>
                </a:ext>
              </a:extLst>
            </p:cNvPr>
            <p:cNvSpPr/>
            <p:nvPr/>
          </p:nvSpPr>
          <p:spPr>
            <a:xfrm>
              <a:off x="1377578" y="4100139"/>
              <a:ext cx="16201" cy="10770"/>
            </a:xfrm>
            <a:custGeom>
              <a:avLst/>
              <a:gdLst/>
              <a:ahLst/>
              <a:cxnLst/>
              <a:rect l="l" t="t" r="r" b="b"/>
              <a:pathLst>
                <a:path w="525" h="349" extrusionOk="0">
                  <a:moveTo>
                    <a:pt x="322" y="0"/>
                  </a:moveTo>
                  <a:cubicBezTo>
                    <a:pt x="322" y="0"/>
                    <a:pt x="203" y="49"/>
                    <a:pt x="120" y="72"/>
                  </a:cubicBezTo>
                  <a:cubicBezTo>
                    <a:pt x="38" y="109"/>
                    <a:pt x="1" y="274"/>
                    <a:pt x="109" y="311"/>
                  </a:cubicBezTo>
                  <a:cubicBezTo>
                    <a:pt x="179" y="331"/>
                    <a:pt x="281" y="349"/>
                    <a:pt x="361" y="349"/>
                  </a:cubicBezTo>
                  <a:cubicBezTo>
                    <a:pt x="413" y="349"/>
                    <a:pt x="457" y="341"/>
                    <a:pt x="476" y="322"/>
                  </a:cubicBezTo>
                  <a:cubicBezTo>
                    <a:pt x="524" y="274"/>
                    <a:pt x="524" y="180"/>
                    <a:pt x="524" y="180"/>
                  </a:cubicBezTo>
                  <a:lnTo>
                    <a:pt x="322" y="0"/>
                  </a:lnTo>
                  <a:close/>
                </a:path>
              </a:pathLst>
            </a:custGeom>
            <a:solidFill>
              <a:srgbClr val="FFB8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44">
              <a:extLst>
                <a:ext uri="{FF2B5EF4-FFF2-40B4-BE49-F238E27FC236}">
                  <a16:creationId xmlns:a16="http://schemas.microsoft.com/office/drawing/2014/main" id="{972251C4-0C1E-22D6-39F3-865EB6EB0698}"/>
                </a:ext>
              </a:extLst>
            </p:cNvPr>
            <p:cNvSpPr/>
            <p:nvPr/>
          </p:nvSpPr>
          <p:spPr>
            <a:xfrm>
              <a:off x="1342459" y="4035425"/>
              <a:ext cx="99585" cy="83877"/>
            </a:xfrm>
            <a:custGeom>
              <a:avLst/>
              <a:gdLst/>
              <a:ahLst/>
              <a:cxnLst/>
              <a:rect l="l" t="t" r="r" b="b"/>
              <a:pathLst>
                <a:path w="3227" h="2718" extrusionOk="0">
                  <a:moveTo>
                    <a:pt x="1696" y="1"/>
                  </a:moveTo>
                  <a:cubicBezTo>
                    <a:pt x="1591" y="1"/>
                    <a:pt x="1258" y="83"/>
                    <a:pt x="1068" y="439"/>
                  </a:cubicBezTo>
                  <a:cubicBezTo>
                    <a:pt x="1022" y="368"/>
                    <a:pt x="1139" y="166"/>
                    <a:pt x="1139" y="166"/>
                  </a:cubicBezTo>
                  <a:lnTo>
                    <a:pt x="1139" y="166"/>
                  </a:lnTo>
                  <a:cubicBezTo>
                    <a:pt x="1139" y="166"/>
                    <a:pt x="1008" y="226"/>
                    <a:pt x="891" y="547"/>
                  </a:cubicBezTo>
                  <a:cubicBezTo>
                    <a:pt x="880" y="533"/>
                    <a:pt x="891" y="274"/>
                    <a:pt x="914" y="154"/>
                  </a:cubicBezTo>
                  <a:lnTo>
                    <a:pt x="914" y="154"/>
                  </a:lnTo>
                  <a:cubicBezTo>
                    <a:pt x="701" y="285"/>
                    <a:pt x="476" y="629"/>
                    <a:pt x="558" y="948"/>
                  </a:cubicBezTo>
                  <a:cubicBezTo>
                    <a:pt x="553" y="948"/>
                    <a:pt x="547" y="947"/>
                    <a:pt x="542" y="947"/>
                  </a:cubicBezTo>
                  <a:cubicBezTo>
                    <a:pt x="414" y="947"/>
                    <a:pt x="148" y="1063"/>
                    <a:pt x="1" y="1221"/>
                  </a:cubicBezTo>
                  <a:cubicBezTo>
                    <a:pt x="34" y="1198"/>
                    <a:pt x="146" y="1157"/>
                    <a:pt x="266" y="1157"/>
                  </a:cubicBezTo>
                  <a:cubicBezTo>
                    <a:pt x="320" y="1157"/>
                    <a:pt x="376" y="1165"/>
                    <a:pt x="427" y="1187"/>
                  </a:cubicBezTo>
                  <a:cubicBezTo>
                    <a:pt x="83" y="1386"/>
                    <a:pt x="26" y="1756"/>
                    <a:pt x="132" y="1921"/>
                  </a:cubicBezTo>
                  <a:cubicBezTo>
                    <a:pt x="203" y="1802"/>
                    <a:pt x="297" y="1648"/>
                    <a:pt x="439" y="1625"/>
                  </a:cubicBezTo>
                  <a:lnTo>
                    <a:pt x="439" y="1625"/>
                  </a:lnTo>
                  <a:cubicBezTo>
                    <a:pt x="368" y="1685"/>
                    <a:pt x="311" y="1861"/>
                    <a:pt x="368" y="1944"/>
                  </a:cubicBezTo>
                  <a:cubicBezTo>
                    <a:pt x="356" y="1884"/>
                    <a:pt x="499" y="1685"/>
                    <a:pt x="570" y="1685"/>
                  </a:cubicBezTo>
                  <a:cubicBezTo>
                    <a:pt x="368" y="1850"/>
                    <a:pt x="558" y="2169"/>
                    <a:pt x="558" y="2169"/>
                  </a:cubicBezTo>
                  <a:cubicBezTo>
                    <a:pt x="558" y="2169"/>
                    <a:pt x="547" y="2097"/>
                    <a:pt x="723" y="1790"/>
                  </a:cubicBezTo>
                  <a:cubicBezTo>
                    <a:pt x="749" y="1969"/>
                    <a:pt x="1093" y="2277"/>
                    <a:pt x="1093" y="2277"/>
                  </a:cubicBezTo>
                  <a:cubicBezTo>
                    <a:pt x="1093" y="2277"/>
                    <a:pt x="1127" y="2206"/>
                    <a:pt x="1235" y="2157"/>
                  </a:cubicBezTo>
                  <a:cubicBezTo>
                    <a:pt x="1258" y="2150"/>
                    <a:pt x="1281" y="2147"/>
                    <a:pt x="1304" y="2147"/>
                  </a:cubicBezTo>
                  <a:cubicBezTo>
                    <a:pt x="1470" y="2147"/>
                    <a:pt x="1631" y="2315"/>
                    <a:pt x="1674" y="2348"/>
                  </a:cubicBezTo>
                  <a:cubicBezTo>
                    <a:pt x="1727" y="2391"/>
                    <a:pt x="1847" y="2718"/>
                    <a:pt x="2168" y="2718"/>
                  </a:cubicBezTo>
                  <a:cubicBezTo>
                    <a:pt x="2205" y="2718"/>
                    <a:pt x="2245" y="2713"/>
                    <a:pt x="2288" y="2703"/>
                  </a:cubicBezTo>
                  <a:cubicBezTo>
                    <a:pt x="2692" y="2610"/>
                    <a:pt x="3048" y="2371"/>
                    <a:pt x="3119" y="2288"/>
                  </a:cubicBezTo>
                  <a:cubicBezTo>
                    <a:pt x="3190" y="2217"/>
                    <a:pt x="3227" y="2086"/>
                    <a:pt x="3201" y="2041"/>
                  </a:cubicBezTo>
                  <a:cubicBezTo>
                    <a:pt x="3167" y="1992"/>
                    <a:pt x="3048" y="1884"/>
                    <a:pt x="2729" y="1506"/>
                  </a:cubicBezTo>
                  <a:cubicBezTo>
                    <a:pt x="2277" y="1644"/>
                    <a:pt x="1907" y="2301"/>
                    <a:pt x="1843" y="2301"/>
                  </a:cubicBezTo>
                  <a:cubicBezTo>
                    <a:pt x="1841" y="2301"/>
                    <a:pt x="1840" y="2300"/>
                    <a:pt x="1839" y="2299"/>
                  </a:cubicBezTo>
                  <a:cubicBezTo>
                    <a:pt x="1790" y="2277"/>
                    <a:pt x="1307" y="2015"/>
                    <a:pt x="1400" y="1790"/>
                  </a:cubicBezTo>
                  <a:cubicBezTo>
                    <a:pt x="1483" y="1554"/>
                    <a:pt x="1116" y="1400"/>
                    <a:pt x="1116" y="1400"/>
                  </a:cubicBezTo>
                  <a:cubicBezTo>
                    <a:pt x="1116" y="1400"/>
                    <a:pt x="1222" y="1264"/>
                    <a:pt x="1339" y="1264"/>
                  </a:cubicBezTo>
                  <a:cubicBezTo>
                    <a:pt x="1352" y="1264"/>
                    <a:pt x="1365" y="1266"/>
                    <a:pt x="1378" y="1270"/>
                  </a:cubicBezTo>
                  <a:cubicBezTo>
                    <a:pt x="1329" y="1210"/>
                    <a:pt x="1270" y="1173"/>
                    <a:pt x="1198" y="1150"/>
                  </a:cubicBezTo>
                  <a:cubicBezTo>
                    <a:pt x="1307" y="1053"/>
                    <a:pt x="1413" y="1027"/>
                    <a:pt x="1493" y="1027"/>
                  </a:cubicBezTo>
                  <a:cubicBezTo>
                    <a:pt x="1580" y="1027"/>
                    <a:pt x="1637" y="1056"/>
                    <a:pt x="1637" y="1056"/>
                  </a:cubicBezTo>
                  <a:cubicBezTo>
                    <a:pt x="1637" y="1056"/>
                    <a:pt x="1617" y="923"/>
                    <a:pt x="1412" y="923"/>
                  </a:cubicBezTo>
                  <a:cubicBezTo>
                    <a:pt x="1397" y="923"/>
                    <a:pt x="1381" y="924"/>
                    <a:pt x="1363" y="925"/>
                  </a:cubicBezTo>
                  <a:cubicBezTo>
                    <a:pt x="1460" y="829"/>
                    <a:pt x="1680" y="814"/>
                    <a:pt x="1813" y="814"/>
                  </a:cubicBezTo>
                  <a:cubicBezTo>
                    <a:pt x="1877" y="814"/>
                    <a:pt x="1921" y="817"/>
                    <a:pt x="1921" y="817"/>
                  </a:cubicBezTo>
                  <a:cubicBezTo>
                    <a:pt x="1921" y="817"/>
                    <a:pt x="1804" y="675"/>
                    <a:pt x="1685" y="664"/>
                  </a:cubicBezTo>
                  <a:cubicBezTo>
                    <a:pt x="1752" y="640"/>
                    <a:pt x="1813" y="630"/>
                    <a:pt x="1869" y="630"/>
                  </a:cubicBezTo>
                  <a:cubicBezTo>
                    <a:pt x="2061" y="630"/>
                    <a:pt x="2190" y="741"/>
                    <a:pt x="2254" y="760"/>
                  </a:cubicBezTo>
                  <a:cubicBezTo>
                    <a:pt x="2112" y="547"/>
                    <a:pt x="1969" y="533"/>
                    <a:pt x="1969" y="533"/>
                  </a:cubicBezTo>
                  <a:cubicBezTo>
                    <a:pt x="1969" y="533"/>
                    <a:pt x="2041" y="510"/>
                    <a:pt x="2123" y="499"/>
                  </a:cubicBezTo>
                  <a:cubicBezTo>
                    <a:pt x="2078" y="453"/>
                    <a:pt x="2007" y="395"/>
                    <a:pt x="1933" y="395"/>
                  </a:cubicBezTo>
                  <a:cubicBezTo>
                    <a:pt x="1909" y="395"/>
                    <a:pt x="1885" y="401"/>
                    <a:pt x="1861" y="416"/>
                  </a:cubicBezTo>
                  <a:cubicBezTo>
                    <a:pt x="1851" y="422"/>
                    <a:pt x="1847" y="424"/>
                    <a:pt x="1846" y="424"/>
                  </a:cubicBezTo>
                  <a:cubicBezTo>
                    <a:pt x="1839" y="424"/>
                    <a:pt x="2055" y="291"/>
                    <a:pt x="2160" y="248"/>
                  </a:cubicBezTo>
                  <a:cubicBezTo>
                    <a:pt x="2078" y="200"/>
                    <a:pt x="1982" y="183"/>
                    <a:pt x="1888" y="183"/>
                  </a:cubicBezTo>
                  <a:cubicBezTo>
                    <a:pt x="1684" y="183"/>
                    <a:pt x="1494" y="262"/>
                    <a:pt x="1494" y="262"/>
                  </a:cubicBezTo>
                  <a:cubicBezTo>
                    <a:pt x="1494" y="262"/>
                    <a:pt x="1543" y="83"/>
                    <a:pt x="1696" y="1"/>
                  </a:cubicBezTo>
                  <a:close/>
                </a:path>
              </a:pathLst>
            </a:custGeom>
            <a:solidFill>
              <a:srgbClr val="0303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44">
              <a:extLst>
                <a:ext uri="{FF2B5EF4-FFF2-40B4-BE49-F238E27FC236}">
                  <a16:creationId xmlns:a16="http://schemas.microsoft.com/office/drawing/2014/main" id="{9E2F1E1C-3BA8-FBE1-03E9-276DC60998D4}"/>
                </a:ext>
              </a:extLst>
            </p:cNvPr>
            <p:cNvSpPr/>
            <p:nvPr/>
          </p:nvSpPr>
          <p:spPr>
            <a:xfrm>
              <a:off x="1447477" y="4068723"/>
              <a:ext cx="43574" cy="62954"/>
            </a:xfrm>
            <a:custGeom>
              <a:avLst/>
              <a:gdLst/>
              <a:ahLst/>
              <a:cxnLst/>
              <a:rect l="l" t="t" r="r" b="b"/>
              <a:pathLst>
                <a:path w="1412" h="2040" extrusionOk="0">
                  <a:moveTo>
                    <a:pt x="344" y="1"/>
                  </a:moveTo>
                  <a:cubicBezTo>
                    <a:pt x="283" y="1"/>
                    <a:pt x="219" y="8"/>
                    <a:pt x="154" y="23"/>
                  </a:cubicBezTo>
                  <a:cubicBezTo>
                    <a:pt x="142" y="165"/>
                    <a:pt x="131" y="333"/>
                    <a:pt x="165" y="438"/>
                  </a:cubicBezTo>
                  <a:cubicBezTo>
                    <a:pt x="202" y="535"/>
                    <a:pt x="154" y="617"/>
                    <a:pt x="83" y="677"/>
                  </a:cubicBezTo>
                  <a:cubicBezTo>
                    <a:pt x="57" y="698"/>
                    <a:pt x="50" y="703"/>
                    <a:pt x="51" y="703"/>
                  </a:cubicBezTo>
                  <a:cubicBezTo>
                    <a:pt x="52" y="703"/>
                    <a:pt x="66" y="694"/>
                    <a:pt x="71" y="694"/>
                  </a:cubicBezTo>
                  <a:cubicBezTo>
                    <a:pt x="73" y="694"/>
                    <a:pt x="73" y="696"/>
                    <a:pt x="71" y="700"/>
                  </a:cubicBezTo>
                  <a:cubicBezTo>
                    <a:pt x="49" y="734"/>
                    <a:pt x="0" y="1067"/>
                    <a:pt x="0" y="1067"/>
                  </a:cubicBezTo>
                  <a:cubicBezTo>
                    <a:pt x="0" y="1067"/>
                    <a:pt x="854" y="1969"/>
                    <a:pt x="1363" y="2040"/>
                  </a:cubicBezTo>
                  <a:cubicBezTo>
                    <a:pt x="1198" y="1659"/>
                    <a:pt x="1411" y="1209"/>
                    <a:pt x="1352" y="558"/>
                  </a:cubicBezTo>
                  <a:cubicBezTo>
                    <a:pt x="1214" y="484"/>
                    <a:pt x="859" y="1"/>
                    <a:pt x="344" y="1"/>
                  </a:cubicBezTo>
                  <a:close/>
                </a:path>
              </a:pathLst>
            </a:custGeom>
            <a:solidFill>
              <a:srgbClr val="FF71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44">
              <a:extLst>
                <a:ext uri="{FF2B5EF4-FFF2-40B4-BE49-F238E27FC236}">
                  <a16:creationId xmlns:a16="http://schemas.microsoft.com/office/drawing/2014/main" id="{81178047-96F4-62B8-EF46-19FCCF01E4CA}"/>
                </a:ext>
              </a:extLst>
            </p:cNvPr>
            <p:cNvSpPr/>
            <p:nvPr/>
          </p:nvSpPr>
          <p:spPr>
            <a:xfrm>
              <a:off x="1360018" y="4144332"/>
              <a:ext cx="61134" cy="46259"/>
            </a:xfrm>
            <a:custGeom>
              <a:avLst/>
              <a:gdLst/>
              <a:ahLst/>
              <a:cxnLst/>
              <a:rect l="l" t="t" r="r" b="b"/>
              <a:pathLst>
                <a:path w="1981" h="1499" extrusionOk="0">
                  <a:moveTo>
                    <a:pt x="853" y="1"/>
                  </a:moveTo>
                  <a:cubicBezTo>
                    <a:pt x="852" y="1"/>
                    <a:pt x="845" y="7"/>
                    <a:pt x="820" y="28"/>
                  </a:cubicBezTo>
                  <a:cubicBezTo>
                    <a:pt x="783" y="59"/>
                    <a:pt x="748" y="74"/>
                    <a:pt x="711" y="74"/>
                  </a:cubicBezTo>
                  <a:cubicBezTo>
                    <a:pt x="677" y="74"/>
                    <a:pt x="640" y="62"/>
                    <a:pt x="595" y="39"/>
                  </a:cubicBezTo>
                  <a:cubicBezTo>
                    <a:pt x="570" y="25"/>
                    <a:pt x="540" y="20"/>
                    <a:pt x="506" y="20"/>
                  </a:cubicBezTo>
                  <a:cubicBezTo>
                    <a:pt x="436" y="20"/>
                    <a:pt x="351" y="41"/>
                    <a:pt x="264" y="41"/>
                  </a:cubicBezTo>
                  <a:cubicBezTo>
                    <a:pt x="251" y="41"/>
                    <a:pt x="238" y="40"/>
                    <a:pt x="225" y="39"/>
                  </a:cubicBezTo>
                  <a:lnTo>
                    <a:pt x="225" y="39"/>
                  </a:lnTo>
                  <a:cubicBezTo>
                    <a:pt x="1" y="631"/>
                    <a:pt x="453" y="1095"/>
                    <a:pt x="510" y="1260"/>
                  </a:cubicBezTo>
                  <a:cubicBezTo>
                    <a:pt x="1150" y="1428"/>
                    <a:pt x="1625" y="1285"/>
                    <a:pt x="1981" y="1499"/>
                  </a:cubicBezTo>
                  <a:cubicBezTo>
                    <a:pt x="1981" y="987"/>
                    <a:pt x="1210" y="5"/>
                    <a:pt x="1210" y="5"/>
                  </a:cubicBezTo>
                  <a:cubicBezTo>
                    <a:pt x="1210" y="5"/>
                    <a:pt x="880" y="5"/>
                    <a:pt x="854" y="16"/>
                  </a:cubicBezTo>
                  <a:cubicBezTo>
                    <a:pt x="851" y="18"/>
                    <a:pt x="849" y="18"/>
                    <a:pt x="847" y="18"/>
                  </a:cubicBezTo>
                  <a:cubicBezTo>
                    <a:pt x="838" y="18"/>
                    <a:pt x="854" y="1"/>
                    <a:pt x="853" y="1"/>
                  </a:cubicBezTo>
                  <a:close/>
                </a:path>
              </a:pathLst>
            </a:custGeom>
            <a:solidFill>
              <a:srgbClr val="FF71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44">
              <a:extLst>
                <a:ext uri="{FF2B5EF4-FFF2-40B4-BE49-F238E27FC236}">
                  <a16:creationId xmlns:a16="http://schemas.microsoft.com/office/drawing/2014/main" id="{EF5AEF2F-9F10-CFA0-9DB9-0B9D33C67173}"/>
                </a:ext>
              </a:extLst>
            </p:cNvPr>
            <p:cNvSpPr/>
            <p:nvPr/>
          </p:nvSpPr>
          <p:spPr>
            <a:xfrm>
              <a:off x="1375387" y="4233950"/>
              <a:ext cx="42865" cy="69558"/>
            </a:xfrm>
            <a:custGeom>
              <a:avLst/>
              <a:gdLst/>
              <a:ahLst/>
              <a:cxnLst/>
              <a:rect l="l" t="t" r="r" b="b"/>
              <a:pathLst>
                <a:path w="1389" h="2254" extrusionOk="0">
                  <a:moveTo>
                    <a:pt x="339" y="1"/>
                  </a:moveTo>
                  <a:cubicBezTo>
                    <a:pt x="302" y="1"/>
                    <a:pt x="274" y="33"/>
                    <a:pt x="274" y="63"/>
                  </a:cubicBezTo>
                  <a:lnTo>
                    <a:pt x="12" y="1983"/>
                  </a:lnTo>
                  <a:cubicBezTo>
                    <a:pt x="1" y="2031"/>
                    <a:pt x="38" y="2065"/>
                    <a:pt x="72" y="2080"/>
                  </a:cubicBezTo>
                  <a:lnTo>
                    <a:pt x="1033" y="2208"/>
                  </a:lnTo>
                  <a:cubicBezTo>
                    <a:pt x="1061" y="2208"/>
                    <a:pt x="1159" y="2254"/>
                    <a:pt x="1201" y="2254"/>
                  </a:cubicBezTo>
                  <a:cubicBezTo>
                    <a:pt x="1212" y="2254"/>
                    <a:pt x="1219" y="2251"/>
                    <a:pt x="1221" y="2245"/>
                  </a:cubicBezTo>
                  <a:lnTo>
                    <a:pt x="1378" y="216"/>
                  </a:lnTo>
                  <a:cubicBezTo>
                    <a:pt x="1389" y="171"/>
                    <a:pt x="1352" y="134"/>
                    <a:pt x="1318" y="134"/>
                  </a:cubicBezTo>
                  <a:lnTo>
                    <a:pt x="356" y="3"/>
                  </a:lnTo>
                  <a:cubicBezTo>
                    <a:pt x="350" y="1"/>
                    <a:pt x="345" y="1"/>
                    <a:pt x="339" y="1"/>
                  </a:cubicBez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44">
              <a:extLst>
                <a:ext uri="{FF2B5EF4-FFF2-40B4-BE49-F238E27FC236}">
                  <a16:creationId xmlns:a16="http://schemas.microsoft.com/office/drawing/2014/main" id="{440214DD-53E7-AF8D-E198-056E95B93F05}"/>
                </a:ext>
              </a:extLst>
            </p:cNvPr>
            <p:cNvSpPr/>
            <p:nvPr/>
          </p:nvSpPr>
          <p:spPr>
            <a:xfrm>
              <a:off x="1375047" y="4232963"/>
              <a:ext cx="40241" cy="65547"/>
            </a:xfrm>
            <a:custGeom>
              <a:avLst/>
              <a:gdLst/>
              <a:ahLst/>
              <a:cxnLst/>
              <a:rect l="l" t="t" r="r" b="b"/>
              <a:pathLst>
                <a:path w="1304" h="2124" extrusionOk="0">
                  <a:moveTo>
                    <a:pt x="344" y="1"/>
                  </a:moveTo>
                  <a:cubicBezTo>
                    <a:pt x="307" y="1"/>
                    <a:pt x="273" y="24"/>
                    <a:pt x="262" y="72"/>
                  </a:cubicBezTo>
                  <a:lnTo>
                    <a:pt x="12" y="1921"/>
                  </a:lnTo>
                  <a:cubicBezTo>
                    <a:pt x="0" y="1955"/>
                    <a:pt x="37" y="1992"/>
                    <a:pt x="71" y="2004"/>
                  </a:cubicBezTo>
                  <a:lnTo>
                    <a:pt x="962" y="2123"/>
                  </a:lnTo>
                  <a:cubicBezTo>
                    <a:pt x="996" y="2123"/>
                    <a:pt x="1044" y="2097"/>
                    <a:pt x="1044" y="2063"/>
                  </a:cubicBezTo>
                  <a:lnTo>
                    <a:pt x="1292" y="203"/>
                  </a:lnTo>
                  <a:cubicBezTo>
                    <a:pt x="1303" y="166"/>
                    <a:pt x="1269" y="132"/>
                    <a:pt x="1232" y="132"/>
                  </a:cubicBezTo>
                  <a:lnTo>
                    <a:pt x="344" y="1"/>
                  </a:ln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44">
              <a:extLst>
                <a:ext uri="{FF2B5EF4-FFF2-40B4-BE49-F238E27FC236}">
                  <a16:creationId xmlns:a16="http://schemas.microsoft.com/office/drawing/2014/main" id="{C96C66CD-3257-DF83-0763-90EF3D7C16CD}"/>
                </a:ext>
              </a:extLst>
            </p:cNvPr>
            <p:cNvSpPr/>
            <p:nvPr/>
          </p:nvSpPr>
          <p:spPr>
            <a:xfrm>
              <a:off x="1377578" y="4236481"/>
              <a:ext cx="35520" cy="57276"/>
            </a:xfrm>
            <a:custGeom>
              <a:avLst/>
              <a:gdLst/>
              <a:ahLst/>
              <a:cxnLst/>
              <a:rect l="l" t="t" r="r" b="b"/>
              <a:pathLst>
                <a:path w="1151" h="1856" extrusionOk="0">
                  <a:moveTo>
                    <a:pt x="249" y="0"/>
                  </a:moveTo>
                  <a:cubicBezTo>
                    <a:pt x="245" y="0"/>
                    <a:pt x="240" y="10"/>
                    <a:pt x="240" y="18"/>
                  </a:cubicBezTo>
                  <a:lnTo>
                    <a:pt x="1" y="1713"/>
                  </a:lnTo>
                  <a:cubicBezTo>
                    <a:pt x="1" y="1725"/>
                    <a:pt x="12" y="1736"/>
                    <a:pt x="12" y="1736"/>
                  </a:cubicBezTo>
                  <a:lnTo>
                    <a:pt x="891" y="1855"/>
                  </a:lnTo>
                  <a:cubicBezTo>
                    <a:pt x="903" y="1855"/>
                    <a:pt x="914" y="1855"/>
                    <a:pt x="914" y="1841"/>
                  </a:cubicBezTo>
                  <a:lnTo>
                    <a:pt x="1150" y="148"/>
                  </a:lnTo>
                  <a:cubicBezTo>
                    <a:pt x="1150" y="134"/>
                    <a:pt x="1139" y="123"/>
                    <a:pt x="1127" y="123"/>
                  </a:cubicBezTo>
                  <a:lnTo>
                    <a:pt x="251" y="6"/>
                  </a:lnTo>
                  <a:cubicBezTo>
                    <a:pt x="251" y="2"/>
                    <a:pt x="250" y="0"/>
                    <a:pt x="249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44">
              <a:extLst>
                <a:ext uri="{FF2B5EF4-FFF2-40B4-BE49-F238E27FC236}">
                  <a16:creationId xmlns:a16="http://schemas.microsoft.com/office/drawing/2014/main" id="{5ABD469F-DDBE-405C-5073-391ADBA3DAAA}"/>
                </a:ext>
              </a:extLst>
            </p:cNvPr>
            <p:cNvSpPr/>
            <p:nvPr/>
          </p:nvSpPr>
          <p:spPr>
            <a:xfrm>
              <a:off x="1302186" y="4512559"/>
              <a:ext cx="72398" cy="59529"/>
            </a:xfrm>
            <a:custGeom>
              <a:avLst/>
              <a:gdLst/>
              <a:ahLst/>
              <a:cxnLst/>
              <a:rect l="l" t="t" r="r" b="b"/>
              <a:pathLst>
                <a:path w="2346" h="1929" extrusionOk="0">
                  <a:moveTo>
                    <a:pt x="1999" y="0"/>
                  </a:moveTo>
                  <a:cubicBezTo>
                    <a:pt x="1875" y="0"/>
                    <a:pt x="1726" y="84"/>
                    <a:pt x="1579" y="258"/>
                  </a:cubicBezTo>
                  <a:cubicBezTo>
                    <a:pt x="1189" y="733"/>
                    <a:pt x="632" y="980"/>
                    <a:pt x="632" y="980"/>
                  </a:cubicBezTo>
                  <a:cubicBezTo>
                    <a:pt x="1" y="1109"/>
                    <a:pt x="25" y="1928"/>
                    <a:pt x="333" y="1928"/>
                  </a:cubicBezTo>
                  <a:cubicBezTo>
                    <a:pt x="337" y="1928"/>
                    <a:pt x="342" y="1928"/>
                    <a:pt x="347" y="1928"/>
                  </a:cubicBezTo>
                  <a:cubicBezTo>
                    <a:pt x="666" y="1905"/>
                    <a:pt x="2219" y="1347"/>
                    <a:pt x="2301" y="662"/>
                  </a:cubicBezTo>
                  <a:cubicBezTo>
                    <a:pt x="2346" y="232"/>
                    <a:pt x="2206" y="0"/>
                    <a:pt x="19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44">
              <a:extLst>
                <a:ext uri="{FF2B5EF4-FFF2-40B4-BE49-F238E27FC236}">
                  <a16:creationId xmlns:a16="http://schemas.microsoft.com/office/drawing/2014/main" id="{00CF6A86-5C8A-F4D7-F82E-7608CC1AC31C}"/>
                </a:ext>
              </a:extLst>
            </p:cNvPr>
            <p:cNvSpPr/>
            <p:nvPr/>
          </p:nvSpPr>
          <p:spPr>
            <a:xfrm>
              <a:off x="1276232" y="4486266"/>
              <a:ext cx="78724" cy="57739"/>
            </a:xfrm>
            <a:custGeom>
              <a:avLst/>
              <a:gdLst/>
              <a:ahLst/>
              <a:cxnLst/>
              <a:rect l="l" t="t" r="r" b="b"/>
              <a:pathLst>
                <a:path w="2551" h="1871" extrusionOk="0">
                  <a:moveTo>
                    <a:pt x="1725" y="0"/>
                  </a:moveTo>
                  <a:cubicBezTo>
                    <a:pt x="1047" y="0"/>
                    <a:pt x="163" y="1263"/>
                    <a:pt x="61" y="1548"/>
                  </a:cubicBezTo>
                  <a:cubicBezTo>
                    <a:pt x="0" y="1715"/>
                    <a:pt x="228" y="1871"/>
                    <a:pt x="490" y="1871"/>
                  </a:cubicBezTo>
                  <a:cubicBezTo>
                    <a:pt x="693" y="1871"/>
                    <a:pt x="917" y="1778"/>
                    <a:pt x="1046" y="1525"/>
                  </a:cubicBezTo>
                  <a:cubicBezTo>
                    <a:pt x="1046" y="1525"/>
                    <a:pt x="1436" y="1061"/>
                    <a:pt x="1993" y="814"/>
                  </a:cubicBezTo>
                  <a:cubicBezTo>
                    <a:pt x="2551" y="552"/>
                    <a:pt x="2480" y="114"/>
                    <a:pt x="1803" y="6"/>
                  </a:cubicBezTo>
                  <a:cubicBezTo>
                    <a:pt x="1777" y="2"/>
                    <a:pt x="1751" y="0"/>
                    <a:pt x="17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44">
              <a:extLst>
                <a:ext uri="{FF2B5EF4-FFF2-40B4-BE49-F238E27FC236}">
                  <a16:creationId xmlns:a16="http://schemas.microsoft.com/office/drawing/2014/main" id="{B8FF74E3-48DA-A7B1-942F-ECA68A9DAFD0}"/>
                </a:ext>
              </a:extLst>
            </p:cNvPr>
            <p:cNvSpPr/>
            <p:nvPr/>
          </p:nvSpPr>
          <p:spPr>
            <a:xfrm>
              <a:off x="1298328" y="4509072"/>
              <a:ext cx="70145" cy="58480"/>
            </a:xfrm>
            <a:custGeom>
              <a:avLst/>
              <a:gdLst/>
              <a:ahLst/>
              <a:cxnLst/>
              <a:rect l="l" t="t" r="r" b="b"/>
              <a:pathLst>
                <a:path w="2273" h="1895" extrusionOk="0">
                  <a:moveTo>
                    <a:pt x="1827" y="0"/>
                  </a:moveTo>
                  <a:cubicBezTo>
                    <a:pt x="1672" y="0"/>
                    <a:pt x="1502" y="103"/>
                    <a:pt x="1371" y="311"/>
                  </a:cubicBezTo>
                  <a:cubicBezTo>
                    <a:pt x="1064" y="798"/>
                    <a:pt x="566" y="1130"/>
                    <a:pt x="566" y="1130"/>
                  </a:cubicBezTo>
                  <a:cubicBezTo>
                    <a:pt x="0" y="1341"/>
                    <a:pt x="193" y="1895"/>
                    <a:pt x="475" y="1895"/>
                  </a:cubicBezTo>
                  <a:cubicBezTo>
                    <a:pt x="493" y="1895"/>
                    <a:pt x="512" y="1892"/>
                    <a:pt x="532" y="1887"/>
                  </a:cubicBezTo>
                  <a:cubicBezTo>
                    <a:pt x="828" y="1805"/>
                    <a:pt x="2273" y="1130"/>
                    <a:pt x="2224" y="513"/>
                  </a:cubicBezTo>
                  <a:cubicBezTo>
                    <a:pt x="2199" y="172"/>
                    <a:pt x="2026" y="0"/>
                    <a:pt x="1827" y="0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44">
              <a:extLst>
                <a:ext uri="{FF2B5EF4-FFF2-40B4-BE49-F238E27FC236}">
                  <a16:creationId xmlns:a16="http://schemas.microsoft.com/office/drawing/2014/main" id="{A70A7AB1-8972-1526-F120-285134948A77}"/>
                </a:ext>
              </a:extLst>
            </p:cNvPr>
            <p:cNvSpPr/>
            <p:nvPr/>
          </p:nvSpPr>
          <p:spPr>
            <a:xfrm>
              <a:off x="1329652" y="4508609"/>
              <a:ext cx="38760" cy="43698"/>
            </a:xfrm>
            <a:custGeom>
              <a:avLst/>
              <a:gdLst/>
              <a:ahLst/>
              <a:cxnLst/>
              <a:rect l="l" t="t" r="r" b="b"/>
              <a:pathLst>
                <a:path w="1256" h="1416" extrusionOk="0">
                  <a:moveTo>
                    <a:pt x="838" y="1"/>
                  </a:moveTo>
                  <a:cubicBezTo>
                    <a:pt x="816" y="1"/>
                    <a:pt x="794" y="3"/>
                    <a:pt x="771" y="7"/>
                  </a:cubicBezTo>
                  <a:cubicBezTo>
                    <a:pt x="524" y="53"/>
                    <a:pt x="416" y="207"/>
                    <a:pt x="322" y="337"/>
                  </a:cubicBezTo>
                  <a:cubicBezTo>
                    <a:pt x="228" y="468"/>
                    <a:pt x="0" y="764"/>
                    <a:pt x="0" y="764"/>
                  </a:cubicBezTo>
                  <a:cubicBezTo>
                    <a:pt x="0" y="764"/>
                    <a:pt x="3" y="764"/>
                    <a:pt x="9" y="764"/>
                  </a:cubicBezTo>
                  <a:cubicBezTo>
                    <a:pt x="60" y="764"/>
                    <a:pt x="332" y="773"/>
                    <a:pt x="427" y="966"/>
                  </a:cubicBezTo>
                  <a:cubicBezTo>
                    <a:pt x="524" y="1191"/>
                    <a:pt x="498" y="1416"/>
                    <a:pt x="498" y="1416"/>
                  </a:cubicBezTo>
                  <a:cubicBezTo>
                    <a:pt x="498" y="1416"/>
                    <a:pt x="1209" y="1074"/>
                    <a:pt x="1235" y="622"/>
                  </a:cubicBezTo>
                  <a:cubicBezTo>
                    <a:pt x="1256" y="214"/>
                    <a:pt x="1054" y="1"/>
                    <a:pt x="838" y="1"/>
                  </a:cubicBezTo>
                  <a:close/>
                </a:path>
              </a:pathLst>
            </a:custGeom>
            <a:solidFill>
              <a:srgbClr val="FF71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44">
              <a:extLst>
                <a:ext uri="{FF2B5EF4-FFF2-40B4-BE49-F238E27FC236}">
                  <a16:creationId xmlns:a16="http://schemas.microsoft.com/office/drawing/2014/main" id="{E7851DDB-836E-694C-F889-F0180A7EE51A}"/>
                </a:ext>
              </a:extLst>
            </p:cNvPr>
            <p:cNvSpPr/>
            <p:nvPr/>
          </p:nvSpPr>
          <p:spPr>
            <a:xfrm>
              <a:off x="1277775" y="4481112"/>
              <a:ext cx="69096" cy="58912"/>
            </a:xfrm>
            <a:custGeom>
              <a:avLst/>
              <a:gdLst/>
              <a:ahLst/>
              <a:cxnLst/>
              <a:rect l="l" t="t" r="r" b="b"/>
              <a:pathLst>
                <a:path w="2239" h="1909" extrusionOk="0">
                  <a:moveTo>
                    <a:pt x="1548" y="1"/>
                  </a:moveTo>
                  <a:cubicBezTo>
                    <a:pt x="950" y="1"/>
                    <a:pt x="183" y="1266"/>
                    <a:pt x="71" y="1550"/>
                  </a:cubicBezTo>
                  <a:cubicBezTo>
                    <a:pt x="0" y="1725"/>
                    <a:pt x="175" y="1908"/>
                    <a:pt x="393" y="1908"/>
                  </a:cubicBezTo>
                  <a:cubicBezTo>
                    <a:pt x="544" y="1908"/>
                    <a:pt x="716" y="1821"/>
                    <a:pt x="842" y="1584"/>
                  </a:cubicBezTo>
                  <a:cubicBezTo>
                    <a:pt x="842" y="1584"/>
                    <a:pt x="1221" y="1135"/>
                    <a:pt x="1730" y="884"/>
                  </a:cubicBezTo>
                  <a:cubicBezTo>
                    <a:pt x="2239" y="637"/>
                    <a:pt x="2228" y="127"/>
                    <a:pt x="1625" y="8"/>
                  </a:cubicBezTo>
                  <a:cubicBezTo>
                    <a:pt x="1599" y="3"/>
                    <a:pt x="1574" y="1"/>
                    <a:pt x="1548" y="1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44">
              <a:extLst>
                <a:ext uri="{FF2B5EF4-FFF2-40B4-BE49-F238E27FC236}">
                  <a16:creationId xmlns:a16="http://schemas.microsoft.com/office/drawing/2014/main" id="{64F5FFF4-D201-CCCC-965B-64A90CAC1398}"/>
                </a:ext>
              </a:extLst>
            </p:cNvPr>
            <p:cNvSpPr/>
            <p:nvPr/>
          </p:nvSpPr>
          <p:spPr>
            <a:xfrm>
              <a:off x="1298205" y="4480587"/>
              <a:ext cx="46475" cy="37032"/>
            </a:xfrm>
            <a:custGeom>
              <a:avLst/>
              <a:gdLst/>
              <a:ahLst/>
              <a:cxnLst/>
              <a:rect l="l" t="t" r="r" b="b"/>
              <a:pathLst>
                <a:path w="1506" h="1200" extrusionOk="0">
                  <a:moveTo>
                    <a:pt x="841" y="1"/>
                  </a:moveTo>
                  <a:cubicBezTo>
                    <a:pt x="405" y="1"/>
                    <a:pt x="1" y="642"/>
                    <a:pt x="1" y="642"/>
                  </a:cubicBezTo>
                  <a:cubicBezTo>
                    <a:pt x="1" y="642"/>
                    <a:pt x="6" y="642"/>
                    <a:pt x="15" y="642"/>
                  </a:cubicBezTo>
                  <a:cubicBezTo>
                    <a:pt x="69" y="642"/>
                    <a:pt x="258" y="650"/>
                    <a:pt x="439" y="759"/>
                  </a:cubicBezTo>
                  <a:cubicBezTo>
                    <a:pt x="652" y="890"/>
                    <a:pt x="593" y="1200"/>
                    <a:pt x="593" y="1200"/>
                  </a:cubicBezTo>
                  <a:cubicBezTo>
                    <a:pt x="593" y="1200"/>
                    <a:pt x="914" y="1021"/>
                    <a:pt x="1056" y="938"/>
                  </a:cubicBezTo>
                  <a:cubicBezTo>
                    <a:pt x="1199" y="856"/>
                    <a:pt x="1364" y="759"/>
                    <a:pt x="1435" y="523"/>
                  </a:cubicBezTo>
                  <a:cubicBezTo>
                    <a:pt x="1506" y="287"/>
                    <a:pt x="1329" y="25"/>
                    <a:pt x="877" y="2"/>
                  </a:cubicBezTo>
                  <a:cubicBezTo>
                    <a:pt x="865" y="1"/>
                    <a:pt x="853" y="1"/>
                    <a:pt x="841" y="1"/>
                  </a:cubicBezTo>
                  <a:close/>
                </a:path>
              </a:pathLst>
            </a:custGeom>
            <a:solidFill>
              <a:srgbClr val="FF71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44">
              <a:extLst>
                <a:ext uri="{FF2B5EF4-FFF2-40B4-BE49-F238E27FC236}">
                  <a16:creationId xmlns:a16="http://schemas.microsoft.com/office/drawing/2014/main" id="{F7616D13-35C0-C066-5A18-2859A9A2257F}"/>
                </a:ext>
              </a:extLst>
            </p:cNvPr>
            <p:cNvSpPr/>
            <p:nvPr/>
          </p:nvSpPr>
          <p:spPr>
            <a:xfrm>
              <a:off x="1405754" y="4079339"/>
              <a:ext cx="11727" cy="10986"/>
            </a:xfrm>
            <a:custGeom>
              <a:avLst/>
              <a:gdLst/>
              <a:ahLst/>
              <a:cxnLst/>
              <a:rect l="l" t="t" r="r" b="b"/>
              <a:pathLst>
                <a:path w="380" h="356" extrusionOk="0">
                  <a:moveTo>
                    <a:pt x="1" y="0"/>
                  </a:moveTo>
                  <a:cubicBezTo>
                    <a:pt x="1" y="0"/>
                    <a:pt x="155" y="154"/>
                    <a:pt x="180" y="191"/>
                  </a:cubicBezTo>
                  <a:cubicBezTo>
                    <a:pt x="214" y="236"/>
                    <a:pt x="192" y="285"/>
                    <a:pt x="132" y="356"/>
                  </a:cubicBezTo>
                  <a:cubicBezTo>
                    <a:pt x="226" y="333"/>
                    <a:pt x="379" y="154"/>
                    <a:pt x="274" y="142"/>
                  </a:cubicBezTo>
                  <a:cubicBezTo>
                    <a:pt x="180" y="131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7B5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44">
              <a:extLst>
                <a:ext uri="{FF2B5EF4-FFF2-40B4-BE49-F238E27FC236}">
                  <a16:creationId xmlns:a16="http://schemas.microsoft.com/office/drawing/2014/main" id="{4EFB3078-580A-8537-FB63-17B8F34774E3}"/>
                </a:ext>
              </a:extLst>
            </p:cNvPr>
            <p:cNvSpPr/>
            <p:nvPr/>
          </p:nvSpPr>
          <p:spPr>
            <a:xfrm>
              <a:off x="1416740" y="4094060"/>
              <a:ext cx="9165" cy="7962"/>
            </a:xfrm>
            <a:custGeom>
              <a:avLst/>
              <a:gdLst/>
              <a:ahLst/>
              <a:cxnLst/>
              <a:rect l="l" t="t" r="r" b="b"/>
              <a:pathLst>
                <a:path w="297" h="258" extrusionOk="0">
                  <a:moveTo>
                    <a:pt x="218" y="0"/>
                  </a:moveTo>
                  <a:cubicBezTo>
                    <a:pt x="176" y="0"/>
                    <a:pt x="123" y="9"/>
                    <a:pt x="83" y="44"/>
                  </a:cubicBezTo>
                  <a:cubicBezTo>
                    <a:pt x="1" y="126"/>
                    <a:pt x="38" y="257"/>
                    <a:pt x="38" y="257"/>
                  </a:cubicBezTo>
                  <a:cubicBezTo>
                    <a:pt x="38" y="257"/>
                    <a:pt x="60" y="126"/>
                    <a:pt x="143" y="81"/>
                  </a:cubicBezTo>
                  <a:cubicBezTo>
                    <a:pt x="214" y="32"/>
                    <a:pt x="296" y="10"/>
                    <a:pt x="296" y="10"/>
                  </a:cubicBezTo>
                  <a:cubicBezTo>
                    <a:pt x="296" y="10"/>
                    <a:pt x="262" y="0"/>
                    <a:pt x="218" y="0"/>
                  </a:cubicBezTo>
                  <a:close/>
                </a:path>
              </a:pathLst>
            </a:custGeom>
            <a:solidFill>
              <a:srgbClr val="F7B5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44">
              <a:extLst>
                <a:ext uri="{FF2B5EF4-FFF2-40B4-BE49-F238E27FC236}">
                  <a16:creationId xmlns:a16="http://schemas.microsoft.com/office/drawing/2014/main" id="{3A7AE41A-9DA5-F326-8159-78789E5AFFB4}"/>
                </a:ext>
              </a:extLst>
            </p:cNvPr>
            <p:cNvSpPr/>
            <p:nvPr/>
          </p:nvSpPr>
          <p:spPr>
            <a:xfrm>
              <a:off x="1387145" y="4076068"/>
              <a:ext cx="7530" cy="11356"/>
            </a:xfrm>
            <a:custGeom>
              <a:avLst/>
              <a:gdLst/>
              <a:ahLst/>
              <a:cxnLst/>
              <a:rect l="l" t="t" r="r" b="b"/>
              <a:pathLst>
                <a:path w="244" h="368" extrusionOk="0">
                  <a:moveTo>
                    <a:pt x="190" y="1"/>
                  </a:moveTo>
                  <a:cubicBezTo>
                    <a:pt x="182" y="1"/>
                    <a:pt x="173" y="4"/>
                    <a:pt x="166" y="12"/>
                  </a:cubicBezTo>
                  <a:cubicBezTo>
                    <a:pt x="166" y="12"/>
                    <a:pt x="1" y="166"/>
                    <a:pt x="46" y="368"/>
                  </a:cubicBezTo>
                  <a:cubicBezTo>
                    <a:pt x="83" y="237"/>
                    <a:pt x="200" y="118"/>
                    <a:pt x="226" y="69"/>
                  </a:cubicBezTo>
                  <a:cubicBezTo>
                    <a:pt x="243" y="43"/>
                    <a:pt x="218" y="1"/>
                    <a:pt x="190" y="1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44">
              <a:extLst>
                <a:ext uri="{FF2B5EF4-FFF2-40B4-BE49-F238E27FC236}">
                  <a16:creationId xmlns:a16="http://schemas.microsoft.com/office/drawing/2014/main" id="{447A4493-97BC-7504-C4AD-B8A5574E9AAB}"/>
                </a:ext>
              </a:extLst>
            </p:cNvPr>
            <p:cNvSpPr/>
            <p:nvPr/>
          </p:nvSpPr>
          <p:spPr>
            <a:xfrm>
              <a:off x="1398933" y="4066409"/>
              <a:ext cx="10554" cy="4938"/>
            </a:xfrm>
            <a:custGeom>
              <a:avLst/>
              <a:gdLst/>
              <a:ahLst/>
              <a:cxnLst/>
              <a:rect l="l" t="t" r="r" b="b"/>
              <a:pathLst>
                <a:path w="342" h="160" extrusionOk="0">
                  <a:moveTo>
                    <a:pt x="253" y="1"/>
                  </a:moveTo>
                  <a:cubicBezTo>
                    <a:pt x="121" y="1"/>
                    <a:pt x="31" y="98"/>
                    <a:pt x="31" y="98"/>
                  </a:cubicBezTo>
                  <a:cubicBezTo>
                    <a:pt x="1" y="121"/>
                    <a:pt x="36" y="159"/>
                    <a:pt x="76" y="159"/>
                  </a:cubicBezTo>
                  <a:cubicBezTo>
                    <a:pt x="81" y="159"/>
                    <a:pt x="86" y="159"/>
                    <a:pt x="91" y="157"/>
                  </a:cubicBezTo>
                  <a:cubicBezTo>
                    <a:pt x="128" y="146"/>
                    <a:pt x="222" y="41"/>
                    <a:pt x="341" y="15"/>
                  </a:cubicBezTo>
                  <a:cubicBezTo>
                    <a:pt x="310" y="5"/>
                    <a:pt x="281" y="1"/>
                    <a:pt x="253" y="1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44">
              <a:extLst>
                <a:ext uri="{FF2B5EF4-FFF2-40B4-BE49-F238E27FC236}">
                  <a16:creationId xmlns:a16="http://schemas.microsoft.com/office/drawing/2014/main" id="{54FAB6E4-B180-4148-ED15-7A2C18882D81}"/>
                </a:ext>
              </a:extLst>
            </p:cNvPr>
            <p:cNvSpPr/>
            <p:nvPr/>
          </p:nvSpPr>
          <p:spPr>
            <a:xfrm>
              <a:off x="1394428" y="4082827"/>
              <a:ext cx="4444" cy="3857"/>
            </a:xfrm>
            <a:custGeom>
              <a:avLst/>
              <a:gdLst/>
              <a:ahLst/>
              <a:cxnLst/>
              <a:rect l="l" t="t" r="r" b="b"/>
              <a:pathLst>
                <a:path w="144" h="125" extrusionOk="0">
                  <a:moveTo>
                    <a:pt x="62" y="0"/>
                  </a:moveTo>
                  <a:cubicBezTo>
                    <a:pt x="49" y="0"/>
                    <a:pt x="35" y="6"/>
                    <a:pt x="24" y="18"/>
                  </a:cubicBezTo>
                  <a:cubicBezTo>
                    <a:pt x="1" y="29"/>
                    <a:pt x="12" y="78"/>
                    <a:pt x="35" y="101"/>
                  </a:cubicBezTo>
                  <a:cubicBezTo>
                    <a:pt x="58" y="115"/>
                    <a:pt x="80" y="124"/>
                    <a:pt x="99" y="124"/>
                  </a:cubicBezTo>
                  <a:cubicBezTo>
                    <a:pt x="111" y="124"/>
                    <a:pt x="122" y="121"/>
                    <a:pt x="132" y="112"/>
                  </a:cubicBezTo>
                  <a:cubicBezTo>
                    <a:pt x="143" y="89"/>
                    <a:pt x="143" y="52"/>
                    <a:pt x="106" y="29"/>
                  </a:cubicBezTo>
                  <a:cubicBezTo>
                    <a:pt x="94" y="9"/>
                    <a:pt x="78" y="0"/>
                    <a:pt x="62" y="0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44">
              <a:extLst>
                <a:ext uri="{FF2B5EF4-FFF2-40B4-BE49-F238E27FC236}">
                  <a16:creationId xmlns:a16="http://schemas.microsoft.com/office/drawing/2014/main" id="{C7DF3DE8-CEA8-6D69-FD44-D60313C44CE9}"/>
                </a:ext>
              </a:extLst>
            </p:cNvPr>
            <p:cNvSpPr/>
            <p:nvPr/>
          </p:nvSpPr>
          <p:spPr>
            <a:xfrm>
              <a:off x="1396279" y="4083567"/>
              <a:ext cx="1450" cy="1420"/>
            </a:xfrm>
            <a:custGeom>
              <a:avLst/>
              <a:gdLst/>
              <a:ahLst/>
              <a:cxnLst/>
              <a:rect l="l" t="t" r="r" b="b"/>
              <a:pathLst>
                <a:path w="47" h="46" extrusionOk="0">
                  <a:moveTo>
                    <a:pt x="12" y="0"/>
                  </a:moveTo>
                  <a:cubicBezTo>
                    <a:pt x="8" y="0"/>
                    <a:pt x="4" y="2"/>
                    <a:pt x="1" y="5"/>
                  </a:cubicBezTo>
                  <a:cubicBezTo>
                    <a:pt x="1" y="5"/>
                    <a:pt x="1" y="28"/>
                    <a:pt x="12" y="28"/>
                  </a:cubicBezTo>
                  <a:cubicBezTo>
                    <a:pt x="20" y="36"/>
                    <a:pt x="28" y="46"/>
                    <a:pt x="36" y="46"/>
                  </a:cubicBezTo>
                  <a:cubicBezTo>
                    <a:pt x="39" y="46"/>
                    <a:pt x="43" y="44"/>
                    <a:pt x="46" y="40"/>
                  </a:cubicBezTo>
                  <a:cubicBezTo>
                    <a:pt x="46" y="28"/>
                    <a:pt x="46" y="17"/>
                    <a:pt x="35" y="5"/>
                  </a:cubicBezTo>
                  <a:cubicBezTo>
                    <a:pt x="27" y="5"/>
                    <a:pt x="20" y="0"/>
                    <a:pt x="1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44">
              <a:extLst>
                <a:ext uri="{FF2B5EF4-FFF2-40B4-BE49-F238E27FC236}">
                  <a16:creationId xmlns:a16="http://schemas.microsoft.com/office/drawing/2014/main" id="{837FF514-7742-503C-4827-65F963086C1C}"/>
                </a:ext>
              </a:extLst>
            </p:cNvPr>
            <p:cNvSpPr/>
            <p:nvPr/>
          </p:nvSpPr>
          <p:spPr>
            <a:xfrm>
              <a:off x="1406895" y="4072241"/>
              <a:ext cx="4444" cy="3857"/>
            </a:xfrm>
            <a:custGeom>
              <a:avLst/>
              <a:gdLst/>
              <a:ahLst/>
              <a:cxnLst/>
              <a:rect l="l" t="t" r="r" b="b"/>
              <a:pathLst>
                <a:path w="144" h="125" extrusionOk="0">
                  <a:moveTo>
                    <a:pt x="56" y="1"/>
                  </a:moveTo>
                  <a:cubicBezTo>
                    <a:pt x="41" y="1"/>
                    <a:pt x="29" y="7"/>
                    <a:pt x="24" y="17"/>
                  </a:cubicBezTo>
                  <a:cubicBezTo>
                    <a:pt x="1" y="28"/>
                    <a:pt x="1" y="77"/>
                    <a:pt x="35" y="99"/>
                  </a:cubicBezTo>
                  <a:cubicBezTo>
                    <a:pt x="49" y="113"/>
                    <a:pt x="69" y="124"/>
                    <a:pt x="87" y="124"/>
                  </a:cubicBezTo>
                  <a:cubicBezTo>
                    <a:pt x="98" y="124"/>
                    <a:pt x="109" y="120"/>
                    <a:pt x="118" y="111"/>
                  </a:cubicBezTo>
                  <a:cubicBezTo>
                    <a:pt x="143" y="88"/>
                    <a:pt x="129" y="51"/>
                    <a:pt x="106" y="28"/>
                  </a:cubicBezTo>
                  <a:cubicBezTo>
                    <a:pt x="94" y="9"/>
                    <a:pt x="73" y="1"/>
                    <a:pt x="56" y="1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44">
              <a:extLst>
                <a:ext uri="{FF2B5EF4-FFF2-40B4-BE49-F238E27FC236}">
                  <a16:creationId xmlns:a16="http://schemas.microsoft.com/office/drawing/2014/main" id="{AA9EAABD-47C8-E22E-ECBA-A683B5100EE1}"/>
                </a:ext>
              </a:extLst>
            </p:cNvPr>
            <p:cNvSpPr/>
            <p:nvPr/>
          </p:nvSpPr>
          <p:spPr>
            <a:xfrm>
              <a:off x="1408315" y="4072951"/>
              <a:ext cx="1882" cy="1450"/>
            </a:xfrm>
            <a:custGeom>
              <a:avLst/>
              <a:gdLst/>
              <a:ahLst/>
              <a:cxnLst/>
              <a:rect l="l" t="t" r="r" b="b"/>
              <a:pathLst>
                <a:path w="61" h="47" extrusionOk="0">
                  <a:moveTo>
                    <a:pt x="25" y="0"/>
                  </a:moveTo>
                  <a:cubicBezTo>
                    <a:pt x="21" y="0"/>
                    <a:pt x="17" y="1"/>
                    <a:pt x="12" y="5"/>
                  </a:cubicBezTo>
                  <a:cubicBezTo>
                    <a:pt x="0" y="5"/>
                    <a:pt x="12" y="28"/>
                    <a:pt x="12" y="28"/>
                  </a:cubicBezTo>
                  <a:cubicBezTo>
                    <a:pt x="22" y="38"/>
                    <a:pt x="31" y="47"/>
                    <a:pt x="39" y="47"/>
                  </a:cubicBezTo>
                  <a:cubicBezTo>
                    <a:pt x="42" y="47"/>
                    <a:pt x="46" y="45"/>
                    <a:pt x="49" y="42"/>
                  </a:cubicBezTo>
                  <a:cubicBezTo>
                    <a:pt x="60" y="28"/>
                    <a:pt x="49" y="17"/>
                    <a:pt x="49" y="5"/>
                  </a:cubicBezTo>
                  <a:cubicBezTo>
                    <a:pt x="41" y="5"/>
                    <a:pt x="34" y="0"/>
                    <a:pt x="25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72" name="Google Shape;1572;p44">
            <a:extLst>
              <a:ext uri="{FF2B5EF4-FFF2-40B4-BE49-F238E27FC236}">
                <a16:creationId xmlns:a16="http://schemas.microsoft.com/office/drawing/2014/main" id="{C6D6CA1A-39D1-52F7-E801-30CD309A9E9C}"/>
              </a:ext>
            </a:extLst>
          </p:cNvPr>
          <p:cNvGrpSpPr/>
          <p:nvPr/>
        </p:nvGrpSpPr>
        <p:grpSpPr>
          <a:xfrm rot="-1145904">
            <a:off x="5555042" y="564163"/>
            <a:ext cx="1474747" cy="790660"/>
            <a:chOff x="7128900" y="211575"/>
            <a:chExt cx="1736325" cy="930901"/>
          </a:xfrm>
        </p:grpSpPr>
        <p:sp>
          <p:nvSpPr>
            <p:cNvPr id="1573" name="Google Shape;1573;p44">
              <a:extLst>
                <a:ext uri="{FF2B5EF4-FFF2-40B4-BE49-F238E27FC236}">
                  <a16:creationId xmlns:a16="http://schemas.microsoft.com/office/drawing/2014/main" id="{E043F4A7-B26A-21EA-D5D2-970BFC9BE943}"/>
                </a:ext>
              </a:extLst>
            </p:cNvPr>
            <p:cNvSpPr/>
            <p:nvPr/>
          </p:nvSpPr>
          <p:spPr>
            <a:xfrm rot="-665562">
              <a:off x="7164234" y="578536"/>
              <a:ext cx="414494" cy="407534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lvl="0" algn="ctr"/>
              <a:r>
                <a:rPr b="0" i="0"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noFill/>
                  <a:latin typeface="Fredoka One"/>
                </a:rPr>
                <a:t>z</a:t>
              </a:r>
            </a:p>
          </p:txBody>
        </p:sp>
        <p:sp>
          <p:nvSpPr>
            <p:cNvPr id="1574" name="Google Shape;1574;p44">
              <a:extLst>
                <a:ext uri="{FF2B5EF4-FFF2-40B4-BE49-F238E27FC236}">
                  <a16:creationId xmlns:a16="http://schemas.microsoft.com/office/drawing/2014/main" id="{3F26E2AF-4343-0EB9-07B6-D2B89C47678D}"/>
                </a:ext>
              </a:extLst>
            </p:cNvPr>
            <p:cNvSpPr/>
            <p:nvPr/>
          </p:nvSpPr>
          <p:spPr>
            <a:xfrm rot="1035015">
              <a:off x="7718641" y="260278"/>
              <a:ext cx="404653" cy="502242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lvl="0" algn="ctr"/>
              <a:r>
                <a:rPr b="0" i="0"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noFill/>
                  <a:latin typeface="Fredoka One"/>
                </a:rPr>
                <a:t>Z</a:t>
              </a:r>
            </a:p>
          </p:txBody>
        </p:sp>
        <p:sp>
          <p:nvSpPr>
            <p:cNvPr id="1575" name="Google Shape;1575;p44">
              <a:extLst>
                <a:ext uri="{FF2B5EF4-FFF2-40B4-BE49-F238E27FC236}">
                  <a16:creationId xmlns:a16="http://schemas.microsoft.com/office/drawing/2014/main" id="{B114A49A-809F-E384-C4AE-5C70CDD3AF34}"/>
                </a:ext>
              </a:extLst>
            </p:cNvPr>
            <p:cNvSpPr/>
            <p:nvPr/>
          </p:nvSpPr>
          <p:spPr>
            <a:xfrm rot="552470">
              <a:off x="8241636" y="393176"/>
              <a:ext cx="570603" cy="708209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lvl="0" algn="ctr"/>
              <a:r>
                <a:rPr b="0" i="0"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noFill/>
                  <a:latin typeface="Fredoka One"/>
                </a:rPr>
                <a:t>Z</a:t>
              </a:r>
            </a:p>
          </p:txBody>
        </p:sp>
      </p:grpSp>
      <p:grpSp>
        <p:nvGrpSpPr>
          <p:cNvPr id="1576" name="Google Shape;1576;p44">
            <a:extLst>
              <a:ext uri="{FF2B5EF4-FFF2-40B4-BE49-F238E27FC236}">
                <a16:creationId xmlns:a16="http://schemas.microsoft.com/office/drawing/2014/main" id="{4DA9C371-55AF-F1F5-42C0-6BD25176751A}"/>
              </a:ext>
            </a:extLst>
          </p:cNvPr>
          <p:cNvGrpSpPr/>
          <p:nvPr/>
        </p:nvGrpSpPr>
        <p:grpSpPr>
          <a:xfrm rot="-3373542">
            <a:off x="4994339" y="652431"/>
            <a:ext cx="851654" cy="870195"/>
            <a:chOff x="8666383" y="2375725"/>
            <a:chExt cx="851689" cy="870231"/>
          </a:xfrm>
        </p:grpSpPr>
        <p:sp>
          <p:nvSpPr>
            <p:cNvPr id="1577" name="Google Shape;1577;p44">
              <a:extLst>
                <a:ext uri="{FF2B5EF4-FFF2-40B4-BE49-F238E27FC236}">
                  <a16:creationId xmlns:a16="http://schemas.microsoft.com/office/drawing/2014/main" id="{FD095981-6F34-3008-892E-E571E6884B8E}"/>
                </a:ext>
              </a:extLst>
            </p:cNvPr>
            <p:cNvSpPr/>
            <p:nvPr/>
          </p:nvSpPr>
          <p:spPr>
            <a:xfrm>
              <a:off x="9482364" y="2621544"/>
              <a:ext cx="35708" cy="37286"/>
            </a:xfrm>
            <a:custGeom>
              <a:avLst/>
              <a:gdLst/>
              <a:ahLst/>
              <a:cxnLst/>
              <a:rect l="l" t="t" r="r" b="b"/>
              <a:pathLst>
                <a:path w="181" h="189" extrusionOk="0">
                  <a:moveTo>
                    <a:pt x="98" y="1"/>
                  </a:moveTo>
                  <a:cubicBezTo>
                    <a:pt x="38" y="1"/>
                    <a:pt x="1" y="46"/>
                    <a:pt x="1" y="95"/>
                  </a:cubicBezTo>
                  <a:cubicBezTo>
                    <a:pt x="1" y="143"/>
                    <a:pt x="38" y="189"/>
                    <a:pt x="98" y="189"/>
                  </a:cubicBezTo>
                  <a:cubicBezTo>
                    <a:pt x="143" y="189"/>
                    <a:pt x="180" y="143"/>
                    <a:pt x="180" y="95"/>
                  </a:cubicBezTo>
                  <a:cubicBezTo>
                    <a:pt x="180" y="46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44">
              <a:extLst>
                <a:ext uri="{FF2B5EF4-FFF2-40B4-BE49-F238E27FC236}">
                  <a16:creationId xmlns:a16="http://schemas.microsoft.com/office/drawing/2014/main" id="{19E77AF8-94FF-6CDA-041C-A6B63251EF3A}"/>
                </a:ext>
              </a:extLst>
            </p:cNvPr>
            <p:cNvSpPr/>
            <p:nvPr/>
          </p:nvSpPr>
          <p:spPr>
            <a:xfrm>
              <a:off x="9110872" y="2649559"/>
              <a:ext cx="68062" cy="68260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7" y="1"/>
                  </a:moveTo>
                  <a:cubicBezTo>
                    <a:pt x="83" y="1"/>
                    <a:pt x="1" y="72"/>
                    <a:pt x="1" y="166"/>
                  </a:cubicBezTo>
                  <a:cubicBezTo>
                    <a:pt x="1" y="260"/>
                    <a:pt x="83" y="345"/>
                    <a:pt x="177" y="345"/>
                  </a:cubicBezTo>
                  <a:cubicBezTo>
                    <a:pt x="274" y="345"/>
                    <a:pt x="345" y="260"/>
                    <a:pt x="345" y="166"/>
                  </a:cubicBezTo>
                  <a:cubicBezTo>
                    <a:pt x="345" y="72"/>
                    <a:pt x="274" y="1"/>
                    <a:pt x="177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44">
              <a:extLst>
                <a:ext uri="{FF2B5EF4-FFF2-40B4-BE49-F238E27FC236}">
                  <a16:creationId xmlns:a16="http://schemas.microsoft.com/office/drawing/2014/main" id="{55CF0ADB-579D-14A4-B8ED-925703270E3D}"/>
                </a:ext>
              </a:extLst>
            </p:cNvPr>
            <p:cNvSpPr/>
            <p:nvPr/>
          </p:nvSpPr>
          <p:spPr>
            <a:xfrm>
              <a:off x="9365767" y="2838757"/>
              <a:ext cx="44389" cy="42416"/>
            </a:xfrm>
            <a:custGeom>
              <a:avLst/>
              <a:gdLst/>
              <a:ahLst/>
              <a:cxnLst/>
              <a:rect l="l" t="t" r="r" b="b"/>
              <a:pathLst>
                <a:path w="225" h="215" extrusionOk="0">
                  <a:moveTo>
                    <a:pt x="120" y="1"/>
                  </a:moveTo>
                  <a:cubicBezTo>
                    <a:pt x="49" y="1"/>
                    <a:pt x="0" y="49"/>
                    <a:pt x="0" y="109"/>
                  </a:cubicBezTo>
                  <a:cubicBezTo>
                    <a:pt x="0" y="169"/>
                    <a:pt x="49" y="214"/>
                    <a:pt x="120" y="214"/>
                  </a:cubicBezTo>
                  <a:cubicBezTo>
                    <a:pt x="179" y="214"/>
                    <a:pt x="225" y="169"/>
                    <a:pt x="225" y="109"/>
                  </a:cubicBezTo>
                  <a:cubicBezTo>
                    <a:pt x="225" y="49"/>
                    <a:pt x="179" y="1"/>
                    <a:pt x="12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44">
              <a:extLst>
                <a:ext uri="{FF2B5EF4-FFF2-40B4-BE49-F238E27FC236}">
                  <a16:creationId xmlns:a16="http://schemas.microsoft.com/office/drawing/2014/main" id="{E80E8785-0B08-FAB6-1045-A986696F65AE}"/>
                </a:ext>
              </a:extLst>
            </p:cNvPr>
            <p:cNvSpPr/>
            <p:nvPr/>
          </p:nvSpPr>
          <p:spPr>
            <a:xfrm>
              <a:off x="9305002" y="2375725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44">
              <a:extLst>
                <a:ext uri="{FF2B5EF4-FFF2-40B4-BE49-F238E27FC236}">
                  <a16:creationId xmlns:a16="http://schemas.microsoft.com/office/drawing/2014/main" id="{022A0C05-358D-201D-14B0-2308B857A995}"/>
                </a:ext>
              </a:extLst>
            </p:cNvPr>
            <p:cNvSpPr/>
            <p:nvPr/>
          </p:nvSpPr>
          <p:spPr>
            <a:xfrm>
              <a:off x="9052474" y="2495281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06"/>
                    <a:pt x="35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44">
              <a:extLst>
                <a:ext uri="{FF2B5EF4-FFF2-40B4-BE49-F238E27FC236}">
                  <a16:creationId xmlns:a16="http://schemas.microsoft.com/office/drawing/2014/main" id="{51398719-F932-5011-E041-C3D26A8C396D}"/>
                </a:ext>
              </a:extLst>
            </p:cNvPr>
            <p:cNvSpPr/>
            <p:nvPr/>
          </p:nvSpPr>
          <p:spPr>
            <a:xfrm>
              <a:off x="9305002" y="2555848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44">
              <a:extLst>
                <a:ext uri="{FF2B5EF4-FFF2-40B4-BE49-F238E27FC236}">
                  <a16:creationId xmlns:a16="http://schemas.microsoft.com/office/drawing/2014/main" id="{CED3852C-FFD8-CEFD-FC22-1A8D56C26636}"/>
                </a:ext>
              </a:extLst>
            </p:cNvPr>
            <p:cNvSpPr/>
            <p:nvPr/>
          </p:nvSpPr>
          <p:spPr>
            <a:xfrm>
              <a:off x="8825791" y="2621544"/>
              <a:ext cx="60763" cy="60763"/>
            </a:xfrm>
            <a:custGeom>
              <a:avLst/>
              <a:gdLst/>
              <a:ahLst/>
              <a:cxnLst/>
              <a:rect l="l" t="t" r="r" b="b"/>
              <a:pathLst>
                <a:path w="308" h="308" extrusionOk="0">
                  <a:moveTo>
                    <a:pt x="154" y="1"/>
                  </a:moveTo>
                  <a:cubicBezTo>
                    <a:pt x="72" y="1"/>
                    <a:pt x="0" y="72"/>
                    <a:pt x="0" y="154"/>
                  </a:cubicBezTo>
                  <a:cubicBezTo>
                    <a:pt x="0" y="237"/>
                    <a:pt x="72" y="308"/>
                    <a:pt x="154" y="308"/>
                  </a:cubicBezTo>
                  <a:cubicBezTo>
                    <a:pt x="237" y="308"/>
                    <a:pt x="308" y="237"/>
                    <a:pt x="308" y="154"/>
                  </a:cubicBezTo>
                  <a:cubicBezTo>
                    <a:pt x="308" y="72"/>
                    <a:pt x="237" y="1"/>
                    <a:pt x="15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44">
              <a:extLst>
                <a:ext uri="{FF2B5EF4-FFF2-40B4-BE49-F238E27FC236}">
                  <a16:creationId xmlns:a16="http://schemas.microsoft.com/office/drawing/2014/main" id="{EB26473B-C624-2C8F-015C-7EED90584B1E}"/>
                </a:ext>
              </a:extLst>
            </p:cNvPr>
            <p:cNvSpPr/>
            <p:nvPr/>
          </p:nvSpPr>
          <p:spPr>
            <a:xfrm>
              <a:off x="8687690" y="2951013"/>
              <a:ext cx="34919" cy="35511"/>
            </a:xfrm>
            <a:custGeom>
              <a:avLst/>
              <a:gdLst/>
              <a:ahLst/>
              <a:cxnLst/>
              <a:rect l="l" t="t" r="r" b="b"/>
              <a:pathLst>
                <a:path w="177" h="180" extrusionOk="0">
                  <a:moveTo>
                    <a:pt x="94" y="1"/>
                  </a:moveTo>
                  <a:cubicBezTo>
                    <a:pt x="35" y="1"/>
                    <a:pt x="1" y="49"/>
                    <a:pt x="1" y="97"/>
                  </a:cubicBezTo>
                  <a:cubicBezTo>
                    <a:pt x="1" y="143"/>
                    <a:pt x="35" y="180"/>
                    <a:pt x="94" y="180"/>
                  </a:cubicBezTo>
                  <a:cubicBezTo>
                    <a:pt x="143" y="180"/>
                    <a:pt x="177" y="143"/>
                    <a:pt x="177" y="97"/>
                  </a:cubicBezTo>
                  <a:cubicBezTo>
                    <a:pt x="177" y="49"/>
                    <a:pt x="143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44">
              <a:extLst>
                <a:ext uri="{FF2B5EF4-FFF2-40B4-BE49-F238E27FC236}">
                  <a16:creationId xmlns:a16="http://schemas.microsoft.com/office/drawing/2014/main" id="{BDA67EE2-E396-F3A3-C421-82432211D83A}"/>
                </a:ext>
              </a:extLst>
            </p:cNvPr>
            <p:cNvSpPr/>
            <p:nvPr/>
          </p:nvSpPr>
          <p:spPr>
            <a:xfrm>
              <a:off x="8942585" y="2860064"/>
              <a:ext cx="34919" cy="35116"/>
            </a:xfrm>
            <a:custGeom>
              <a:avLst/>
              <a:gdLst/>
              <a:ahLst/>
              <a:cxnLst/>
              <a:rect l="l" t="t" r="r" b="b"/>
              <a:pathLst>
                <a:path w="177" h="178" extrusionOk="0">
                  <a:moveTo>
                    <a:pt x="83" y="1"/>
                  </a:moveTo>
                  <a:cubicBezTo>
                    <a:pt x="34" y="1"/>
                    <a:pt x="0" y="35"/>
                    <a:pt x="0" y="83"/>
                  </a:cubicBezTo>
                  <a:cubicBezTo>
                    <a:pt x="0" y="143"/>
                    <a:pt x="34" y="177"/>
                    <a:pt x="83" y="177"/>
                  </a:cubicBezTo>
                  <a:cubicBezTo>
                    <a:pt x="131" y="177"/>
                    <a:pt x="177" y="143"/>
                    <a:pt x="177" y="83"/>
                  </a:cubicBezTo>
                  <a:cubicBezTo>
                    <a:pt x="177" y="35"/>
                    <a:pt x="131" y="1"/>
                    <a:pt x="8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44">
              <a:extLst>
                <a:ext uri="{FF2B5EF4-FFF2-40B4-BE49-F238E27FC236}">
                  <a16:creationId xmlns:a16="http://schemas.microsoft.com/office/drawing/2014/main" id="{A3E96ACF-B14E-E875-B6C5-AF035A6BF119}"/>
                </a:ext>
              </a:extLst>
            </p:cNvPr>
            <p:cNvSpPr/>
            <p:nvPr/>
          </p:nvSpPr>
          <p:spPr>
            <a:xfrm>
              <a:off x="8666383" y="3189533"/>
              <a:ext cx="56226" cy="56423"/>
            </a:xfrm>
            <a:custGeom>
              <a:avLst/>
              <a:gdLst/>
              <a:ahLst/>
              <a:cxnLst/>
              <a:rect l="l" t="t" r="r" b="b"/>
              <a:pathLst>
                <a:path w="285" h="28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26"/>
                    <a:pt x="72" y="285"/>
                    <a:pt x="143" y="285"/>
                  </a:cubicBezTo>
                  <a:cubicBezTo>
                    <a:pt x="225" y="285"/>
                    <a:pt x="285" y="226"/>
                    <a:pt x="285" y="143"/>
                  </a:cubicBezTo>
                  <a:cubicBezTo>
                    <a:pt x="285" y="72"/>
                    <a:pt x="225" y="1"/>
                    <a:pt x="14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7" name="Google Shape;1587;p44">
            <a:extLst>
              <a:ext uri="{FF2B5EF4-FFF2-40B4-BE49-F238E27FC236}">
                <a16:creationId xmlns:a16="http://schemas.microsoft.com/office/drawing/2014/main" id="{879C301E-1151-E3FA-DC29-2BBDEC55F19B}"/>
              </a:ext>
            </a:extLst>
          </p:cNvPr>
          <p:cNvGrpSpPr/>
          <p:nvPr/>
        </p:nvGrpSpPr>
        <p:grpSpPr>
          <a:xfrm rot="-2700000">
            <a:off x="7808052" y="1252246"/>
            <a:ext cx="320726" cy="1288089"/>
            <a:chOff x="10993435" y="2514813"/>
            <a:chExt cx="320729" cy="1288101"/>
          </a:xfrm>
        </p:grpSpPr>
        <p:sp>
          <p:nvSpPr>
            <p:cNvPr id="1588" name="Google Shape;1588;p44">
              <a:extLst>
                <a:ext uri="{FF2B5EF4-FFF2-40B4-BE49-F238E27FC236}">
                  <a16:creationId xmlns:a16="http://schemas.microsoft.com/office/drawing/2014/main" id="{A9F430DA-5F83-6443-B5A5-56E3891A73D9}"/>
                </a:ext>
              </a:extLst>
            </p:cNvPr>
            <p:cNvSpPr/>
            <p:nvPr/>
          </p:nvSpPr>
          <p:spPr>
            <a:xfrm>
              <a:off x="11084325" y="3702102"/>
              <a:ext cx="37878" cy="37878"/>
            </a:xfrm>
            <a:custGeom>
              <a:avLst/>
              <a:gdLst/>
              <a:ahLst/>
              <a:cxnLst/>
              <a:rect l="l" t="t" r="r" b="b"/>
              <a:pathLst>
                <a:path w="192" h="192" extrusionOk="0">
                  <a:moveTo>
                    <a:pt x="98" y="1"/>
                  </a:moveTo>
                  <a:cubicBezTo>
                    <a:pt x="38" y="1"/>
                    <a:pt x="1" y="35"/>
                    <a:pt x="1" y="95"/>
                  </a:cubicBezTo>
                  <a:cubicBezTo>
                    <a:pt x="1" y="143"/>
                    <a:pt x="38" y="192"/>
                    <a:pt x="98" y="192"/>
                  </a:cubicBezTo>
                  <a:cubicBezTo>
                    <a:pt x="143" y="192"/>
                    <a:pt x="191" y="143"/>
                    <a:pt x="191" y="95"/>
                  </a:cubicBezTo>
                  <a:cubicBezTo>
                    <a:pt x="191" y="35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44">
              <a:extLst>
                <a:ext uri="{FF2B5EF4-FFF2-40B4-BE49-F238E27FC236}">
                  <a16:creationId xmlns:a16="http://schemas.microsoft.com/office/drawing/2014/main" id="{8E9AB905-6587-3709-7E6C-1784918C7C67}"/>
                </a:ext>
              </a:extLst>
            </p:cNvPr>
            <p:cNvSpPr/>
            <p:nvPr/>
          </p:nvSpPr>
          <p:spPr>
            <a:xfrm>
              <a:off x="10993435" y="2836233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17"/>
                    <a:pt x="35" y="143"/>
                    <a:pt x="72" y="143"/>
                  </a:cubicBezTo>
                  <a:cubicBezTo>
                    <a:pt x="106" y="143"/>
                    <a:pt x="143" y="117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44">
              <a:extLst>
                <a:ext uri="{FF2B5EF4-FFF2-40B4-BE49-F238E27FC236}">
                  <a16:creationId xmlns:a16="http://schemas.microsoft.com/office/drawing/2014/main" id="{D6D1ED43-AD02-193F-CBDB-76E2C77E1DC9}"/>
                </a:ext>
              </a:extLst>
            </p:cNvPr>
            <p:cNvSpPr/>
            <p:nvPr/>
          </p:nvSpPr>
          <p:spPr>
            <a:xfrm>
              <a:off x="11278731" y="2904232"/>
              <a:ext cx="28211" cy="28409"/>
            </a:xfrm>
            <a:custGeom>
              <a:avLst/>
              <a:gdLst/>
              <a:ahLst/>
              <a:cxnLst/>
              <a:rect l="l" t="t" r="r" b="b"/>
              <a:pathLst>
                <a:path w="143" h="144" extrusionOk="0">
                  <a:moveTo>
                    <a:pt x="72" y="1"/>
                  </a:moveTo>
                  <a:cubicBezTo>
                    <a:pt x="23" y="1"/>
                    <a:pt x="0" y="24"/>
                    <a:pt x="0" y="72"/>
                  </a:cubicBezTo>
                  <a:cubicBezTo>
                    <a:pt x="0" y="106"/>
                    <a:pt x="23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24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44">
              <a:extLst>
                <a:ext uri="{FF2B5EF4-FFF2-40B4-BE49-F238E27FC236}">
                  <a16:creationId xmlns:a16="http://schemas.microsoft.com/office/drawing/2014/main" id="{13B7C584-1C39-826E-3736-5E607DD191C5}"/>
                </a:ext>
              </a:extLst>
            </p:cNvPr>
            <p:cNvSpPr/>
            <p:nvPr/>
          </p:nvSpPr>
          <p:spPr>
            <a:xfrm>
              <a:off x="11272117" y="2514813"/>
              <a:ext cx="37878" cy="37878"/>
            </a:xfrm>
            <a:custGeom>
              <a:avLst/>
              <a:gdLst/>
              <a:ahLst/>
              <a:cxnLst/>
              <a:rect l="l" t="t" r="r" b="b"/>
              <a:pathLst>
                <a:path w="192" h="192" extrusionOk="0">
                  <a:moveTo>
                    <a:pt x="94" y="1"/>
                  </a:moveTo>
                  <a:cubicBezTo>
                    <a:pt x="49" y="1"/>
                    <a:pt x="1" y="35"/>
                    <a:pt x="1" y="95"/>
                  </a:cubicBezTo>
                  <a:cubicBezTo>
                    <a:pt x="1" y="143"/>
                    <a:pt x="49" y="191"/>
                    <a:pt x="94" y="191"/>
                  </a:cubicBezTo>
                  <a:cubicBezTo>
                    <a:pt x="154" y="191"/>
                    <a:pt x="191" y="143"/>
                    <a:pt x="191" y="95"/>
                  </a:cubicBezTo>
                  <a:cubicBezTo>
                    <a:pt x="191" y="35"/>
                    <a:pt x="154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44">
              <a:extLst>
                <a:ext uri="{FF2B5EF4-FFF2-40B4-BE49-F238E27FC236}">
                  <a16:creationId xmlns:a16="http://schemas.microsoft.com/office/drawing/2014/main" id="{2B29DC87-89F7-D176-D3C6-4296F9135EF0}"/>
                </a:ext>
              </a:extLst>
            </p:cNvPr>
            <p:cNvSpPr/>
            <p:nvPr/>
          </p:nvSpPr>
          <p:spPr>
            <a:xfrm>
              <a:off x="11274116" y="3762866"/>
              <a:ext cx="40048" cy="40048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4" y="0"/>
                  </a:moveTo>
                  <a:cubicBezTo>
                    <a:pt x="46" y="0"/>
                    <a:pt x="0" y="37"/>
                    <a:pt x="0" y="97"/>
                  </a:cubicBezTo>
                  <a:cubicBezTo>
                    <a:pt x="0" y="154"/>
                    <a:pt x="46" y="202"/>
                    <a:pt x="94" y="202"/>
                  </a:cubicBezTo>
                  <a:cubicBezTo>
                    <a:pt x="154" y="202"/>
                    <a:pt x="202" y="154"/>
                    <a:pt x="202" y="97"/>
                  </a:cubicBezTo>
                  <a:cubicBezTo>
                    <a:pt x="202" y="37"/>
                    <a:pt x="154" y="0"/>
                    <a:pt x="94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44">
              <a:extLst>
                <a:ext uri="{FF2B5EF4-FFF2-40B4-BE49-F238E27FC236}">
                  <a16:creationId xmlns:a16="http://schemas.microsoft.com/office/drawing/2014/main" id="{EA3B81C2-666A-0C48-C763-D81A92EDA559}"/>
                </a:ext>
              </a:extLst>
            </p:cNvPr>
            <p:cNvSpPr/>
            <p:nvPr/>
          </p:nvSpPr>
          <p:spPr>
            <a:xfrm>
              <a:off x="11262923" y="3232371"/>
              <a:ext cx="40048" cy="39456"/>
            </a:xfrm>
            <a:custGeom>
              <a:avLst/>
              <a:gdLst/>
              <a:ahLst/>
              <a:cxnLst/>
              <a:rect l="l" t="t" r="r" b="b"/>
              <a:pathLst>
                <a:path w="203" h="200" extrusionOk="0">
                  <a:moveTo>
                    <a:pt x="109" y="1"/>
                  </a:moveTo>
                  <a:cubicBezTo>
                    <a:pt x="49" y="1"/>
                    <a:pt x="1" y="46"/>
                    <a:pt x="1" y="95"/>
                  </a:cubicBezTo>
                  <a:cubicBezTo>
                    <a:pt x="1" y="154"/>
                    <a:pt x="49" y="200"/>
                    <a:pt x="109" y="200"/>
                  </a:cubicBezTo>
                  <a:cubicBezTo>
                    <a:pt x="169" y="200"/>
                    <a:pt x="203" y="154"/>
                    <a:pt x="203" y="95"/>
                  </a:cubicBezTo>
                  <a:cubicBezTo>
                    <a:pt x="203" y="46"/>
                    <a:pt x="169" y="1"/>
                    <a:pt x="109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44">
              <a:extLst>
                <a:ext uri="{FF2B5EF4-FFF2-40B4-BE49-F238E27FC236}">
                  <a16:creationId xmlns:a16="http://schemas.microsoft.com/office/drawing/2014/main" id="{186D22D9-1AA6-A88B-30D7-8DFD56AD98DD}"/>
                </a:ext>
              </a:extLst>
            </p:cNvPr>
            <p:cNvSpPr/>
            <p:nvPr/>
          </p:nvSpPr>
          <p:spPr>
            <a:xfrm>
              <a:off x="11083306" y="3068915"/>
              <a:ext cx="26041" cy="23279"/>
            </a:xfrm>
            <a:custGeom>
              <a:avLst/>
              <a:gdLst/>
              <a:ahLst/>
              <a:cxnLst/>
              <a:rect l="l" t="t" r="r" b="b"/>
              <a:pathLst>
                <a:path w="132" h="118" extrusionOk="0">
                  <a:moveTo>
                    <a:pt x="72" y="1"/>
                  </a:moveTo>
                  <a:cubicBezTo>
                    <a:pt x="38" y="1"/>
                    <a:pt x="1" y="24"/>
                    <a:pt x="1" y="58"/>
                  </a:cubicBezTo>
                  <a:cubicBezTo>
                    <a:pt x="1" y="95"/>
                    <a:pt x="38" y="118"/>
                    <a:pt x="72" y="118"/>
                  </a:cubicBezTo>
                  <a:cubicBezTo>
                    <a:pt x="109" y="118"/>
                    <a:pt x="132" y="95"/>
                    <a:pt x="132" y="58"/>
                  </a:cubicBezTo>
                  <a:cubicBezTo>
                    <a:pt x="132" y="24"/>
                    <a:pt x="109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44">
              <a:extLst>
                <a:ext uri="{FF2B5EF4-FFF2-40B4-BE49-F238E27FC236}">
                  <a16:creationId xmlns:a16="http://schemas.microsoft.com/office/drawing/2014/main" id="{B8F33F91-6DC7-93C9-7917-E033B25625AF}"/>
                </a:ext>
              </a:extLst>
            </p:cNvPr>
            <p:cNvSpPr/>
            <p:nvPr/>
          </p:nvSpPr>
          <p:spPr>
            <a:xfrm>
              <a:off x="11086749" y="3318041"/>
              <a:ext cx="26041" cy="25647"/>
            </a:xfrm>
            <a:custGeom>
              <a:avLst/>
              <a:gdLst/>
              <a:ahLst/>
              <a:cxnLst/>
              <a:rect l="l" t="t" r="r" b="b"/>
              <a:pathLst>
                <a:path w="132" h="130" extrusionOk="0">
                  <a:moveTo>
                    <a:pt x="60" y="1"/>
                  </a:moveTo>
                  <a:cubicBezTo>
                    <a:pt x="23" y="1"/>
                    <a:pt x="0" y="35"/>
                    <a:pt x="0" y="72"/>
                  </a:cubicBezTo>
                  <a:cubicBezTo>
                    <a:pt x="0" y="95"/>
                    <a:pt x="23" y="129"/>
                    <a:pt x="60" y="129"/>
                  </a:cubicBezTo>
                  <a:cubicBezTo>
                    <a:pt x="94" y="129"/>
                    <a:pt x="131" y="95"/>
                    <a:pt x="131" y="72"/>
                  </a:cubicBezTo>
                  <a:cubicBezTo>
                    <a:pt x="131" y="35"/>
                    <a:pt x="94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44">
              <a:extLst>
                <a:ext uri="{FF2B5EF4-FFF2-40B4-BE49-F238E27FC236}">
                  <a16:creationId xmlns:a16="http://schemas.microsoft.com/office/drawing/2014/main" id="{36A7C5C8-AF89-585C-BF8A-8B79F9664336}"/>
                </a:ext>
              </a:extLst>
            </p:cNvPr>
            <p:cNvSpPr/>
            <p:nvPr/>
          </p:nvSpPr>
          <p:spPr>
            <a:xfrm>
              <a:off x="11241903" y="3557451"/>
              <a:ext cx="23871" cy="26041"/>
            </a:xfrm>
            <a:custGeom>
              <a:avLst/>
              <a:gdLst/>
              <a:ahLst/>
              <a:cxnLst/>
              <a:rect l="l" t="t" r="r" b="b"/>
              <a:pathLst>
                <a:path w="121" h="132" extrusionOk="0">
                  <a:moveTo>
                    <a:pt x="60" y="1"/>
                  </a:moveTo>
                  <a:cubicBezTo>
                    <a:pt x="26" y="1"/>
                    <a:pt x="1" y="38"/>
                    <a:pt x="1" y="72"/>
                  </a:cubicBezTo>
                  <a:cubicBezTo>
                    <a:pt x="1" y="98"/>
                    <a:pt x="26" y="132"/>
                    <a:pt x="60" y="132"/>
                  </a:cubicBezTo>
                  <a:cubicBezTo>
                    <a:pt x="97" y="132"/>
                    <a:pt x="120" y="98"/>
                    <a:pt x="120" y="72"/>
                  </a:cubicBezTo>
                  <a:cubicBezTo>
                    <a:pt x="120" y="38"/>
                    <a:pt x="97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44">
              <a:extLst>
                <a:ext uri="{FF2B5EF4-FFF2-40B4-BE49-F238E27FC236}">
                  <a16:creationId xmlns:a16="http://schemas.microsoft.com/office/drawing/2014/main" id="{2DDB217E-94E7-4B5E-7CC5-0E1FC2E7628B}"/>
                </a:ext>
              </a:extLst>
            </p:cNvPr>
            <p:cNvSpPr/>
            <p:nvPr/>
          </p:nvSpPr>
          <p:spPr>
            <a:xfrm>
              <a:off x="11124177" y="3491794"/>
              <a:ext cx="26041" cy="25844"/>
            </a:xfrm>
            <a:custGeom>
              <a:avLst/>
              <a:gdLst/>
              <a:ahLst/>
              <a:cxnLst/>
              <a:rect l="l" t="t" r="r" b="b"/>
              <a:pathLst>
                <a:path w="132" h="131" extrusionOk="0">
                  <a:moveTo>
                    <a:pt x="72" y="0"/>
                  </a:moveTo>
                  <a:cubicBezTo>
                    <a:pt x="38" y="0"/>
                    <a:pt x="1" y="23"/>
                    <a:pt x="1" y="71"/>
                  </a:cubicBezTo>
                  <a:cubicBezTo>
                    <a:pt x="1" y="105"/>
                    <a:pt x="38" y="131"/>
                    <a:pt x="72" y="131"/>
                  </a:cubicBezTo>
                  <a:cubicBezTo>
                    <a:pt x="109" y="131"/>
                    <a:pt x="132" y="105"/>
                    <a:pt x="132" y="71"/>
                  </a:cubicBezTo>
                  <a:cubicBezTo>
                    <a:pt x="132" y="23"/>
                    <a:pt x="109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44">
              <a:extLst>
                <a:ext uri="{FF2B5EF4-FFF2-40B4-BE49-F238E27FC236}">
                  <a16:creationId xmlns:a16="http://schemas.microsoft.com/office/drawing/2014/main" id="{B29F2AB8-5208-6B20-224B-BFC138752CB5}"/>
                </a:ext>
              </a:extLst>
            </p:cNvPr>
            <p:cNvSpPr/>
            <p:nvPr/>
          </p:nvSpPr>
          <p:spPr>
            <a:xfrm>
              <a:off x="11118386" y="2642088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0"/>
                  </a:moveTo>
                  <a:cubicBezTo>
                    <a:pt x="26" y="0"/>
                    <a:pt x="1" y="37"/>
                    <a:pt x="1" y="72"/>
                  </a:cubicBezTo>
                  <a:cubicBezTo>
                    <a:pt x="1" y="109"/>
                    <a:pt x="26" y="131"/>
                    <a:pt x="61" y="131"/>
                  </a:cubicBezTo>
                  <a:cubicBezTo>
                    <a:pt x="98" y="131"/>
                    <a:pt x="132" y="109"/>
                    <a:pt x="132" y="72"/>
                  </a:cubicBezTo>
                  <a:cubicBezTo>
                    <a:pt x="132" y="37"/>
                    <a:pt x="98" y="0"/>
                    <a:pt x="61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44">
              <a:extLst>
                <a:ext uri="{FF2B5EF4-FFF2-40B4-BE49-F238E27FC236}">
                  <a16:creationId xmlns:a16="http://schemas.microsoft.com/office/drawing/2014/main" id="{72A5EF1F-E39B-031F-8CBF-A4BDBD19669C}"/>
                </a:ext>
              </a:extLst>
            </p:cNvPr>
            <p:cNvSpPr/>
            <p:nvPr/>
          </p:nvSpPr>
          <p:spPr>
            <a:xfrm>
              <a:off x="11192241" y="2778405"/>
              <a:ext cx="23674" cy="26041"/>
            </a:xfrm>
            <a:custGeom>
              <a:avLst/>
              <a:gdLst/>
              <a:ahLst/>
              <a:cxnLst/>
              <a:rect l="l" t="t" r="r" b="b"/>
              <a:pathLst>
                <a:path w="120" h="132" extrusionOk="0">
                  <a:moveTo>
                    <a:pt x="60" y="0"/>
                  </a:moveTo>
                  <a:cubicBezTo>
                    <a:pt x="23" y="0"/>
                    <a:pt x="0" y="23"/>
                    <a:pt x="0" y="60"/>
                  </a:cubicBezTo>
                  <a:cubicBezTo>
                    <a:pt x="0" y="94"/>
                    <a:pt x="23" y="131"/>
                    <a:pt x="60" y="131"/>
                  </a:cubicBezTo>
                  <a:cubicBezTo>
                    <a:pt x="94" y="131"/>
                    <a:pt x="120" y="94"/>
                    <a:pt x="120" y="60"/>
                  </a:cubicBezTo>
                  <a:cubicBezTo>
                    <a:pt x="120" y="23"/>
                    <a:pt x="94" y="0"/>
                    <a:pt x="60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44">
              <a:extLst>
                <a:ext uri="{FF2B5EF4-FFF2-40B4-BE49-F238E27FC236}">
                  <a16:creationId xmlns:a16="http://schemas.microsoft.com/office/drawing/2014/main" id="{DFBED16B-F9CC-5F5B-BB16-EBC82205AC1E}"/>
                </a:ext>
              </a:extLst>
            </p:cNvPr>
            <p:cNvSpPr/>
            <p:nvPr/>
          </p:nvSpPr>
          <p:spPr>
            <a:xfrm>
              <a:off x="11159689" y="2916506"/>
              <a:ext cx="20912" cy="20912"/>
            </a:xfrm>
            <a:custGeom>
              <a:avLst/>
              <a:gdLst/>
              <a:ahLst/>
              <a:cxnLst/>
              <a:rect l="l" t="t" r="r" b="b"/>
              <a:pathLst>
                <a:path w="106" h="106" extrusionOk="0">
                  <a:moveTo>
                    <a:pt x="46" y="0"/>
                  </a:moveTo>
                  <a:cubicBezTo>
                    <a:pt x="23" y="0"/>
                    <a:pt x="0" y="23"/>
                    <a:pt x="0" y="48"/>
                  </a:cubicBezTo>
                  <a:cubicBezTo>
                    <a:pt x="0" y="83"/>
                    <a:pt x="23" y="105"/>
                    <a:pt x="46" y="105"/>
                  </a:cubicBezTo>
                  <a:cubicBezTo>
                    <a:pt x="83" y="105"/>
                    <a:pt x="105" y="83"/>
                    <a:pt x="105" y="48"/>
                  </a:cubicBezTo>
                  <a:cubicBezTo>
                    <a:pt x="105" y="23"/>
                    <a:pt x="83" y="0"/>
                    <a:pt x="46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1" name="Google Shape;1601;p44">
            <a:extLst>
              <a:ext uri="{FF2B5EF4-FFF2-40B4-BE49-F238E27FC236}">
                <a16:creationId xmlns:a16="http://schemas.microsoft.com/office/drawing/2014/main" id="{D31947A6-B2B9-CEEF-5DB9-C75E9EB1A36A}"/>
              </a:ext>
            </a:extLst>
          </p:cNvPr>
          <p:cNvSpPr/>
          <p:nvPr/>
        </p:nvSpPr>
        <p:spPr>
          <a:xfrm rot="1729000">
            <a:off x="7341118" y="921091"/>
            <a:ext cx="224136" cy="313397"/>
          </a:xfrm>
          <a:custGeom>
            <a:avLst/>
            <a:gdLst/>
            <a:ahLst/>
            <a:cxnLst/>
            <a:rect l="l" t="t" r="r" b="b"/>
            <a:pathLst>
              <a:path w="2333" h="3262" extrusionOk="0">
                <a:moveTo>
                  <a:pt x="711" y="1"/>
                </a:moveTo>
                <a:cubicBezTo>
                  <a:pt x="450" y="1"/>
                  <a:pt x="213" y="61"/>
                  <a:pt x="0" y="166"/>
                </a:cubicBezTo>
                <a:cubicBezTo>
                  <a:pt x="34" y="155"/>
                  <a:pt x="71" y="155"/>
                  <a:pt x="117" y="155"/>
                </a:cubicBezTo>
                <a:cubicBezTo>
                  <a:pt x="925" y="155"/>
                  <a:pt x="1588" y="820"/>
                  <a:pt x="1588" y="1625"/>
                </a:cubicBezTo>
                <a:cubicBezTo>
                  <a:pt x="1588" y="2442"/>
                  <a:pt x="925" y="3096"/>
                  <a:pt x="117" y="3096"/>
                </a:cubicBezTo>
                <a:lnTo>
                  <a:pt x="0" y="3096"/>
                </a:lnTo>
                <a:cubicBezTo>
                  <a:pt x="213" y="3201"/>
                  <a:pt x="450" y="3261"/>
                  <a:pt x="711" y="3261"/>
                </a:cubicBezTo>
                <a:cubicBezTo>
                  <a:pt x="1610" y="3261"/>
                  <a:pt x="2333" y="2527"/>
                  <a:pt x="2333" y="1625"/>
                </a:cubicBezTo>
                <a:cubicBezTo>
                  <a:pt x="2333" y="724"/>
                  <a:pt x="1610" y="1"/>
                  <a:pt x="711" y="1"/>
                </a:cubicBezTo>
                <a:close/>
              </a:path>
            </a:pathLst>
          </a:custGeom>
          <a:solidFill>
            <a:srgbClr val="EAE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6672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40"/>
          <p:cNvSpPr txBox="1">
            <a:spLocks noGrp="1"/>
          </p:cNvSpPr>
          <p:nvPr>
            <p:ph type="title"/>
          </p:nvPr>
        </p:nvSpPr>
        <p:spPr>
          <a:xfrm>
            <a:off x="1410433" y="352628"/>
            <a:ext cx="6310804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/>
              <a:t>Предизвикателства и решения: Хардуер и данни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1184" name="Google Shape;1184;p40"/>
          <p:cNvSpPr txBox="1"/>
          <p:nvPr/>
        </p:nvSpPr>
        <p:spPr>
          <a:xfrm>
            <a:off x="716334" y="1667050"/>
            <a:ext cx="7704000" cy="165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457200" marR="245595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85E3"/>
              </a:buClr>
              <a:buSzPts val="1400"/>
              <a:buFont typeface="Quicksand" panose="020B0604020202020204" charset="0"/>
              <a:buChar char="●"/>
              <a:tabLst/>
              <a:defRPr/>
            </a:pPr>
            <a:r>
              <a:rPr kumimoji="0" lang="ru-RU" sz="1600" b="0" i="0" u="none" strike="noStrike" kern="0" cap="none" spc="0" normalizeH="0" baseline="0" noProof="0" dirty="0">
                <a:ln>
                  <a:noFill/>
                </a:ln>
                <a:solidFill>
                  <a:srgbClr val="EAE3FF"/>
                </a:solidFill>
                <a:effectLst/>
                <a:uLnTx/>
                <a:uFillTx/>
                <a:sym typeface="Quicksand"/>
              </a:rPr>
              <a:t>Предизвикателство: Позициониране на сензорите (Радар vs. Акселерометър).</a:t>
            </a:r>
          </a:p>
          <a:p>
            <a:pPr marL="457200" marR="245595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85E3"/>
              </a:buClr>
              <a:buSzPts val="1400"/>
              <a:buFont typeface="Quicksand" panose="020B0604020202020204" charset="0"/>
              <a:buChar char="●"/>
              <a:tabLst/>
              <a:defRPr/>
            </a:pPr>
            <a:r>
              <a:rPr kumimoji="0" lang="ru-RU" sz="1600" b="0" i="0" u="none" strike="noStrike" kern="0" cap="none" spc="0" normalizeH="0" baseline="0" noProof="0" dirty="0">
                <a:ln>
                  <a:noFill/>
                </a:ln>
                <a:solidFill>
                  <a:srgbClr val="EAE3FF"/>
                </a:solidFill>
                <a:effectLst/>
                <a:uLnTx/>
                <a:uFillTx/>
                <a:sym typeface="Quicksand"/>
              </a:rPr>
              <a:t>Решение: Компромисен монтаж за балансирано качество на сигнала.</a:t>
            </a:r>
          </a:p>
          <a:p>
            <a:pPr marL="457200" marR="245595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85E3"/>
              </a:buClr>
              <a:buSzPts val="1400"/>
              <a:buFont typeface="Quicksand" panose="020B0604020202020204" charset="0"/>
              <a:buChar char="●"/>
              <a:tabLst/>
              <a:defRPr/>
            </a:pPr>
            <a:r>
              <a:rPr kumimoji="0" lang="ru-RU" sz="1600" b="0" i="0" u="none" strike="noStrike" kern="0" cap="none" spc="0" normalizeH="0" baseline="0" noProof="0" dirty="0">
                <a:ln>
                  <a:noFill/>
                </a:ln>
                <a:solidFill>
                  <a:srgbClr val="EAE3FF"/>
                </a:solidFill>
                <a:effectLst/>
                <a:uLnTx/>
                <a:uFillTx/>
                <a:sym typeface="Quicksand"/>
              </a:rPr>
              <a:t>Предизвикателство: Загуба на данни при липса на интернет.</a:t>
            </a:r>
          </a:p>
          <a:p>
            <a:pPr marL="457200" marR="245595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85E3"/>
              </a:buClr>
              <a:buSzPts val="1400"/>
              <a:buFont typeface="Quicksand" panose="020B0604020202020204" charset="0"/>
              <a:buChar char="●"/>
              <a:tabLst/>
              <a:defRPr/>
            </a:pPr>
            <a:r>
              <a:rPr kumimoji="0" lang="ru-RU" sz="1600" b="0" i="0" u="none" strike="noStrike" kern="0" cap="none" spc="0" normalizeH="0" baseline="0" noProof="0" dirty="0">
                <a:ln>
                  <a:noFill/>
                </a:ln>
                <a:solidFill>
                  <a:srgbClr val="EAE3FF"/>
                </a:solidFill>
                <a:effectLst/>
                <a:uLnTx/>
                <a:uFillTx/>
                <a:sym typeface="Quicksand"/>
              </a:rPr>
              <a:t>Решение: 8MB офлайн буфер (до 189 дни) с автоматична синхронизация.</a:t>
            </a:r>
          </a:p>
        </p:txBody>
      </p:sp>
      <p:grpSp>
        <p:nvGrpSpPr>
          <p:cNvPr id="1187" name="Google Shape;1187;p40"/>
          <p:cNvGrpSpPr/>
          <p:nvPr/>
        </p:nvGrpSpPr>
        <p:grpSpPr>
          <a:xfrm>
            <a:off x="550654" y="387204"/>
            <a:ext cx="640409" cy="518201"/>
            <a:chOff x="9579360" y="2507084"/>
            <a:chExt cx="505015" cy="408643"/>
          </a:xfrm>
        </p:grpSpPr>
        <p:sp>
          <p:nvSpPr>
            <p:cNvPr id="1188" name="Google Shape;1188;p40"/>
            <p:cNvSpPr/>
            <p:nvPr/>
          </p:nvSpPr>
          <p:spPr>
            <a:xfrm>
              <a:off x="9739126" y="2655146"/>
              <a:ext cx="16572" cy="16374"/>
            </a:xfrm>
            <a:custGeom>
              <a:avLst/>
              <a:gdLst/>
              <a:ahLst/>
              <a:cxnLst/>
              <a:rect l="l" t="t" r="r" b="b"/>
              <a:pathLst>
                <a:path w="84" h="83" extrusionOk="0">
                  <a:moveTo>
                    <a:pt x="35" y="0"/>
                  </a:moveTo>
                  <a:cubicBezTo>
                    <a:pt x="12" y="0"/>
                    <a:pt x="1" y="12"/>
                    <a:pt x="1" y="34"/>
                  </a:cubicBezTo>
                  <a:cubicBezTo>
                    <a:pt x="1" y="60"/>
                    <a:pt x="12" y="83"/>
                    <a:pt x="35" y="83"/>
                  </a:cubicBezTo>
                  <a:cubicBezTo>
                    <a:pt x="61" y="83"/>
                    <a:pt x="83" y="60"/>
                    <a:pt x="83" y="34"/>
                  </a:cubicBezTo>
                  <a:cubicBezTo>
                    <a:pt x="83" y="12"/>
                    <a:pt x="61" y="0"/>
                    <a:pt x="35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40"/>
            <p:cNvSpPr/>
            <p:nvPr/>
          </p:nvSpPr>
          <p:spPr>
            <a:xfrm>
              <a:off x="9935071" y="2887516"/>
              <a:ext cx="28409" cy="28211"/>
            </a:xfrm>
            <a:custGeom>
              <a:avLst/>
              <a:gdLst/>
              <a:ahLst/>
              <a:cxnLst/>
              <a:rect l="l" t="t" r="r" b="b"/>
              <a:pathLst>
                <a:path w="144" h="143" extrusionOk="0">
                  <a:moveTo>
                    <a:pt x="72" y="0"/>
                  </a:moveTo>
                  <a:cubicBezTo>
                    <a:pt x="38" y="0"/>
                    <a:pt x="1" y="37"/>
                    <a:pt x="1" y="71"/>
                  </a:cubicBezTo>
                  <a:cubicBezTo>
                    <a:pt x="1" y="120"/>
                    <a:pt x="38" y="143"/>
                    <a:pt x="72" y="143"/>
                  </a:cubicBezTo>
                  <a:cubicBezTo>
                    <a:pt x="120" y="143"/>
                    <a:pt x="143" y="120"/>
                    <a:pt x="143" y="71"/>
                  </a:cubicBezTo>
                  <a:cubicBezTo>
                    <a:pt x="143" y="37"/>
                    <a:pt x="120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40"/>
            <p:cNvSpPr/>
            <p:nvPr/>
          </p:nvSpPr>
          <p:spPr>
            <a:xfrm>
              <a:off x="9579360" y="2834836"/>
              <a:ext cx="37681" cy="37286"/>
            </a:xfrm>
            <a:custGeom>
              <a:avLst/>
              <a:gdLst/>
              <a:ahLst/>
              <a:cxnLst/>
              <a:rect l="l" t="t" r="r" b="b"/>
              <a:pathLst>
                <a:path w="191" h="189" extrusionOk="0">
                  <a:moveTo>
                    <a:pt x="97" y="0"/>
                  </a:moveTo>
                  <a:cubicBezTo>
                    <a:pt x="49" y="0"/>
                    <a:pt x="0" y="46"/>
                    <a:pt x="0" y="94"/>
                  </a:cubicBezTo>
                  <a:cubicBezTo>
                    <a:pt x="0" y="143"/>
                    <a:pt x="49" y="188"/>
                    <a:pt x="97" y="188"/>
                  </a:cubicBezTo>
                  <a:cubicBezTo>
                    <a:pt x="157" y="188"/>
                    <a:pt x="191" y="143"/>
                    <a:pt x="191" y="94"/>
                  </a:cubicBezTo>
                  <a:cubicBezTo>
                    <a:pt x="191" y="46"/>
                    <a:pt x="157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40"/>
            <p:cNvSpPr/>
            <p:nvPr/>
          </p:nvSpPr>
          <p:spPr>
            <a:xfrm>
              <a:off x="10060701" y="2507084"/>
              <a:ext cx="23674" cy="23674"/>
            </a:xfrm>
            <a:custGeom>
              <a:avLst/>
              <a:gdLst/>
              <a:ahLst/>
              <a:cxnLst/>
              <a:rect l="l" t="t" r="r" b="b"/>
              <a:pathLst>
                <a:path w="120" h="120" extrusionOk="0">
                  <a:moveTo>
                    <a:pt x="60" y="1"/>
                  </a:moveTo>
                  <a:cubicBezTo>
                    <a:pt x="37" y="1"/>
                    <a:pt x="0" y="26"/>
                    <a:pt x="0" y="60"/>
                  </a:cubicBezTo>
                  <a:cubicBezTo>
                    <a:pt x="0" y="97"/>
                    <a:pt x="37" y="120"/>
                    <a:pt x="60" y="120"/>
                  </a:cubicBezTo>
                  <a:cubicBezTo>
                    <a:pt x="97" y="120"/>
                    <a:pt x="120" y="97"/>
                    <a:pt x="120" y="60"/>
                  </a:cubicBezTo>
                  <a:cubicBezTo>
                    <a:pt x="120" y="26"/>
                    <a:pt x="97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40"/>
            <p:cNvSpPr/>
            <p:nvPr/>
          </p:nvSpPr>
          <p:spPr>
            <a:xfrm>
              <a:off x="9730743" y="2537391"/>
              <a:ext cx="33341" cy="32749"/>
            </a:xfrm>
            <a:custGeom>
              <a:avLst/>
              <a:gdLst/>
              <a:ahLst/>
              <a:cxnLst/>
              <a:rect l="l" t="t" r="r" b="b"/>
              <a:pathLst>
                <a:path w="169" h="166" extrusionOk="0">
                  <a:moveTo>
                    <a:pt x="86" y="0"/>
                  </a:moveTo>
                  <a:cubicBezTo>
                    <a:pt x="37" y="0"/>
                    <a:pt x="0" y="35"/>
                    <a:pt x="0" y="83"/>
                  </a:cubicBezTo>
                  <a:cubicBezTo>
                    <a:pt x="0" y="131"/>
                    <a:pt x="37" y="165"/>
                    <a:pt x="86" y="165"/>
                  </a:cubicBezTo>
                  <a:cubicBezTo>
                    <a:pt x="120" y="165"/>
                    <a:pt x="168" y="131"/>
                    <a:pt x="168" y="83"/>
                  </a:cubicBezTo>
                  <a:cubicBezTo>
                    <a:pt x="168" y="35"/>
                    <a:pt x="120" y="0"/>
                    <a:pt x="86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40"/>
            <p:cNvSpPr/>
            <p:nvPr/>
          </p:nvSpPr>
          <p:spPr>
            <a:xfrm>
              <a:off x="10032006" y="2744517"/>
              <a:ext cx="40048" cy="40048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7" y="0"/>
                  </a:moveTo>
                  <a:cubicBezTo>
                    <a:pt x="49" y="0"/>
                    <a:pt x="0" y="46"/>
                    <a:pt x="0" y="106"/>
                  </a:cubicBezTo>
                  <a:cubicBezTo>
                    <a:pt x="0" y="154"/>
                    <a:pt x="49" y="202"/>
                    <a:pt x="97" y="202"/>
                  </a:cubicBezTo>
                  <a:cubicBezTo>
                    <a:pt x="157" y="202"/>
                    <a:pt x="202" y="154"/>
                    <a:pt x="202" y="106"/>
                  </a:cubicBezTo>
                  <a:cubicBezTo>
                    <a:pt x="202" y="46"/>
                    <a:pt x="157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4" name="Google Shape;1194;p40"/>
          <p:cNvSpPr/>
          <p:nvPr/>
        </p:nvSpPr>
        <p:spPr>
          <a:xfrm rot="1728991">
            <a:off x="724930" y="379123"/>
            <a:ext cx="284240" cy="397435"/>
          </a:xfrm>
          <a:custGeom>
            <a:avLst/>
            <a:gdLst/>
            <a:ahLst/>
            <a:cxnLst/>
            <a:rect l="l" t="t" r="r" b="b"/>
            <a:pathLst>
              <a:path w="2333" h="3262" extrusionOk="0">
                <a:moveTo>
                  <a:pt x="711" y="1"/>
                </a:moveTo>
                <a:cubicBezTo>
                  <a:pt x="450" y="1"/>
                  <a:pt x="213" y="61"/>
                  <a:pt x="0" y="166"/>
                </a:cubicBezTo>
                <a:cubicBezTo>
                  <a:pt x="34" y="155"/>
                  <a:pt x="71" y="155"/>
                  <a:pt x="117" y="155"/>
                </a:cubicBezTo>
                <a:cubicBezTo>
                  <a:pt x="925" y="155"/>
                  <a:pt x="1588" y="820"/>
                  <a:pt x="1588" y="1625"/>
                </a:cubicBezTo>
                <a:cubicBezTo>
                  <a:pt x="1588" y="2442"/>
                  <a:pt x="925" y="3096"/>
                  <a:pt x="117" y="3096"/>
                </a:cubicBezTo>
                <a:lnTo>
                  <a:pt x="0" y="3096"/>
                </a:lnTo>
                <a:cubicBezTo>
                  <a:pt x="213" y="3201"/>
                  <a:pt x="450" y="3261"/>
                  <a:pt x="711" y="3261"/>
                </a:cubicBezTo>
                <a:cubicBezTo>
                  <a:pt x="1610" y="3261"/>
                  <a:pt x="2333" y="2527"/>
                  <a:pt x="2333" y="1625"/>
                </a:cubicBezTo>
                <a:cubicBezTo>
                  <a:pt x="2333" y="724"/>
                  <a:pt x="1610" y="1"/>
                  <a:pt x="711" y="1"/>
                </a:cubicBezTo>
                <a:close/>
              </a:path>
            </a:pathLst>
          </a:custGeom>
          <a:solidFill>
            <a:srgbClr val="EAE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5" name="Google Shape;1195;p40"/>
          <p:cNvGrpSpPr/>
          <p:nvPr/>
        </p:nvGrpSpPr>
        <p:grpSpPr>
          <a:xfrm rot="813066">
            <a:off x="7890204" y="752075"/>
            <a:ext cx="597445" cy="492106"/>
            <a:chOff x="7557699" y="4092166"/>
            <a:chExt cx="541752" cy="446193"/>
          </a:xfrm>
        </p:grpSpPr>
        <p:sp>
          <p:nvSpPr>
            <p:cNvPr id="1196" name="Google Shape;1196;p40"/>
            <p:cNvSpPr/>
            <p:nvPr/>
          </p:nvSpPr>
          <p:spPr>
            <a:xfrm>
              <a:off x="7608455" y="4328112"/>
              <a:ext cx="145895" cy="109371"/>
            </a:xfrm>
            <a:custGeom>
              <a:avLst/>
              <a:gdLst/>
              <a:ahLst/>
              <a:cxnLst/>
              <a:rect l="l" t="t" r="r" b="b"/>
              <a:pathLst>
                <a:path w="687" h="515" extrusionOk="0">
                  <a:moveTo>
                    <a:pt x="615" y="1"/>
                  </a:moveTo>
                  <a:cubicBezTo>
                    <a:pt x="601" y="1"/>
                    <a:pt x="585" y="6"/>
                    <a:pt x="570" y="16"/>
                  </a:cubicBezTo>
                  <a:lnTo>
                    <a:pt x="46" y="386"/>
                  </a:lnTo>
                  <a:cubicBezTo>
                    <a:pt x="12" y="409"/>
                    <a:pt x="1" y="457"/>
                    <a:pt x="24" y="480"/>
                  </a:cubicBezTo>
                  <a:cubicBezTo>
                    <a:pt x="35" y="503"/>
                    <a:pt x="58" y="514"/>
                    <a:pt x="83" y="514"/>
                  </a:cubicBezTo>
                  <a:cubicBezTo>
                    <a:pt x="95" y="514"/>
                    <a:pt x="118" y="514"/>
                    <a:pt x="129" y="503"/>
                  </a:cubicBezTo>
                  <a:lnTo>
                    <a:pt x="652" y="125"/>
                  </a:lnTo>
                  <a:cubicBezTo>
                    <a:pt x="687" y="113"/>
                    <a:pt x="687" y="65"/>
                    <a:pt x="664" y="31"/>
                  </a:cubicBezTo>
                  <a:cubicBezTo>
                    <a:pt x="651" y="10"/>
                    <a:pt x="634" y="1"/>
                    <a:pt x="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1197" name="Google Shape;1197;p40"/>
            <p:cNvSpPr/>
            <p:nvPr/>
          </p:nvSpPr>
          <p:spPr>
            <a:xfrm>
              <a:off x="7557699" y="4275656"/>
              <a:ext cx="146532" cy="109158"/>
            </a:xfrm>
            <a:custGeom>
              <a:avLst/>
              <a:gdLst/>
              <a:ahLst/>
              <a:cxnLst/>
              <a:rect l="l" t="t" r="r" b="b"/>
              <a:pathLst>
                <a:path w="690" h="514" extrusionOk="0">
                  <a:moveTo>
                    <a:pt x="613" y="0"/>
                  </a:moveTo>
                  <a:cubicBezTo>
                    <a:pt x="597" y="0"/>
                    <a:pt x="581" y="6"/>
                    <a:pt x="570" y="16"/>
                  </a:cubicBezTo>
                  <a:lnTo>
                    <a:pt x="38" y="383"/>
                  </a:lnTo>
                  <a:cubicBezTo>
                    <a:pt x="12" y="406"/>
                    <a:pt x="1" y="454"/>
                    <a:pt x="27" y="477"/>
                  </a:cubicBezTo>
                  <a:cubicBezTo>
                    <a:pt x="38" y="502"/>
                    <a:pt x="61" y="514"/>
                    <a:pt x="83" y="514"/>
                  </a:cubicBezTo>
                  <a:cubicBezTo>
                    <a:pt x="98" y="514"/>
                    <a:pt x="109" y="514"/>
                    <a:pt x="120" y="502"/>
                  </a:cubicBezTo>
                  <a:lnTo>
                    <a:pt x="652" y="121"/>
                  </a:lnTo>
                  <a:cubicBezTo>
                    <a:pt x="678" y="98"/>
                    <a:pt x="689" y="64"/>
                    <a:pt x="667" y="27"/>
                  </a:cubicBezTo>
                  <a:cubicBezTo>
                    <a:pt x="653" y="9"/>
                    <a:pt x="632" y="0"/>
                    <a:pt x="6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1198" name="Google Shape;1198;p40"/>
            <p:cNvSpPr/>
            <p:nvPr/>
          </p:nvSpPr>
          <p:spPr>
            <a:xfrm>
              <a:off x="7967996" y="4414335"/>
              <a:ext cx="66046" cy="124024"/>
            </a:xfrm>
            <a:custGeom>
              <a:avLst/>
              <a:gdLst/>
              <a:ahLst/>
              <a:cxnLst/>
              <a:rect l="l" t="t" r="r" b="b"/>
              <a:pathLst>
                <a:path w="311" h="584" extrusionOk="0">
                  <a:moveTo>
                    <a:pt x="80" y="0"/>
                  </a:moveTo>
                  <a:cubicBezTo>
                    <a:pt x="73" y="0"/>
                    <a:pt x="67" y="1"/>
                    <a:pt x="60" y="3"/>
                  </a:cubicBezTo>
                  <a:cubicBezTo>
                    <a:pt x="15" y="14"/>
                    <a:pt x="1" y="63"/>
                    <a:pt x="15" y="97"/>
                  </a:cubicBezTo>
                  <a:lnTo>
                    <a:pt x="169" y="535"/>
                  </a:lnTo>
                  <a:cubicBezTo>
                    <a:pt x="169" y="572"/>
                    <a:pt x="203" y="583"/>
                    <a:pt x="228" y="583"/>
                  </a:cubicBezTo>
                  <a:lnTo>
                    <a:pt x="251" y="583"/>
                  </a:lnTo>
                  <a:cubicBezTo>
                    <a:pt x="285" y="572"/>
                    <a:pt x="311" y="524"/>
                    <a:pt x="299" y="490"/>
                  </a:cubicBezTo>
                  <a:lnTo>
                    <a:pt x="143" y="51"/>
                  </a:lnTo>
                  <a:cubicBezTo>
                    <a:pt x="134" y="21"/>
                    <a:pt x="109" y="0"/>
                    <a:pt x="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1199" name="Google Shape;1199;p40"/>
            <p:cNvSpPr/>
            <p:nvPr/>
          </p:nvSpPr>
          <p:spPr>
            <a:xfrm>
              <a:off x="7882836" y="4381417"/>
              <a:ext cx="67957" cy="124236"/>
            </a:xfrm>
            <a:custGeom>
              <a:avLst/>
              <a:gdLst/>
              <a:ahLst/>
              <a:cxnLst/>
              <a:rect l="l" t="t" r="r" b="b"/>
              <a:pathLst>
                <a:path w="320" h="585" extrusionOk="0">
                  <a:moveTo>
                    <a:pt x="88" y="0"/>
                  </a:moveTo>
                  <a:cubicBezTo>
                    <a:pt x="78" y="0"/>
                    <a:pt x="69" y="2"/>
                    <a:pt x="60" y="4"/>
                  </a:cubicBezTo>
                  <a:cubicBezTo>
                    <a:pt x="23" y="16"/>
                    <a:pt x="1" y="50"/>
                    <a:pt x="23" y="87"/>
                  </a:cubicBezTo>
                  <a:lnTo>
                    <a:pt x="166" y="536"/>
                  </a:lnTo>
                  <a:cubicBezTo>
                    <a:pt x="177" y="562"/>
                    <a:pt x="203" y="585"/>
                    <a:pt x="237" y="585"/>
                  </a:cubicBezTo>
                  <a:cubicBezTo>
                    <a:pt x="248" y="585"/>
                    <a:pt x="248" y="585"/>
                    <a:pt x="259" y="573"/>
                  </a:cubicBezTo>
                  <a:cubicBezTo>
                    <a:pt x="296" y="562"/>
                    <a:pt x="319" y="525"/>
                    <a:pt x="308" y="491"/>
                  </a:cubicBezTo>
                  <a:lnTo>
                    <a:pt x="154" y="39"/>
                  </a:lnTo>
                  <a:cubicBezTo>
                    <a:pt x="146" y="13"/>
                    <a:pt x="116" y="0"/>
                    <a:pt x="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1200" name="Google Shape;1200;p40"/>
            <p:cNvSpPr/>
            <p:nvPr/>
          </p:nvSpPr>
          <p:spPr>
            <a:xfrm>
              <a:off x="7603146" y="4134853"/>
              <a:ext cx="488864" cy="334695"/>
            </a:xfrm>
            <a:custGeom>
              <a:avLst/>
              <a:gdLst/>
              <a:ahLst/>
              <a:cxnLst/>
              <a:rect l="l" t="t" r="r" b="b"/>
              <a:pathLst>
                <a:path w="2302" h="1576" extrusionOk="0">
                  <a:moveTo>
                    <a:pt x="1048" y="0"/>
                  </a:moveTo>
                  <a:cubicBezTo>
                    <a:pt x="616" y="0"/>
                    <a:pt x="235" y="242"/>
                    <a:pt x="131" y="619"/>
                  </a:cubicBezTo>
                  <a:cubicBezTo>
                    <a:pt x="0" y="1094"/>
                    <a:pt x="453" y="1319"/>
                    <a:pt x="1022" y="1473"/>
                  </a:cubicBezTo>
                  <a:cubicBezTo>
                    <a:pt x="1241" y="1533"/>
                    <a:pt x="1445" y="1576"/>
                    <a:pt x="1621" y="1576"/>
                  </a:cubicBezTo>
                  <a:cubicBezTo>
                    <a:pt x="1891" y="1576"/>
                    <a:pt x="2092" y="1476"/>
                    <a:pt x="2171" y="1188"/>
                  </a:cubicBezTo>
                  <a:cubicBezTo>
                    <a:pt x="2302" y="713"/>
                    <a:pt x="1958" y="204"/>
                    <a:pt x="1389" y="50"/>
                  </a:cubicBezTo>
                  <a:cubicBezTo>
                    <a:pt x="1274" y="16"/>
                    <a:pt x="1160" y="0"/>
                    <a:pt x="10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40"/>
            <p:cNvSpPr/>
            <p:nvPr/>
          </p:nvSpPr>
          <p:spPr>
            <a:xfrm>
              <a:off x="7598261" y="4092166"/>
              <a:ext cx="121048" cy="58402"/>
            </a:xfrm>
            <a:custGeom>
              <a:avLst/>
              <a:gdLst/>
              <a:ahLst/>
              <a:cxnLst/>
              <a:rect l="l" t="t" r="r" b="b"/>
              <a:pathLst>
                <a:path w="570" h="275" extrusionOk="0">
                  <a:moveTo>
                    <a:pt x="141" y="0"/>
                  </a:moveTo>
                  <a:cubicBezTo>
                    <a:pt x="110" y="0"/>
                    <a:pt x="86" y="11"/>
                    <a:pt x="72" y="38"/>
                  </a:cubicBezTo>
                  <a:cubicBezTo>
                    <a:pt x="1" y="169"/>
                    <a:pt x="547" y="274"/>
                    <a:pt x="547" y="274"/>
                  </a:cubicBezTo>
                  <a:lnTo>
                    <a:pt x="570" y="251"/>
                  </a:lnTo>
                  <a:cubicBezTo>
                    <a:pt x="570" y="251"/>
                    <a:pt x="286" y="0"/>
                    <a:pt x="1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1202" name="Google Shape;1202;p40"/>
            <p:cNvSpPr/>
            <p:nvPr/>
          </p:nvSpPr>
          <p:spPr>
            <a:xfrm>
              <a:off x="7736726" y="4218527"/>
              <a:ext cx="94290" cy="139102"/>
            </a:xfrm>
            <a:custGeom>
              <a:avLst/>
              <a:gdLst/>
              <a:ahLst/>
              <a:cxnLst/>
              <a:rect l="l" t="t" r="r" b="b"/>
              <a:pathLst>
                <a:path w="444" h="655" extrusionOk="0">
                  <a:moveTo>
                    <a:pt x="154" y="0"/>
                  </a:moveTo>
                  <a:lnTo>
                    <a:pt x="120" y="60"/>
                  </a:lnTo>
                  <a:cubicBezTo>
                    <a:pt x="120" y="72"/>
                    <a:pt x="0" y="618"/>
                    <a:pt x="202" y="652"/>
                  </a:cubicBezTo>
                  <a:cubicBezTo>
                    <a:pt x="211" y="654"/>
                    <a:pt x="219" y="654"/>
                    <a:pt x="226" y="654"/>
                  </a:cubicBezTo>
                  <a:cubicBezTo>
                    <a:pt x="443" y="654"/>
                    <a:pt x="154" y="0"/>
                    <a:pt x="1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1203" name="Google Shape;1203;p40"/>
            <p:cNvSpPr/>
            <p:nvPr/>
          </p:nvSpPr>
          <p:spPr>
            <a:xfrm>
              <a:off x="7588067" y="4138888"/>
              <a:ext cx="201959" cy="162463"/>
            </a:xfrm>
            <a:custGeom>
              <a:avLst/>
              <a:gdLst/>
              <a:ahLst/>
              <a:cxnLst/>
              <a:rect l="l" t="t" r="r" b="b"/>
              <a:pathLst>
                <a:path w="951" h="765" extrusionOk="0">
                  <a:moveTo>
                    <a:pt x="619" y="0"/>
                  </a:moveTo>
                  <a:cubicBezTo>
                    <a:pt x="501" y="0"/>
                    <a:pt x="367" y="56"/>
                    <a:pt x="262" y="162"/>
                  </a:cubicBezTo>
                  <a:cubicBezTo>
                    <a:pt x="71" y="339"/>
                    <a:pt x="0" y="552"/>
                    <a:pt x="142" y="671"/>
                  </a:cubicBezTo>
                  <a:cubicBezTo>
                    <a:pt x="217" y="735"/>
                    <a:pt x="301" y="764"/>
                    <a:pt x="387" y="764"/>
                  </a:cubicBezTo>
                  <a:cubicBezTo>
                    <a:pt x="509" y="764"/>
                    <a:pt x="637" y="705"/>
                    <a:pt x="748" y="600"/>
                  </a:cubicBezTo>
                  <a:cubicBezTo>
                    <a:pt x="925" y="424"/>
                    <a:pt x="950" y="210"/>
                    <a:pt x="820" y="80"/>
                  </a:cubicBezTo>
                  <a:cubicBezTo>
                    <a:pt x="771" y="26"/>
                    <a:pt x="699" y="0"/>
                    <a:pt x="6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1204" name="Google Shape;1204;p40"/>
            <p:cNvSpPr/>
            <p:nvPr/>
          </p:nvSpPr>
          <p:spPr>
            <a:xfrm>
              <a:off x="7686395" y="4218527"/>
              <a:ext cx="28032" cy="30369"/>
            </a:xfrm>
            <a:custGeom>
              <a:avLst/>
              <a:gdLst/>
              <a:ahLst/>
              <a:cxnLst/>
              <a:rect l="l" t="t" r="r" b="b"/>
              <a:pathLst>
                <a:path w="132" h="143" extrusionOk="0">
                  <a:moveTo>
                    <a:pt x="61" y="0"/>
                  </a:moveTo>
                  <a:cubicBezTo>
                    <a:pt x="35" y="0"/>
                    <a:pt x="24" y="0"/>
                    <a:pt x="1" y="12"/>
                  </a:cubicBezTo>
                  <a:lnTo>
                    <a:pt x="24" y="49"/>
                  </a:lnTo>
                  <a:cubicBezTo>
                    <a:pt x="35" y="35"/>
                    <a:pt x="46" y="35"/>
                    <a:pt x="61" y="35"/>
                  </a:cubicBezTo>
                  <a:cubicBezTo>
                    <a:pt x="72" y="35"/>
                    <a:pt x="72" y="49"/>
                    <a:pt x="83" y="49"/>
                  </a:cubicBezTo>
                  <a:cubicBezTo>
                    <a:pt x="83" y="60"/>
                    <a:pt x="95" y="72"/>
                    <a:pt x="83" y="83"/>
                  </a:cubicBezTo>
                  <a:cubicBezTo>
                    <a:pt x="83" y="94"/>
                    <a:pt x="83" y="106"/>
                    <a:pt x="72" y="106"/>
                  </a:cubicBezTo>
                  <a:lnTo>
                    <a:pt x="95" y="143"/>
                  </a:lnTo>
                  <a:cubicBezTo>
                    <a:pt x="106" y="131"/>
                    <a:pt x="118" y="106"/>
                    <a:pt x="118" y="94"/>
                  </a:cubicBezTo>
                  <a:cubicBezTo>
                    <a:pt x="132" y="72"/>
                    <a:pt x="118" y="49"/>
                    <a:pt x="106" y="35"/>
                  </a:cubicBezTo>
                  <a:cubicBezTo>
                    <a:pt x="95" y="12"/>
                    <a:pt x="83" y="0"/>
                    <a:pt x="61" y="0"/>
                  </a:cubicBez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40"/>
            <p:cNvSpPr/>
            <p:nvPr/>
          </p:nvSpPr>
          <p:spPr>
            <a:xfrm>
              <a:off x="7623746" y="4220864"/>
              <a:ext cx="30368" cy="25697"/>
            </a:xfrm>
            <a:custGeom>
              <a:avLst/>
              <a:gdLst/>
              <a:ahLst/>
              <a:cxnLst/>
              <a:rect l="l" t="t" r="r" b="b"/>
              <a:pathLst>
                <a:path w="143" h="121" extrusionOk="0">
                  <a:moveTo>
                    <a:pt x="23" y="1"/>
                  </a:moveTo>
                  <a:cubicBezTo>
                    <a:pt x="0" y="38"/>
                    <a:pt x="11" y="72"/>
                    <a:pt x="34" y="95"/>
                  </a:cubicBezTo>
                  <a:cubicBezTo>
                    <a:pt x="46" y="109"/>
                    <a:pt x="71" y="120"/>
                    <a:pt x="83" y="120"/>
                  </a:cubicBezTo>
                  <a:lnTo>
                    <a:pt x="94" y="120"/>
                  </a:lnTo>
                  <a:cubicBezTo>
                    <a:pt x="105" y="109"/>
                    <a:pt x="128" y="109"/>
                    <a:pt x="142" y="83"/>
                  </a:cubicBezTo>
                  <a:lnTo>
                    <a:pt x="117" y="72"/>
                  </a:lnTo>
                  <a:cubicBezTo>
                    <a:pt x="105" y="83"/>
                    <a:pt x="94" y="83"/>
                    <a:pt x="83" y="95"/>
                  </a:cubicBezTo>
                  <a:cubicBezTo>
                    <a:pt x="71" y="95"/>
                    <a:pt x="57" y="83"/>
                    <a:pt x="46" y="83"/>
                  </a:cubicBezTo>
                  <a:cubicBezTo>
                    <a:pt x="34" y="61"/>
                    <a:pt x="23" y="38"/>
                    <a:pt x="46" y="12"/>
                  </a:cubicBezTo>
                  <a:lnTo>
                    <a:pt x="23" y="1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40"/>
            <p:cNvSpPr/>
            <p:nvPr/>
          </p:nvSpPr>
          <p:spPr>
            <a:xfrm>
              <a:off x="7638824" y="4173292"/>
              <a:ext cx="30368" cy="27820"/>
            </a:xfrm>
            <a:custGeom>
              <a:avLst/>
              <a:gdLst/>
              <a:ahLst/>
              <a:cxnLst/>
              <a:rect l="l" t="t" r="r" b="b"/>
              <a:pathLst>
                <a:path w="143" h="131" extrusionOk="0">
                  <a:moveTo>
                    <a:pt x="57" y="0"/>
                  </a:moveTo>
                  <a:cubicBezTo>
                    <a:pt x="34" y="0"/>
                    <a:pt x="23" y="12"/>
                    <a:pt x="0" y="23"/>
                  </a:cubicBezTo>
                  <a:lnTo>
                    <a:pt x="34" y="48"/>
                  </a:lnTo>
                  <a:cubicBezTo>
                    <a:pt x="34" y="48"/>
                    <a:pt x="46" y="34"/>
                    <a:pt x="57" y="34"/>
                  </a:cubicBezTo>
                  <a:cubicBezTo>
                    <a:pt x="71" y="34"/>
                    <a:pt x="83" y="48"/>
                    <a:pt x="83" y="48"/>
                  </a:cubicBezTo>
                  <a:cubicBezTo>
                    <a:pt x="105" y="71"/>
                    <a:pt x="105" y="94"/>
                    <a:pt x="94" y="105"/>
                  </a:cubicBezTo>
                  <a:lnTo>
                    <a:pt x="117" y="131"/>
                  </a:lnTo>
                  <a:cubicBezTo>
                    <a:pt x="142" y="105"/>
                    <a:pt x="142" y="48"/>
                    <a:pt x="105" y="23"/>
                  </a:cubicBezTo>
                  <a:cubicBezTo>
                    <a:pt x="94" y="12"/>
                    <a:pt x="83" y="0"/>
                    <a:pt x="57" y="0"/>
                  </a:cubicBez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40"/>
            <p:cNvSpPr/>
            <p:nvPr/>
          </p:nvSpPr>
          <p:spPr>
            <a:xfrm>
              <a:off x="7613339" y="4238491"/>
              <a:ext cx="20175" cy="23148"/>
            </a:xfrm>
            <a:custGeom>
              <a:avLst/>
              <a:gdLst/>
              <a:ahLst/>
              <a:cxnLst/>
              <a:rect l="l" t="t" r="r" b="b"/>
              <a:pathLst>
                <a:path w="95" h="109" extrusionOk="0">
                  <a:moveTo>
                    <a:pt x="83" y="0"/>
                  </a:moveTo>
                  <a:cubicBezTo>
                    <a:pt x="83" y="0"/>
                    <a:pt x="35" y="26"/>
                    <a:pt x="1" y="97"/>
                  </a:cubicBezTo>
                  <a:lnTo>
                    <a:pt x="23" y="108"/>
                  </a:lnTo>
                  <a:cubicBezTo>
                    <a:pt x="49" y="49"/>
                    <a:pt x="95" y="12"/>
                    <a:pt x="95" y="12"/>
                  </a:cubicBezTo>
                  <a:lnTo>
                    <a:pt x="83" y="0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40"/>
            <p:cNvSpPr/>
            <p:nvPr/>
          </p:nvSpPr>
          <p:spPr>
            <a:xfrm>
              <a:off x="7699137" y="4111279"/>
              <a:ext cx="113191" cy="103849"/>
            </a:xfrm>
            <a:custGeom>
              <a:avLst/>
              <a:gdLst/>
              <a:ahLst/>
              <a:cxnLst/>
              <a:rect l="l" t="t" r="r" b="b"/>
              <a:pathLst>
                <a:path w="533" h="489" extrusionOk="0">
                  <a:moveTo>
                    <a:pt x="222" y="0"/>
                  </a:moveTo>
                  <a:cubicBezTo>
                    <a:pt x="169" y="0"/>
                    <a:pt x="119" y="19"/>
                    <a:pt x="83" y="56"/>
                  </a:cubicBezTo>
                  <a:cubicBezTo>
                    <a:pt x="1" y="139"/>
                    <a:pt x="12" y="292"/>
                    <a:pt x="106" y="397"/>
                  </a:cubicBezTo>
                  <a:cubicBezTo>
                    <a:pt x="167" y="458"/>
                    <a:pt x="242" y="489"/>
                    <a:pt x="311" y="489"/>
                  </a:cubicBezTo>
                  <a:cubicBezTo>
                    <a:pt x="365" y="489"/>
                    <a:pt x="414" y="470"/>
                    <a:pt x="450" y="434"/>
                  </a:cubicBezTo>
                  <a:cubicBezTo>
                    <a:pt x="533" y="352"/>
                    <a:pt x="521" y="198"/>
                    <a:pt x="427" y="90"/>
                  </a:cubicBezTo>
                  <a:cubicBezTo>
                    <a:pt x="367" y="31"/>
                    <a:pt x="291" y="0"/>
                    <a:pt x="222" y="0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40"/>
            <p:cNvSpPr/>
            <p:nvPr/>
          </p:nvSpPr>
          <p:spPr>
            <a:xfrm>
              <a:off x="7756476" y="4107032"/>
              <a:ext cx="38438" cy="34404"/>
            </a:xfrm>
            <a:custGeom>
              <a:avLst/>
              <a:gdLst/>
              <a:ahLst/>
              <a:cxnLst/>
              <a:rect l="l" t="t" r="r" b="b"/>
              <a:pathLst>
                <a:path w="181" h="162" extrusionOk="0">
                  <a:moveTo>
                    <a:pt x="88" y="1"/>
                  </a:moveTo>
                  <a:cubicBezTo>
                    <a:pt x="56" y="1"/>
                    <a:pt x="24" y="25"/>
                    <a:pt x="15" y="62"/>
                  </a:cubicBezTo>
                  <a:cubicBezTo>
                    <a:pt x="1" y="110"/>
                    <a:pt x="27" y="147"/>
                    <a:pt x="72" y="159"/>
                  </a:cubicBezTo>
                  <a:cubicBezTo>
                    <a:pt x="79" y="161"/>
                    <a:pt x="85" y="161"/>
                    <a:pt x="92" y="161"/>
                  </a:cubicBezTo>
                  <a:cubicBezTo>
                    <a:pt x="125" y="161"/>
                    <a:pt x="159" y="141"/>
                    <a:pt x="169" y="110"/>
                  </a:cubicBezTo>
                  <a:cubicBezTo>
                    <a:pt x="180" y="62"/>
                    <a:pt x="157" y="16"/>
                    <a:pt x="109" y="5"/>
                  </a:cubicBezTo>
                  <a:cubicBezTo>
                    <a:pt x="102" y="2"/>
                    <a:pt x="95" y="1"/>
                    <a:pt x="88" y="1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40"/>
            <p:cNvSpPr/>
            <p:nvPr/>
          </p:nvSpPr>
          <p:spPr>
            <a:xfrm>
              <a:off x="7688943" y="4119562"/>
              <a:ext cx="50331" cy="44173"/>
            </a:xfrm>
            <a:custGeom>
              <a:avLst/>
              <a:gdLst/>
              <a:ahLst/>
              <a:cxnLst/>
              <a:rect l="l" t="t" r="r" b="b"/>
              <a:pathLst>
                <a:path w="237" h="208" extrusionOk="0">
                  <a:moveTo>
                    <a:pt x="126" y="0"/>
                  </a:moveTo>
                  <a:cubicBezTo>
                    <a:pt x="77" y="0"/>
                    <a:pt x="33" y="26"/>
                    <a:pt x="23" y="74"/>
                  </a:cubicBezTo>
                  <a:cubicBezTo>
                    <a:pt x="0" y="134"/>
                    <a:pt x="34" y="193"/>
                    <a:pt x="94" y="205"/>
                  </a:cubicBezTo>
                  <a:cubicBezTo>
                    <a:pt x="104" y="207"/>
                    <a:pt x="114" y="208"/>
                    <a:pt x="124" y="208"/>
                  </a:cubicBezTo>
                  <a:cubicBezTo>
                    <a:pt x="172" y="208"/>
                    <a:pt x="216" y="184"/>
                    <a:pt x="225" y="134"/>
                  </a:cubicBezTo>
                  <a:cubicBezTo>
                    <a:pt x="236" y="74"/>
                    <a:pt x="214" y="17"/>
                    <a:pt x="154" y="3"/>
                  </a:cubicBezTo>
                  <a:cubicBezTo>
                    <a:pt x="145" y="1"/>
                    <a:pt x="135" y="0"/>
                    <a:pt x="126" y="0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40"/>
            <p:cNvSpPr/>
            <p:nvPr/>
          </p:nvSpPr>
          <p:spPr>
            <a:xfrm>
              <a:off x="7721435" y="4107881"/>
              <a:ext cx="25696" cy="23361"/>
            </a:xfrm>
            <a:custGeom>
              <a:avLst/>
              <a:gdLst/>
              <a:ahLst/>
              <a:cxnLst/>
              <a:rect l="l" t="t" r="r" b="b"/>
              <a:pathLst>
                <a:path w="121" h="110" extrusionOk="0">
                  <a:moveTo>
                    <a:pt x="72" y="1"/>
                  </a:moveTo>
                  <a:cubicBezTo>
                    <a:pt x="38" y="1"/>
                    <a:pt x="12" y="12"/>
                    <a:pt x="1" y="35"/>
                  </a:cubicBezTo>
                  <a:cubicBezTo>
                    <a:pt x="1" y="72"/>
                    <a:pt x="12" y="95"/>
                    <a:pt x="38" y="106"/>
                  </a:cubicBezTo>
                  <a:cubicBezTo>
                    <a:pt x="44" y="108"/>
                    <a:pt x="50" y="109"/>
                    <a:pt x="56" y="109"/>
                  </a:cubicBezTo>
                  <a:cubicBezTo>
                    <a:pt x="80" y="109"/>
                    <a:pt x="97" y="91"/>
                    <a:pt x="109" y="72"/>
                  </a:cubicBezTo>
                  <a:cubicBezTo>
                    <a:pt x="120" y="35"/>
                    <a:pt x="95" y="12"/>
                    <a:pt x="72" y="1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40"/>
            <p:cNvSpPr/>
            <p:nvPr/>
          </p:nvSpPr>
          <p:spPr>
            <a:xfrm>
              <a:off x="7759662" y="4172655"/>
              <a:ext cx="55215" cy="49057"/>
            </a:xfrm>
            <a:custGeom>
              <a:avLst/>
              <a:gdLst/>
              <a:ahLst/>
              <a:cxnLst/>
              <a:rect l="l" t="t" r="r" b="b"/>
              <a:pathLst>
                <a:path w="260" h="231" extrusionOk="0">
                  <a:moveTo>
                    <a:pt x="142" y="1"/>
                  </a:moveTo>
                  <a:cubicBezTo>
                    <a:pt x="88" y="1"/>
                    <a:pt x="33" y="34"/>
                    <a:pt x="23" y="86"/>
                  </a:cubicBezTo>
                  <a:cubicBezTo>
                    <a:pt x="0" y="145"/>
                    <a:pt x="34" y="216"/>
                    <a:pt x="94" y="228"/>
                  </a:cubicBezTo>
                  <a:cubicBezTo>
                    <a:pt x="103" y="229"/>
                    <a:pt x="112" y="230"/>
                    <a:pt x="121" y="230"/>
                  </a:cubicBezTo>
                  <a:cubicBezTo>
                    <a:pt x="180" y="230"/>
                    <a:pt x="226" y="197"/>
                    <a:pt x="236" y="145"/>
                  </a:cubicBezTo>
                  <a:cubicBezTo>
                    <a:pt x="259" y="86"/>
                    <a:pt x="225" y="26"/>
                    <a:pt x="165" y="3"/>
                  </a:cubicBezTo>
                  <a:cubicBezTo>
                    <a:pt x="158" y="2"/>
                    <a:pt x="150" y="1"/>
                    <a:pt x="142" y="1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40"/>
            <p:cNvSpPr/>
            <p:nvPr/>
          </p:nvSpPr>
          <p:spPr>
            <a:xfrm>
              <a:off x="7952918" y="4191131"/>
              <a:ext cx="98750" cy="87709"/>
            </a:xfrm>
            <a:custGeom>
              <a:avLst/>
              <a:gdLst/>
              <a:ahLst/>
              <a:cxnLst/>
              <a:rect l="l" t="t" r="r" b="b"/>
              <a:pathLst>
                <a:path w="465" h="413" extrusionOk="0">
                  <a:moveTo>
                    <a:pt x="229" y="0"/>
                  </a:moveTo>
                  <a:cubicBezTo>
                    <a:pt x="169" y="0"/>
                    <a:pt x="111" y="24"/>
                    <a:pt x="72" y="70"/>
                  </a:cubicBezTo>
                  <a:cubicBezTo>
                    <a:pt x="1" y="164"/>
                    <a:pt x="15" y="295"/>
                    <a:pt x="97" y="366"/>
                  </a:cubicBezTo>
                  <a:cubicBezTo>
                    <a:pt x="139" y="397"/>
                    <a:pt x="186" y="413"/>
                    <a:pt x="232" y="413"/>
                  </a:cubicBezTo>
                  <a:cubicBezTo>
                    <a:pt x="290" y="413"/>
                    <a:pt x="347" y="389"/>
                    <a:pt x="393" y="343"/>
                  </a:cubicBezTo>
                  <a:cubicBezTo>
                    <a:pt x="464" y="249"/>
                    <a:pt x="453" y="129"/>
                    <a:pt x="370" y="47"/>
                  </a:cubicBezTo>
                  <a:cubicBezTo>
                    <a:pt x="327" y="15"/>
                    <a:pt x="278" y="0"/>
                    <a:pt x="2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40"/>
            <p:cNvSpPr/>
            <p:nvPr/>
          </p:nvSpPr>
          <p:spPr>
            <a:xfrm>
              <a:off x="7928071" y="4164160"/>
              <a:ext cx="85583" cy="75179"/>
            </a:xfrm>
            <a:custGeom>
              <a:avLst/>
              <a:gdLst/>
              <a:ahLst/>
              <a:cxnLst/>
              <a:rect l="l" t="t" r="r" b="b"/>
              <a:pathLst>
                <a:path w="403" h="354" extrusionOk="0">
                  <a:moveTo>
                    <a:pt x="203" y="1"/>
                  </a:moveTo>
                  <a:cubicBezTo>
                    <a:pt x="153" y="1"/>
                    <a:pt x="104" y="21"/>
                    <a:pt x="72" y="66"/>
                  </a:cubicBezTo>
                  <a:cubicBezTo>
                    <a:pt x="1" y="137"/>
                    <a:pt x="12" y="245"/>
                    <a:pt x="95" y="316"/>
                  </a:cubicBezTo>
                  <a:cubicBezTo>
                    <a:pt x="125" y="342"/>
                    <a:pt x="162" y="354"/>
                    <a:pt x="200" y="354"/>
                  </a:cubicBezTo>
                  <a:cubicBezTo>
                    <a:pt x="251" y="354"/>
                    <a:pt x="304" y="332"/>
                    <a:pt x="345" y="291"/>
                  </a:cubicBezTo>
                  <a:cubicBezTo>
                    <a:pt x="402" y="220"/>
                    <a:pt x="391" y="103"/>
                    <a:pt x="320" y="43"/>
                  </a:cubicBezTo>
                  <a:cubicBezTo>
                    <a:pt x="287" y="16"/>
                    <a:pt x="245" y="1"/>
                    <a:pt x="2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40"/>
            <p:cNvSpPr/>
            <p:nvPr/>
          </p:nvSpPr>
          <p:spPr>
            <a:xfrm>
              <a:off x="7910657" y="4153541"/>
              <a:ext cx="52667" cy="47783"/>
            </a:xfrm>
            <a:custGeom>
              <a:avLst/>
              <a:gdLst/>
              <a:ahLst/>
              <a:cxnLst/>
              <a:rect l="l" t="t" r="r" b="b"/>
              <a:pathLst>
                <a:path w="248" h="225" extrusionOk="0">
                  <a:moveTo>
                    <a:pt x="137" y="1"/>
                  </a:moveTo>
                  <a:cubicBezTo>
                    <a:pt x="102" y="1"/>
                    <a:pt x="64" y="17"/>
                    <a:pt x="35" y="45"/>
                  </a:cubicBezTo>
                  <a:cubicBezTo>
                    <a:pt x="0" y="93"/>
                    <a:pt x="12" y="153"/>
                    <a:pt x="57" y="198"/>
                  </a:cubicBezTo>
                  <a:cubicBezTo>
                    <a:pt x="80" y="216"/>
                    <a:pt x="105" y="225"/>
                    <a:pt x="130" y="225"/>
                  </a:cubicBezTo>
                  <a:cubicBezTo>
                    <a:pt x="159" y="225"/>
                    <a:pt x="188" y="213"/>
                    <a:pt x="214" y="187"/>
                  </a:cubicBezTo>
                  <a:cubicBezTo>
                    <a:pt x="248" y="141"/>
                    <a:pt x="248" y="70"/>
                    <a:pt x="200" y="22"/>
                  </a:cubicBezTo>
                  <a:cubicBezTo>
                    <a:pt x="182" y="8"/>
                    <a:pt x="160" y="1"/>
                    <a:pt x="1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40"/>
            <p:cNvSpPr/>
            <p:nvPr/>
          </p:nvSpPr>
          <p:spPr>
            <a:xfrm>
              <a:off x="7986260" y="4325351"/>
              <a:ext cx="113191" cy="101300"/>
            </a:xfrm>
            <a:custGeom>
              <a:avLst/>
              <a:gdLst/>
              <a:ahLst/>
              <a:cxnLst/>
              <a:rect l="l" t="t" r="r" b="b"/>
              <a:pathLst>
                <a:path w="533" h="477" extrusionOk="0">
                  <a:moveTo>
                    <a:pt x="265" y="1"/>
                  </a:moveTo>
                  <a:cubicBezTo>
                    <a:pt x="197" y="1"/>
                    <a:pt x="129" y="30"/>
                    <a:pt x="83" y="89"/>
                  </a:cubicBezTo>
                  <a:cubicBezTo>
                    <a:pt x="0" y="186"/>
                    <a:pt x="11" y="340"/>
                    <a:pt x="117" y="422"/>
                  </a:cubicBezTo>
                  <a:cubicBezTo>
                    <a:pt x="159" y="458"/>
                    <a:pt x="212" y="476"/>
                    <a:pt x="265" y="476"/>
                  </a:cubicBezTo>
                  <a:cubicBezTo>
                    <a:pt x="334" y="476"/>
                    <a:pt x="403" y="446"/>
                    <a:pt x="450" y="385"/>
                  </a:cubicBezTo>
                  <a:cubicBezTo>
                    <a:pt x="532" y="291"/>
                    <a:pt x="521" y="138"/>
                    <a:pt x="413" y="55"/>
                  </a:cubicBezTo>
                  <a:cubicBezTo>
                    <a:pt x="371" y="19"/>
                    <a:pt x="319" y="1"/>
                    <a:pt x="2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40"/>
            <p:cNvSpPr/>
            <p:nvPr/>
          </p:nvSpPr>
          <p:spPr>
            <a:xfrm>
              <a:off x="8013444" y="4305813"/>
              <a:ext cx="73266" cy="65835"/>
            </a:xfrm>
            <a:custGeom>
              <a:avLst/>
              <a:gdLst/>
              <a:ahLst/>
              <a:cxnLst/>
              <a:rect l="l" t="t" r="r" b="b"/>
              <a:pathLst>
                <a:path w="345" h="310" extrusionOk="0">
                  <a:moveTo>
                    <a:pt x="179" y="0"/>
                  </a:moveTo>
                  <a:cubicBezTo>
                    <a:pt x="136" y="0"/>
                    <a:pt x="93" y="19"/>
                    <a:pt x="60" y="50"/>
                  </a:cubicBezTo>
                  <a:cubicBezTo>
                    <a:pt x="0" y="121"/>
                    <a:pt x="14" y="218"/>
                    <a:pt x="71" y="278"/>
                  </a:cubicBezTo>
                  <a:cubicBezTo>
                    <a:pt x="103" y="298"/>
                    <a:pt x="139" y="309"/>
                    <a:pt x="176" y="309"/>
                  </a:cubicBezTo>
                  <a:cubicBezTo>
                    <a:pt x="221" y="309"/>
                    <a:pt x="266" y="292"/>
                    <a:pt x="299" y="252"/>
                  </a:cubicBezTo>
                  <a:cubicBezTo>
                    <a:pt x="344" y="193"/>
                    <a:pt x="344" y="87"/>
                    <a:pt x="273" y="39"/>
                  </a:cubicBezTo>
                  <a:cubicBezTo>
                    <a:pt x="247" y="12"/>
                    <a:pt x="213" y="0"/>
                    <a:pt x="1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1">
          <a:extLst>
            <a:ext uri="{FF2B5EF4-FFF2-40B4-BE49-F238E27FC236}">
              <a16:creationId xmlns:a16="http://schemas.microsoft.com/office/drawing/2014/main" id="{2E1634C9-31BD-0031-A0B2-9C39D61F6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40">
            <a:extLst>
              <a:ext uri="{FF2B5EF4-FFF2-40B4-BE49-F238E27FC236}">
                <a16:creationId xmlns:a16="http://schemas.microsoft.com/office/drawing/2014/main" id="{BB85A9AE-B258-6B7E-0140-EC06C7B838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10433" y="352628"/>
            <a:ext cx="6310804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/>
              <a:t>Предизвикателства и решения: Производителност и мащаб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1184" name="Google Shape;1184;p40">
            <a:extLst>
              <a:ext uri="{FF2B5EF4-FFF2-40B4-BE49-F238E27FC236}">
                <a16:creationId xmlns:a16="http://schemas.microsoft.com/office/drawing/2014/main" id="{0428C7BD-4540-DE79-9DF3-FDF8B1BEF4D7}"/>
              </a:ext>
            </a:extLst>
          </p:cNvPr>
          <p:cNvSpPr txBox="1"/>
          <p:nvPr/>
        </p:nvSpPr>
        <p:spPr>
          <a:xfrm>
            <a:off x="928670" y="1561360"/>
            <a:ext cx="7174550" cy="165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457200" marR="245595" lvl="0" indent="-317500">
              <a:buClr>
                <a:srgbClr val="EC85E3"/>
              </a:buClr>
              <a:buSzPts val="1400"/>
              <a:buFont typeface="Quicksand" panose="020B0604020202020204" charset="0"/>
              <a:buChar char="●"/>
              <a:defRPr/>
            </a:pPr>
            <a:r>
              <a:rPr lang="ru-RU" sz="1600" dirty="0">
                <a:solidFill>
                  <a:srgbClr val="EAE3FF"/>
                </a:solidFill>
                <a:sym typeface="Quicksand"/>
              </a:rPr>
              <a:t>Предизвикателство: Нужда от анализ в реално време.</a:t>
            </a:r>
          </a:p>
          <a:p>
            <a:pPr marL="457200" marR="245595" lvl="0" indent="-317500">
              <a:buClr>
                <a:srgbClr val="EC85E3"/>
              </a:buClr>
              <a:buSzPts val="1400"/>
              <a:buFont typeface="Quicksand" panose="020B0604020202020204" charset="0"/>
              <a:buChar char="●"/>
              <a:defRPr/>
            </a:pPr>
            <a:r>
              <a:rPr lang="ru-RU" sz="1600" dirty="0">
                <a:solidFill>
                  <a:srgbClr val="EAE3FF"/>
                </a:solidFill>
                <a:sym typeface="Quicksand"/>
              </a:rPr>
              <a:t>Решение: Оптимизирана архитектура, постигаща p95 латентност &lt; 350ms.</a:t>
            </a:r>
          </a:p>
          <a:p>
            <a:pPr marL="457200" marR="245595" lvl="0" indent="-317500">
              <a:buClr>
                <a:srgbClr val="EC85E3"/>
              </a:buClr>
              <a:buSzPts val="1400"/>
              <a:buFont typeface="Quicksand" panose="020B0604020202020204" charset="0"/>
              <a:buChar char="●"/>
              <a:defRPr/>
            </a:pPr>
            <a:r>
              <a:rPr lang="ru-RU" sz="1600" dirty="0">
                <a:solidFill>
                  <a:srgbClr val="EAE3FF"/>
                </a:solidFill>
                <a:sym typeface="Quicksand"/>
              </a:rPr>
              <a:t>Предизвикателство: Управление на големи обеми времеви данни.</a:t>
            </a:r>
          </a:p>
          <a:p>
            <a:pPr marL="457200" marR="245595" lvl="0" indent="-317500">
              <a:buClr>
                <a:srgbClr val="EC85E3"/>
              </a:buClr>
              <a:buSzPts val="1400"/>
              <a:buFont typeface="Quicksand" panose="020B0604020202020204" charset="0"/>
              <a:buChar char="●"/>
              <a:defRPr/>
            </a:pPr>
            <a:r>
              <a:rPr lang="ru-RU" sz="1600" dirty="0">
                <a:solidFill>
                  <a:srgbClr val="EAE3FF"/>
                </a:solidFill>
                <a:sym typeface="Quicksand"/>
              </a:rPr>
              <a:t>Решение: TimescaleDB хипертаблици с политики за компресия и задържане.</a:t>
            </a:r>
            <a:endParaRPr kumimoji="0" lang="ru-RU" sz="1600" b="0" i="0" u="none" strike="noStrike" kern="0" cap="none" spc="0" normalizeH="0" baseline="0" noProof="0" dirty="0">
              <a:ln>
                <a:noFill/>
              </a:ln>
              <a:solidFill>
                <a:srgbClr val="EAE3FF"/>
              </a:solidFill>
              <a:effectLst/>
              <a:uLnTx/>
              <a:uFillTx/>
              <a:sym typeface="Quicksand"/>
            </a:endParaRPr>
          </a:p>
        </p:txBody>
      </p:sp>
      <p:grpSp>
        <p:nvGrpSpPr>
          <p:cNvPr id="1187" name="Google Shape;1187;p40">
            <a:extLst>
              <a:ext uri="{FF2B5EF4-FFF2-40B4-BE49-F238E27FC236}">
                <a16:creationId xmlns:a16="http://schemas.microsoft.com/office/drawing/2014/main" id="{6ECB6CF6-1AE8-357B-BAF2-9F7A9F623FB7}"/>
              </a:ext>
            </a:extLst>
          </p:cNvPr>
          <p:cNvGrpSpPr/>
          <p:nvPr/>
        </p:nvGrpSpPr>
        <p:grpSpPr>
          <a:xfrm>
            <a:off x="5854481" y="1084781"/>
            <a:ext cx="640409" cy="518201"/>
            <a:chOff x="9579360" y="2507084"/>
            <a:chExt cx="505015" cy="408643"/>
          </a:xfrm>
        </p:grpSpPr>
        <p:sp>
          <p:nvSpPr>
            <p:cNvPr id="1188" name="Google Shape;1188;p40">
              <a:extLst>
                <a:ext uri="{FF2B5EF4-FFF2-40B4-BE49-F238E27FC236}">
                  <a16:creationId xmlns:a16="http://schemas.microsoft.com/office/drawing/2014/main" id="{27600C89-31C0-A05A-25F5-41A9C7EA7E8A}"/>
                </a:ext>
              </a:extLst>
            </p:cNvPr>
            <p:cNvSpPr/>
            <p:nvPr/>
          </p:nvSpPr>
          <p:spPr>
            <a:xfrm>
              <a:off x="9739126" y="2655146"/>
              <a:ext cx="16572" cy="16374"/>
            </a:xfrm>
            <a:custGeom>
              <a:avLst/>
              <a:gdLst/>
              <a:ahLst/>
              <a:cxnLst/>
              <a:rect l="l" t="t" r="r" b="b"/>
              <a:pathLst>
                <a:path w="84" h="83" extrusionOk="0">
                  <a:moveTo>
                    <a:pt x="35" y="0"/>
                  </a:moveTo>
                  <a:cubicBezTo>
                    <a:pt x="12" y="0"/>
                    <a:pt x="1" y="12"/>
                    <a:pt x="1" y="34"/>
                  </a:cubicBezTo>
                  <a:cubicBezTo>
                    <a:pt x="1" y="60"/>
                    <a:pt x="12" y="83"/>
                    <a:pt x="35" y="83"/>
                  </a:cubicBezTo>
                  <a:cubicBezTo>
                    <a:pt x="61" y="83"/>
                    <a:pt x="83" y="60"/>
                    <a:pt x="83" y="34"/>
                  </a:cubicBezTo>
                  <a:cubicBezTo>
                    <a:pt x="83" y="12"/>
                    <a:pt x="61" y="0"/>
                    <a:pt x="35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40">
              <a:extLst>
                <a:ext uri="{FF2B5EF4-FFF2-40B4-BE49-F238E27FC236}">
                  <a16:creationId xmlns:a16="http://schemas.microsoft.com/office/drawing/2014/main" id="{1D79C38A-44D2-E355-D497-F4197B764FFF}"/>
                </a:ext>
              </a:extLst>
            </p:cNvPr>
            <p:cNvSpPr/>
            <p:nvPr/>
          </p:nvSpPr>
          <p:spPr>
            <a:xfrm>
              <a:off x="9935071" y="2887516"/>
              <a:ext cx="28409" cy="28211"/>
            </a:xfrm>
            <a:custGeom>
              <a:avLst/>
              <a:gdLst/>
              <a:ahLst/>
              <a:cxnLst/>
              <a:rect l="l" t="t" r="r" b="b"/>
              <a:pathLst>
                <a:path w="144" h="143" extrusionOk="0">
                  <a:moveTo>
                    <a:pt x="72" y="0"/>
                  </a:moveTo>
                  <a:cubicBezTo>
                    <a:pt x="38" y="0"/>
                    <a:pt x="1" y="37"/>
                    <a:pt x="1" y="71"/>
                  </a:cubicBezTo>
                  <a:cubicBezTo>
                    <a:pt x="1" y="120"/>
                    <a:pt x="38" y="143"/>
                    <a:pt x="72" y="143"/>
                  </a:cubicBezTo>
                  <a:cubicBezTo>
                    <a:pt x="120" y="143"/>
                    <a:pt x="143" y="120"/>
                    <a:pt x="143" y="71"/>
                  </a:cubicBezTo>
                  <a:cubicBezTo>
                    <a:pt x="143" y="37"/>
                    <a:pt x="120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40">
              <a:extLst>
                <a:ext uri="{FF2B5EF4-FFF2-40B4-BE49-F238E27FC236}">
                  <a16:creationId xmlns:a16="http://schemas.microsoft.com/office/drawing/2014/main" id="{4A6A67FB-1567-D950-DCE0-9A388B4B8436}"/>
                </a:ext>
              </a:extLst>
            </p:cNvPr>
            <p:cNvSpPr/>
            <p:nvPr/>
          </p:nvSpPr>
          <p:spPr>
            <a:xfrm>
              <a:off x="9579360" y="2834836"/>
              <a:ext cx="37681" cy="37286"/>
            </a:xfrm>
            <a:custGeom>
              <a:avLst/>
              <a:gdLst/>
              <a:ahLst/>
              <a:cxnLst/>
              <a:rect l="l" t="t" r="r" b="b"/>
              <a:pathLst>
                <a:path w="191" h="189" extrusionOk="0">
                  <a:moveTo>
                    <a:pt x="97" y="0"/>
                  </a:moveTo>
                  <a:cubicBezTo>
                    <a:pt x="49" y="0"/>
                    <a:pt x="0" y="46"/>
                    <a:pt x="0" y="94"/>
                  </a:cubicBezTo>
                  <a:cubicBezTo>
                    <a:pt x="0" y="143"/>
                    <a:pt x="49" y="188"/>
                    <a:pt x="97" y="188"/>
                  </a:cubicBezTo>
                  <a:cubicBezTo>
                    <a:pt x="157" y="188"/>
                    <a:pt x="191" y="143"/>
                    <a:pt x="191" y="94"/>
                  </a:cubicBezTo>
                  <a:cubicBezTo>
                    <a:pt x="191" y="46"/>
                    <a:pt x="157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40">
              <a:extLst>
                <a:ext uri="{FF2B5EF4-FFF2-40B4-BE49-F238E27FC236}">
                  <a16:creationId xmlns:a16="http://schemas.microsoft.com/office/drawing/2014/main" id="{3F1B5648-04FC-D551-DEA0-F04EDFEFDC5B}"/>
                </a:ext>
              </a:extLst>
            </p:cNvPr>
            <p:cNvSpPr/>
            <p:nvPr/>
          </p:nvSpPr>
          <p:spPr>
            <a:xfrm>
              <a:off x="10060701" y="2507084"/>
              <a:ext cx="23674" cy="23674"/>
            </a:xfrm>
            <a:custGeom>
              <a:avLst/>
              <a:gdLst/>
              <a:ahLst/>
              <a:cxnLst/>
              <a:rect l="l" t="t" r="r" b="b"/>
              <a:pathLst>
                <a:path w="120" h="120" extrusionOk="0">
                  <a:moveTo>
                    <a:pt x="60" y="1"/>
                  </a:moveTo>
                  <a:cubicBezTo>
                    <a:pt x="37" y="1"/>
                    <a:pt x="0" y="26"/>
                    <a:pt x="0" y="60"/>
                  </a:cubicBezTo>
                  <a:cubicBezTo>
                    <a:pt x="0" y="97"/>
                    <a:pt x="37" y="120"/>
                    <a:pt x="60" y="120"/>
                  </a:cubicBezTo>
                  <a:cubicBezTo>
                    <a:pt x="97" y="120"/>
                    <a:pt x="120" y="97"/>
                    <a:pt x="120" y="60"/>
                  </a:cubicBezTo>
                  <a:cubicBezTo>
                    <a:pt x="120" y="26"/>
                    <a:pt x="97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40">
              <a:extLst>
                <a:ext uri="{FF2B5EF4-FFF2-40B4-BE49-F238E27FC236}">
                  <a16:creationId xmlns:a16="http://schemas.microsoft.com/office/drawing/2014/main" id="{8A69B6A6-676B-50FE-E4B6-A73C2F91A11E}"/>
                </a:ext>
              </a:extLst>
            </p:cNvPr>
            <p:cNvSpPr/>
            <p:nvPr/>
          </p:nvSpPr>
          <p:spPr>
            <a:xfrm>
              <a:off x="9730743" y="2537391"/>
              <a:ext cx="33341" cy="32749"/>
            </a:xfrm>
            <a:custGeom>
              <a:avLst/>
              <a:gdLst/>
              <a:ahLst/>
              <a:cxnLst/>
              <a:rect l="l" t="t" r="r" b="b"/>
              <a:pathLst>
                <a:path w="169" h="166" extrusionOk="0">
                  <a:moveTo>
                    <a:pt x="86" y="0"/>
                  </a:moveTo>
                  <a:cubicBezTo>
                    <a:pt x="37" y="0"/>
                    <a:pt x="0" y="35"/>
                    <a:pt x="0" y="83"/>
                  </a:cubicBezTo>
                  <a:cubicBezTo>
                    <a:pt x="0" y="131"/>
                    <a:pt x="37" y="165"/>
                    <a:pt x="86" y="165"/>
                  </a:cubicBezTo>
                  <a:cubicBezTo>
                    <a:pt x="120" y="165"/>
                    <a:pt x="168" y="131"/>
                    <a:pt x="168" y="83"/>
                  </a:cubicBezTo>
                  <a:cubicBezTo>
                    <a:pt x="168" y="35"/>
                    <a:pt x="120" y="0"/>
                    <a:pt x="86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40">
              <a:extLst>
                <a:ext uri="{FF2B5EF4-FFF2-40B4-BE49-F238E27FC236}">
                  <a16:creationId xmlns:a16="http://schemas.microsoft.com/office/drawing/2014/main" id="{8B45D958-1A6A-C398-E8AB-9AB2C51AAE13}"/>
                </a:ext>
              </a:extLst>
            </p:cNvPr>
            <p:cNvSpPr/>
            <p:nvPr/>
          </p:nvSpPr>
          <p:spPr>
            <a:xfrm>
              <a:off x="10032006" y="2744517"/>
              <a:ext cx="40048" cy="40048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7" y="0"/>
                  </a:moveTo>
                  <a:cubicBezTo>
                    <a:pt x="49" y="0"/>
                    <a:pt x="0" y="46"/>
                    <a:pt x="0" y="106"/>
                  </a:cubicBezTo>
                  <a:cubicBezTo>
                    <a:pt x="0" y="154"/>
                    <a:pt x="49" y="202"/>
                    <a:pt x="97" y="202"/>
                  </a:cubicBezTo>
                  <a:cubicBezTo>
                    <a:pt x="157" y="202"/>
                    <a:pt x="202" y="154"/>
                    <a:pt x="202" y="106"/>
                  </a:cubicBezTo>
                  <a:cubicBezTo>
                    <a:pt x="202" y="46"/>
                    <a:pt x="157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4" name="Google Shape;1194;p40">
            <a:extLst>
              <a:ext uri="{FF2B5EF4-FFF2-40B4-BE49-F238E27FC236}">
                <a16:creationId xmlns:a16="http://schemas.microsoft.com/office/drawing/2014/main" id="{D8D94E5E-2527-97E7-C3C8-E9B548042CBD}"/>
              </a:ext>
            </a:extLst>
          </p:cNvPr>
          <p:cNvSpPr/>
          <p:nvPr/>
        </p:nvSpPr>
        <p:spPr>
          <a:xfrm rot="1728991">
            <a:off x="8124907" y="703142"/>
            <a:ext cx="284240" cy="397435"/>
          </a:xfrm>
          <a:custGeom>
            <a:avLst/>
            <a:gdLst/>
            <a:ahLst/>
            <a:cxnLst/>
            <a:rect l="l" t="t" r="r" b="b"/>
            <a:pathLst>
              <a:path w="2333" h="3262" extrusionOk="0">
                <a:moveTo>
                  <a:pt x="711" y="1"/>
                </a:moveTo>
                <a:cubicBezTo>
                  <a:pt x="450" y="1"/>
                  <a:pt x="213" y="61"/>
                  <a:pt x="0" y="166"/>
                </a:cubicBezTo>
                <a:cubicBezTo>
                  <a:pt x="34" y="155"/>
                  <a:pt x="71" y="155"/>
                  <a:pt x="117" y="155"/>
                </a:cubicBezTo>
                <a:cubicBezTo>
                  <a:pt x="925" y="155"/>
                  <a:pt x="1588" y="820"/>
                  <a:pt x="1588" y="1625"/>
                </a:cubicBezTo>
                <a:cubicBezTo>
                  <a:pt x="1588" y="2442"/>
                  <a:pt x="925" y="3096"/>
                  <a:pt x="117" y="3096"/>
                </a:cubicBezTo>
                <a:lnTo>
                  <a:pt x="0" y="3096"/>
                </a:lnTo>
                <a:cubicBezTo>
                  <a:pt x="213" y="3201"/>
                  <a:pt x="450" y="3261"/>
                  <a:pt x="711" y="3261"/>
                </a:cubicBezTo>
                <a:cubicBezTo>
                  <a:pt x="1610" y="3261"/>
                  <a:pt x="2333" y="2527"/>
                  <a:pt x="2333" y="1625"/>
                </a:cubicBezTo>
                <a:cubicBezTo>
                  <a:pt x="2333" y="724"/>
                  <a:pt x="1610" y="1"/>
                  <a:pt x="711" y="1"/>
                </a:cubicBezTo>
                <a:close/>
              </a:path>
            </a:pathLst>
          </a:custGeom>
          <a:solidFill>
            <a:srgbClr val="EAE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5" name="Google Shape;1195;p40">
            <a:extLst>
              <a:ext uri="{FF2B5EF4-FFF2-40B4-BE49-F238E27FC236}">
                <a16:creationId xmlns:a16="http://schemas.microsoft.com/office/drawing/2014/main" id="{CD7B0744-1788-F0EB-6E49-5649525857D7}"/>
              </a:ext>
            </a:extLst>
          </p:cNvPr>
          <p:cNvGrpSpPr/>
          <p:nvPr/>
        </p:nvGrpSpPr>
        <p:grpSpPr>
          <a:xfrm rot="813066">
            <a:off x="911502" y="4253023"/>
            <a:ext cx="597445" cy="492106"/>
            <a:chOff x="7557699" y="4092166"/>
            <a:chExt cx="541752" cy="446193"/>
          </a:xfrm>
        </p:grpSpPr>
        <p:sp>
          <p:nvSpPr>
            <p:cNvPr id="1196" name="Google Shape;1196;p40">
              <a:extLst>
                <a:ext uri="{FF2B5EF4-FFF2-40B4-BE49-F238E27FC236}">
                  <a16:creationId xmlns:a16="http://schemas.microsoft.com/office/drawing/2014/main" id="{CED53BF6-0C8E-1DAB-4F18-2EB0AB2A2DA4}"/>
                </a:ext>
              </a:extLst>
            </p:cNvPr>
            <p:cNvSpPr/>
            <p:nvPr/>
          </p:nvSpPr>
          <p:spPr>
            <a:xfrm>
              <a:off x="7608455" y="4328112"/>
              <a:ext cx="145895" cy="109371"/>
            </a:xfrm>
            <a:custGeom>
              <a:avLst/>
              <a:gdLst/>
              <a:ahLst/>
              <a:cxnLst/>
              <a:rect l="l" t="t" r="r" b="b"/>
              <a:pathLst>
                <a:path w="687" h="515" extrusionOk="0">
                  <a:moveTo>
                    <a:pt x="615" y="1"/>
                  </a:moveTo>
                  <a:cubicBezTo>
                    <a:pt x="601" y="1"/>
                    <a:pt x="585" y="6"/>
                    <a:pt x="570" y="16"/>
                  </a:cubicBezTo>
                  <a:lnTo>
                    <a:pt x="46" y="386"/>
                  </a:lnTo>
                  <a:cubicBezTo>
                    <a:pt x="12" y="409"/>
                    <a:pt x="1" y="457"/>
                    <a:pt x="24" y="480"/>
                  </a:cubicBezTo>
                  <a:cubicBezTo>
                    <a:pt x="35" y="503"/>
                    <a:pt x="58" y="514"/>
                    <a:pt x="83" y="514"/>
                  </a:cubicBezTo>
                  <a:cubicBezTo>
                    <a:pt x="95" y="514"/>
                    <a:pt x="118" y="514"/>
                    <a:pt x="129" y="503"/>
                  </a:cubicBezTo>
                  <a:lnTo>
                    <a:pt x="652" y="125"/>
                  </a:lnTo>
                  <a:cubicBezTo>
                    <a:pt x="687" y="113"/>
                    <a:pt x="687" y="65"/>
                    <a:pt x="664" y="31"/>
                  </a:cubicBezTo>
                  <a:cubicBezTo>
                    <a:pt x="651" y="10"/>
                    <a:pt x="634" y="1"/>
                    <a:pt x="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1197" name="Google Shape;1197;p40">
              <a:extLst>
                <a:ext uri="{FF2B5EF4-FFF2-40B4-BE49-F238E27FC236}">
                  <a16:creationId xmlns:a16="http://schemas.microsoft.com/office/drawing/2014/main" id="{B7F8B1D6-156D-C35E-7C3E-6607C56B7BFD}"/>
                </a:ext>
              </a:extLst>
            </p:cNvPr>
            <p:cNvSpPr/>
            <p:nvPr/>
          </p:nvSpPr>
          <p:spPr>
            <a:xfrm>
              <a:off x="7557699" y="4275656"/>
              <a:ext cx="146532" cy="109158"/>
            </a:xfrm>
            <a:custGeom>
              <a:avLst/>
              <a:gdLst/>
              <a:ahLst/>
              <a:cxnLst/>
              <a:rect l="l" t="t" r="r" b="b"/>
              <a:pathLst>
                <a:path w="690" h="514" extrusionOk="0">
                  <a:moveTo>
                    <a:pt x="613" y="0"/>
                  </a:moveTo>
                  <a:cubicBezTo>
                    <a:pt x="597" y="0"/>
                    <a:pt x="581" y="6"/>
                    <a:pt x="570" y="16"/>
                  </a:cubicBezTo>
                  <a:lnTo>
                    <a:pt x="38" y="383"/>
                  </a:lnTo>
                  <a:cubicBezTo>
                    <a:pt x="12" y="406"/>
                    <a:pt x="1" y="454"/>
                    <a:pt x="27" y="477"/>
                  </a:cubicBezTo>
                  <a:cubicBezTo>
                    <a:pt x="38" y="502"/>
                    <a:pt x="61" y="514"/>
                    <a:pt x="83" y="514"/>
                  </a:cubicBezTo>
                  <a:cubicBezTo>
                    <a:pt x="98" y="514"/>
                    <a:pt x="109" y="514"/>
                    <a:pt x="120" y="502"/>
                  </a:cubicBezTo>
                  <a:lnTo>
                    <a:pt x="652" y="121"/>
                  </a:lnTo>
                  <a:cubicBezTo>
                    <a:pt x="678" y="98"/>
                    <a:pt x="689" y="64"/>
                    <a:pt x="667" y="27"/>
                  </a:cubicBezTo>
                  <a:cubicBezTo>
                    <a:pt x="653" y="9"/>
                    <a:pt x="632" y="0"/>
                    <a:pt x="6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1198" name="Google Shape;1198;p40">
              <a:extLst>
                <a:ext uri="{FF2B5EF4-FFF2-40B4-BE49-F238E27FC236}">
                  <a16:creationId xmlns:a16="http://schemas.microsoft.com/office/drawing/2014/main" id="{92B2A6F2-A6DD-32EA-E031-59AD48ACF338}"/>
                </a:ext>
              </a:extLst>
            </p:cNvPr>
            <p:cNvSpPr/>
            <p:nvPr/>
          </p:nvSpPr>
          <p:spPr>
            <a:xfrm>
              <a:off x="7967996" y="4414335"/>
              <a:ext cx="66046" cy="124024"/>
            </a:xfrm>
            <a:custGeom>
              <a:avLst/>
              <a:gdLst/>
              <a:ahLst/>
              <a:cxnLst/>
              <a:rect l="l" t="t" r="r" b="b"/>
              <a:pathLst>
                <a:path w="311" h="584" extrusionOk="0">
                  <a:moveTo>
                    <a:pt x="80" y="0"/>
                  </a:moveTo>
                  <a:cubicBezTo>
                    <a:pt x="73" y="0"/>
                    <a:pt x="67" y="1"/>
                    <a:pt x="60" y="3"/>
                  </a:cubicBezTo>
                  <a:cubicBezTo>
                    <a:pt x="15" y="14"/>
                    <a:pt x="1" y="63"/>
                    <a:pt x="15" y="97"/>
                  </a:cubicBezTo>
                  <a:lnTo>
                    <a:pt x="169" y="535"/>
                  </a:lnTo>
                  <a:cubicBezTo>
                    <a:pt x="169" y="572"/>
                    <a:pt x="203" y="583"/>
                    <a:pt x="228" y="583"/>
                  </a:cubicBezTo>
                  <a:lnTo>
                    <a:pt x="251" y="583"/>
                  </a:lnTo>
                  <a:cubicBezTo>
                    <a:pt x="285" y="572"/>
                    <a:pt x="311" y="524"/>
                    <a:pt x="299" y="490"/>
                  </a:cubicBezTo>
                  <a:lnTo>
                    <a:pt x="143" y="51"/>
                  </a:lnTo>
                  <a:cubicBezTo>
                    <a:pt x="134" y="21"/>
                    <a:pt x="109" y="0"/>
                    <a:pt x="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1199" name="Google Shape;1199;p40">
              <a:extLst>
                <a:ext uri="{FF2B5EF4-FFF2-40B4-BE49-F238E27FC236}">
                  <a16:creationId xmlns:a16="http://schemas.microsoft.com/office/drawing/2014/main" id="{C3B7A333-E39C-5203-BF21-39D3C411B2C6}"/>
                </a:ext>
              </a:extLst>
            </p:cNvPr>
            <p:cNvSpPr/>
            <p:nvPr/>
          </p:nvSpPr>
          <p:spPr>
            <a:xfrm>
              <a:off x="7882836" y="4381417"/>
              <a:ext cx="67957" cy="124236"/>
            </a:xfrm>
            <a:custGeom>
              <a:avLst/>
              <a:gdLst/>
              <a:ahLst/>
              <a:cxnLst/>
              <a:rect l="l" t="t" r="r" b="b"/>
              <a:pathLst>
                <a:path w="320" h="585" extrusionOk="0">
                  <a:moveTo>
                    <a:pt x="88" y="0"/>
                  </a:moveTo>
                  <a:cubicBezTo>
                    <a:pt x="78" y="0"/>
                    <a:pt x="69" y="2"/>
                    <a:pt x="60" y="4"/>
                  </a:cubicBezTo>
                  <a:cubicBezTo>
                    <a:pt x="23" y="16"/>
                    <a:pt x="1" y="50"/>
                    <a:pt x="23" y="87"/>
                  </a:cubicBezTo>
                  <a:lnTo>
                    <a:pt x="166" y="536"/>
                  </a:lnTo>
                  <a:cubicBezTo>
                    <a:pt x="177" y="562"/>
                    <a:pt x="203" y="585"/>
                    <a:pt x="237" y="585"/>
                  </a:cubicBezTo>
                  <a:cubicBezTo>
                    <a:pt x="248" y="585"/>
                    <a:pt x="248" y="585"/>
                    <a:pt x="259" y="573"/>
                  </a:cubicBezTo>
                  <a:cubicBezTo>
                    <a:pt x="296" y="562"/>
                    <a:pt x="319" y="525"/>
                    <a:pt x="308" y="491"/>
                  </a:cubicBezTo>
                  <a:lnTo>
                    <a:pt x="154" y="39"/>
                  </a:lnTo>
                  <a:cubicBezTo>
                    <a:pt x="146" y="13"/>
                    <a:pt x="116" y="0"/>
                    <a:pt x="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1200" name="Google Shape;1200;p40">
              <a:extLst>
                <a:ext uri="{FF2B5EF4-FFF2-40B4-BE49-F238E27FC236}">
                  <a16:creationId xmlns:a16="http://schemas.microsoft.com/office/drawing/2014/main" id="{D3464DC2-679C-D38D-0396-DE04590EE26D}"/>
                </a:ext>
              </a:extLst>
            </p:cNvPr>
            <p:cNvSpPr/>
            <p:nvPr/>
          </p:nvSpPr>
          <p:spPr>
            <a:xfrm>
              <a:off x="7603146" y="4134853"/>
              <a:ext cx="488864" cy="334695"/>
            </a:xfrm>
            <a:custGeom>
              <a:avLst/>
              <a:gdLst/>
              <a:ahLst/>
              <a:cxnLst/>
              <a:rect l="l" t="t" r="r" b="b"/>
              <a:pathLst>
                <a:path w="2302" h="1576" extrusionOk="0">
                  <a:moveTo>
                    <a:pt x="1048" y="0"/>
                  </a:moveTo>
                  <a:cubicBezTo>
                    <a:pt x="616" y="0"/>
                    <a:pt x="235" y="242"/>
                    <a:pt x="131" y="619"/>
                  </a:cubicBezTo>
                  <a:cubicBezTo>
                    <a:pt x="0" y="1094"/>
                    <a:pt x="453" y="1319"/>
                    <a:pt x="1022" y="1473"/>
                  </a:cubicBezTo>
                  <a:cubicBezTo>
                    <a:pt x="1241" y="1533"/>
                    <a:pt x="1445" y="1576"/>
                    <a:pt x="1621" y="1576"/>
                  </a:cubicBezTo>
                  <a:cubicBezTo>
                    <a:pt x="1891" y="1576"/>
                    <a:pt x="2092" y="1476"/>
                    <a:pt x="2171" y="1188"/>
                  </a:cubicBezTo>
                  <a:cubicBezTo>
                    <a:pt x="2302" y="713"/>
                    <a:pt x="1958" y="204"/>
                    <a:pt x="1389" y="50"/>
                  </a:cubicBezTo>
                  <a:cubicBezTo>
                    <a:pt x="1274" y="16"/>
                    <a:pt x="1160" y="0"/>
                    <a:pt x="10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40">
              <a:extLst>
                <a:ext uri="{FF2B5EF4-FFF2-40B4-BE49-F238E27FC236}">
                  <a16:creationId xmlns:a16="http://schemas.microsoft.com/office/drawing/2014/main" id="{8A8EDF0F-C42F-3321-8A11-E27076590638}"/>
                </a:ext>
              </a:extLst>
            </p:cNvPr>
            <p:cNvSpPr/>
            <p:nvPr/>
          </p:nvSpPr>
          <p:spPr>
            <a:xfrm>
              <a:off x="7598261" y="4092166"/>
              <a:ext cx="121048" cy="58402"/>
            </a:xfrm>
            <a:custGeom>
              <a:avLst/>
              <a:gdLst/>
              <a:ahLst/>
              <a:cxnLst/>
              <a:rect l="l" t="t" r="r" b="b"/>
              <a:pathLst>
                <a:path w="570" h="275" extrusionOk="0">
                  <a:moveTo>
                    <a:pt x="141" y="0"/>
                  </a:moveTo>
                  <a:cubicBezTo>
                    <a:pt x="110" y="0"/>
                    <a:pt x="86" y="11"/>
                    <a:pt x="72" y="38"/>
                  </a:cubicBezTo>
                  <a:cubicBezTo>
                    <a:pt x="1" y="169"/>
                    <a:pt x="547" y="274"/>
                    <a:pt x="547" y="274"/>
                  </a:cubicBezTo>
                  <a:lnTo>
                    <a:pt x="570" y="251"/>
                  </a:lnTo>
                  <a:cubicBezTo>
                    <a:pt x="570" y="251"/>
                    <a:pt x="286" y="0"/>
                    <a:pt x="1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1202" name="Google Shape;1202;p40">
              <a:extLst>
                <a:ext uri="{FF2B5EF4-FFF2-40B4-BE49-F238E27FC236}">
                  <a16:creationId xmlns:a16="http://schemas.microsoft.com/office/drawing/2014/main" id="{3FDE2730-63DF-80AF-BDC8-CB565C07FC17}"/>
                </a:ext>
              </a:extLst>
            </p:cNvPr>
            <p:cNvSpPr/>
            <p:nvPr/>
          </p:nvSpPr>
          <p:spPr>
            <a:xfrm>
              <a:off x="7736726" y="4218527"/>
              <a:ext cx="94290" cy="139102"/>
            </a:xfrm>
            <a:custGeom>
              <a:avLst/>
              <a:gdLst/>
              <a:ahLst/>
              <a:cxnLst/>
              <a:rect l="l" t="t" r="r" b="b"/>
              <a:pathLst>
                <a:path w="444" h="655" extrusionOk="0">
                  <a:moveTo>
                    <a:pt x="154" y="0"/>
                  </a:moveTo>
                  <a:lnTo>
                    <a:pt x="120" y="60"/>
                  </a:lnTo>
                  <a:cubicBezTo>
                    <a:pt x="120" y="72"/>
                    <a:pt x="0" y="618"/>
                    <a:pt x="202" y="652"/>
                  </a:cubicBezTo>
                  <a:cubicBezTo>
                    <a:pt x="211" y="654"/>
                    <a:pt x="219" y="654"/>
                    <a:pt x="226" y="654"/>
                  </a:cubicBezTo>
                  <a:cubicBezTo>
                    <a:pt x="443" y="654"/>
                    <a:pt x="154" y="0"/>
                    <a:pt x="1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1203" name="Google Shape;1203;p40">
              <a:extLst>
                <a:ext uri="{FF2B5EF4-FFF2-40B4-BE49-F238E27FC236}">
                  <a16:creationId xmlns:a16="http://schemas.microsoft.com/office/drawing/2014/main" id="{F7723D5A-3163-0FE8-ED89-D1CB7CB1EB6D}"/>
                </a:ext>
              </a:extLst>
            </p:cNvPr>
            <p:cNvSpPr/>
            <p:nvPr/>
          </p:nvSpPr>
          <p:spPr>
            <a:xfrm>
              <a:off x="7588067" y="4138888"/>
              <a:ext cx="201959" cy="162463"/>
            </a:xfrm>
            <a:custGeom>
              <a:avLst/>
              <a:gdLst/>
              <a:ahLst/>
              <a:cxnLst/>
              <a:rect l="l" t="t" r="r" b="b"/>
              <a:pathLst>
                <a:path w="951" h="765" extrusionOk="0">
                  <a:moveTo>
                    <a:pt x="619" y="0"/>
                  </a:moveTo>
                  <a:cubicBezTo>
                    <a:pt x="501" y="0"/>
                    <a:pt x="367" y="56"/>
                    <a:pt x="262" y="162"/>
                  </a:cubicBezTo>
                  <a:cubicBezTo>
                    <a:pt x="71" y="339"/>
                    <a:pt x="0" y="552"/>
                    <a:pt x="142" y="671"/>
                  </a:cubicBezTo>
                  <a:cubicBezTo>
                    <a:pt x="217" y="735"/>
                    <a:pt x="301" y="764"/>
                    <a:pt x="387" y="764"/>
                  </a:cubicBezTo>
                  <a:cubicBezTo>
                    <a:pt x="509" y="764"/>
                    <a:pt x="637" y="705"/>
                    <a:pt x="748" y="600"/>
                  </a:cubicBezTo>
                  <a:cubicBezTo>
                    <a:pt x="925" y="424"/>
                    <a:pt x="950" y="210"/>
                    <a:pt x="820" y="80"/>
                  </a:cubicBezTo>
                  <a:cubicBezTo>
                    <a:pt x="771" y="26"/>
                    <a:pt x="699" y="0"/>
                    <a:pt x="6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1204" name="Google Shape;1204;p40">
              <a:extLst>
                <a:ext uri="{FF2B5EF4-FFF2-40B4-BE49-F238E27FC236}">
                  <a16:creationId xmlns:a16="http://schemas.microsoft.com/office/drawing/2014/main" id="{A15B0C71-AB52-A811-ADBA-876EE4EE770A}"/>
                </a:ext>
              </a:extLst>
            </p:cNvPr>
            <p:cNvSpPr/>
            <p:nvPr/>
          </p:nvSpPr>
          <p:spPr>
            <a:xfrm>
              <a:off x="7686395" y="4218527"/>
              <a:ext cx="28032" cy="30369"/>
            </a:xfrm>
            <a:custGeom>
              <a:avLst/>
              <a:gdLst/>
              <a:ahLst/>
              <a:cxnLst/>
              <a:rect l="l" t="t" r="r" b="b"/>
              <a:pathLst>
                <a:path w="132" h="143" extrusionOk="0">
                  <a:moveTo>
                    <a:pt x="61" y="0"/>
                  </a:moveTo>
                  <a:cubicBezTo>
                    <a:pt x="35" y="0"/>
                    <a:pt x="24" y="0"/>
                    <a:pt x="1" y="12"/>
                  </a:cubicBezTo>
                  <a:lnTo>
                    <a:pt x="24" y="49"/>
                  </a:lnTo>
                  <a:cubicBezTo>
                    <a:pt x="35" y="35"/>
                    <a:pt x="46" y="35"/>
                    <a:pt x="61" y="35"/>
                  </a:cubicBezTo>
                  <a:cubicBezTo>
                    <a:pt x="72" y="35"/>
                    <a:pt x="72" y="49"/>
                    <a:pt x="83" y="49"/>
                  </a:cubicBezTo>
                  <a:cubicBezTo>
                    <a:pt x="83" y="60"/>
                    <a:pt x="95" y="72"/>
                    <a:pt x="83" y="83"/>
                  </a:cubicBezTo>
                  <a:cubicBezTo>
                    <a:pt x="83" y="94"/>
                    <a:pt x="83" y="106"/>
                    <a:pt x="72" y="106"/>
                  </a:cubicBezTo>
                  <a:lnTo>
                    <a:pt x="95" y="143"/>
                  </a:lnTo>
                  <a:cubicBezTo>
                    <a:pt x="106" y="131"/>
                    <a:pt x="118" y="106"/>
                    <a:pt x="118" y="94"/>
                  </a:cubicBezTo>
                  <a:cubicBezTo>
                    <a:pt x="132" y="72"/>
                    <a:pt x="118" y="49"/>
                    <a:pt x="106" y="35"/>
                  </a:cubicBezTo>
                  <a:cubicBezTo>
                    <a:pt x="95" y="12"/>
                    <a:pt x="83" y="0"/>
                    <a:pt x="61" y="0"/>
                  </a:cubicBez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40">
              <a:extLst>
                <a:ext uri="{FF2B5EF4-FFF2-40B4-BE49-F238E27FC236}">
                  <a16:creationId xmlns:a16="http://schemas.microsoft.com/office/drawing/2014/main" id="{F41E7C3A-5162-C8BA-DDDF-FEDADA0C0CE2}"/>
                </a:ext>
              </a:extLst>
            </p:cNvPr>
            <p:cNvSpPr/>
            <p:nvPr/>
          </p:nvSpPr>
          <p:spPr>
            <a:xfrm>
              <a:off x="7623746" y="4220864"/>
              <a:ext cx="30368" cy="25697"/>
            </a:xfrm>
            <a:custGeom>
              <a:avLst/>
              <a:gdLst/>
              <a:ahLst/>
              <a:cxnLst/>
              <a:rect l="l" t="t" r="r" b="b"/>
              <a:pathLst>
                <a:path w="143" h="121" extrusionOk="0">
                  <a:moveTo>
                    <a:pt x="23" y="1"/>
                  </a:moveTo>
                  <a:cubicBezTo>
                    <a:pt x="0" y="38"/>
                    <a:pt x="11" y="72"/>
                    <a:pt x="34" y="95"/>
                  </a:cubicBezTo>
                  <a:cubicBezTo>
                    <a:pt x="46" y="109"/>
                    <a:pt x="71" y="120"/>
                    <a:pt x="83" y="120"/>
                  </a:cubicBezTo>
                  <a:lnTo>
                    <a:pt x="94" y="120"/>
                  </a:lnTo>
                  <a:cubicBezTo>
                    <a:pt x="105" y="109"/>
                    <a:pt x="128" y="109"/>
                    <a:pt x="142" y="83"/>
                  </a:cubicBezTo>
                  <a:lnTo>
                    <a:pt x="117" y="72"/>
                  </a:lnTo>
                  <a:cubicBezTo>
                    <a:pt x="105" y="83"/>
                    <a:pt x="94" y="83"/>
                    <a:pt x="83" y="95"/>
                  </a:cubicBezTo>
                  <a:cubicBezTo>
                    <a:pt x="71" y="95"/>
                    <a:pt x="57" y="83"/>
                    <a:pt x="46" y="83"/>
                  </a:cubicBezTo>
                  <a:cubicBezTo>
                    <a:pt x="34" y="61"/>
                    <a:pt x="23" y="38"/>
                    <a:pt x="46" y="12"/>
                  </a:cubicBezTo>
                  <a:lnTo>
                    <a:pt x="23" y="1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40">
              <a:extLst>
                <a:ext uri="{FF2B5EF4-FFF2-40B4-BE49-F238E27FC236}">
                  <a16:creationId xmlns:a16="http://schemas.microsoft.com/office/drawing/2014/main" id="{97E7BC9F-42A8-DB6C-1072-01CA1761B847}"/>
                </a:ext>
              </a:extLst>
            </p:cNvPr>
            <p:cNvSpPr/>
            <p:nvPr/>
          </p:nvSpPr>
          <p:spPr>
            <a:xfrm>
              <a:off x="7638824" y="4173292"/>
              <a:ext cx="30368" cy="27820"/>
            </a:xfrm>
            <a:custGeom>
              <a:avLst/>
              <a:gdLst/>
              <a:ahLst/>
              <a:cxnLst/>
              <a:rect l="l" t="t" r="r" b="b"/>
              <a:pathLst>
                <a:path w="143" h="131" extrusionOk="0">
                  <a:moveTo>
                    <a:pt x="57" y="0"/>
                  </a:moveTo>
                  <a:cubicBezTo>
                    <a:pt x="34" y="0"/>
                    <a:pt x="23" y="12"/>
                    <a:pt x="0" y="23"/>
                  </a:cubicBezTo>
                  <a:lnTo>
                    <a:pt x="34" y="48"/>
                  </a:lnTo>
                  <a:cubicBezTo>
                    <a:pt x="34" y="48"/>
                    <a:pt x="46" y="34"/>
                    <a:pt x="57" y="34"/>
                  </a:cubicBezTo>
                  <a:cubicBezTo>
                    <a:pt x="71" y="34"/>
                    <a:pt x="83" y="48"/>
                    <a:pt x="83" y="48"/>
                  </a:cubicBezTo>
                  <a:cubicBezTo>
                    <a:pt x="105" y="71"/>
                    <a:pt x="105" y="94"/>
                    <a:pt x="94" y="105"/>
                  </a:cubicBezTo>
                  <a:lnTo>
                    <a:pt x="117" y="131"/>
                  </a:lnTo>
                  <a:cubicBezTo>
                    <a:pt x="142" y="105"/>
                    <a:pt x="142" y="48"/>
                    <a:pt x="105" y="23"/>
                  </a:cubicBezTo>
                  <a:cubicBezTo>
                    <a:pt x="94" y="12"/>
                    <a:pt x="83" y="0"/>
                    <a:pt x="57" y="0"/>
                  </a:cubicBez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40">
              <a:extLst>
                <a:ext uri="{FF2B5EF4-FFF2-40B4-BE49-F238E27FC236}">
                  <a16:creationId xmlns:a16="http://schemas.microsoft.com/office/drawing/2014/main" id="{44B4707F-9FDA-A647-DE53-1A9880D138B9}"/>
                </a:ext>
              </a:extLst>
            </p:cNvPr>
            <p:cNvSpPr/>
            <p:nvPr/>
          </p:nvSpPr>
          <p:spPr>
            <a:xfrm>
              <a:off x="7613339" y="4238491"/>
              <a:ext cx="20175" cy="23148"/>
            </a:xfrm>
            <a:custGeom>
              <a:avLst/>
              <a:gdLst/>
              <a:ahLst/>
              <a:cxnLst/>
              <a:rect l="l" t="t" r="r" b="b"/>
              <a:pathLst>
                <a:path w="95" h="109" extrusionOk="0">
                  <a:moveTo>
                    <a:pt x="83" y="0"/>
                  </a:moveTo>
                  <a:cubicBezTo>
                    <a:pt x="83" y="0"/>
                    <a:pt x="35" y="26"/>
                    <a:pt x="1" y="97"/>
                  </a:cubicBezTo>
                  <a:lnTo>
                    <a:pt x="23" y="108"/>
                  </a:lnTo>
                  <a:cubicBezTo>
                    <a:pt x="49" y="49"/>
                    <a:pt x="95" y="12"/>
                    <a:pt x="95" y="12"/>
                  </a:cubicBezTo>
                  <a:lnTo>
                    <a:pt x="83" y="0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40">
              <a:extLst>
                <a:ext uri="{FF2B5EF4-FFF2-40B4-BE49-F238E27FC236}">
                  <a16:creationId xmlns:a16="http://schemas.microsoft.com/office/drawing/2014/main" id="{B594135A-2E22-99F5-5355-459EF1316B7D}"/>
                </a:ext>
              </a:extLst>
            </p:cNvPr>
            <p:cNvSpPr/>
            <p:nvPr/>
          </p:nvSpPr>
          <p:spPr>
            <a:xfrm>
              <a:off x="7699137" y="4111279"/>
              <a:ext cx="113191" cy="103849"/>
            </a:xfrm>
            <a:custGeom>
              <a:avLst/>
              <a:gdLst/>
              <a:ahLst/>
              <a:cxnLst/>
              <a:rect l="l" t="t" r="r" b="b"/>
              <a:pathLst>
                <a:path w="533" h="489" extrusionOk="0">
                  <a:moveTo>
                    <a:pt x="222" y="0"/>
                  </a:moveTo>
                  <a:cubicBezTo>
                    <a:pt x="169" y="0"/>
                    <a:pt x="119" y="19"/>
                    <a:pt x="83" y="56"/>
                  </a:cubicBezTo>
                  <a:cubicBezTo>
                    <a:pt x="1" y="139"/>
                    <a:pt x="12" y="292"/>
                    <a:pt x="106" y="397"/>
                  </a:cubicBezTo>
                  <a:cubicBezTo>
                    <a:pt x="167" y="458"/>
                    <a:pt x="242" y="489"/>
                    <a:pt x="311" y="489"/>
                  </a:cubicBezTo>
                  <a:cubicBezTo>
                    <a:pt x="365" y="489"/>
                    <a:pt x="414" y="470"/>
                    <a:pt x="450" y="434"/>
                  </a:cubicBezTo>
                  <a:cubicBezTo>
                    <a:pt x="533" y="352"/>
                    <a:pt x="521" y="198"/>
                    <a:pt x="427" y="90"/>
                  </a:cubicBezTo>
                  <a:cubicBezTo>
                    <a:pt x="367" y="31"/>
                    <a:pt x="291" y="0"/>
                    <a:pt x="222" y="0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40">
              <a:extLst>
                <a:ext uri="{FF2B5EF4-FFF2-40B4-BE49-F238E27FC236}">
                  <a16:creationId xmlns:a16="http://schemas.microsoft.com/office/drawing/2014/main" id="{E0FF35D7-F588-4061-69A2-F1F3ED0ED142}"/>
                </a:ext>
              </a:extLst>
            </p:cNvPr>
            <p:cNvSpPr/>
            <p:nvPr/>
          </p:nvSpPr>
          <p:spPr>
            <a:xfrm>
              <a:off x="7756476" y="4107032"/>
              <a:ext cx="38438" cy="34404"/>
            </a:xfrm>
            <a:custGeom>
              <a:avLst/>
              <a:gdLst/>
              <a:ahLst/>
              <a:cxnLst/>
              <a:rect l="l" t="t" r="r" b="b"/>
              <a:pathLst>
                <a:path w="181" h="162" extrusionOk="0">
                  <a:moveTo>
                    <a:pt x="88" y="1"/>
                  </a:moveTo>
                  <a:cubicBezTo>
                    <a:pt x="56" y="1"/>
                    <a:pt x="24" y="25"/>
                    <a:pt x="15" y="62"/>
                  </a:cubicBezTo>
                  <a:cubicBezTo>
                    <a:pt x="1" y="110"/>
                    <a:pt x="27" y="147"/>
                    <a:pt x="72" y="159"/>
                  </a:cubicBezTo>
                  <a:cubicBezTo>
                    <a:pt x="79" y="161"/>
                    <a:pt x="85" y="161"/>
                    <a:pt x="92" y="161"/>
                  </a:cubicBezTo>
                  <a:cubicBezTo>
                    <a:pt x="125" y="161"/>
                    <a:pt x="159" y="141"/>
                    <a:pt x="169" y="110"/>
                  </a:cubicBezTo>
                  <a:cubicBezTo>
                    <a:pt x="180" y="62"/>
                    <a:pt x="157" y="16"/>
                    <a:pt x="109" y="5"/>
                  </a:cubicBezTo>
                  <a:cubicBezTo>
                    <a:pt x="102" y="2"/>
                    <a:pt x="95" y="1"/>
                    <a:pt x="88" y="1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40">
              <a:extLst>
                <a:ext uri="{FF2B5EF4-FFF2-40B4-BE49-F238E27FC236}">
                  <a16:creationId xmlns:a16="http://schemas.microsoft.com/office/drawing/2014/main" id="{1C2C4218-B5F3-F046-42C4-A47716E53D1A}"/>
                </a:ext>
              </a:extLst>
            </p:cNvPr>
            <p:cNvSpPr/>
            <p:nvPr/>
          </p:nvSpPr>
          <p:spPr>
            <a:xfrm>
              <a:off x="7688943" y="4119562"/>
              <a:ext cx="50331" cy="44173"/>
            </a:xfrm>
            <a:custGeom>
              <a:avLst/>
              <a:gdLst/>
              <a:ahLst/>
              <a:cxnLst/>
              <a:rect l="l" t="t" r="r" b="b"/>
              <a:pathLst>
                <a:path w="237" h="208" extrusionOk="0">
                  <a:moveTo>
                    <a:pt x="126" y="0"/>
                  </a:moveTo>
                  <a:cubicBezTo>
                    <a:pt x="77" y="0"/>
                    <a:pt x="33" y="26"/>
                    <a:pt x="23" y="74"/>
                  </a:cubicBezTo>
                  <a:cubicBezTo>
                    <a:pt x="0" y="134"/>
                    <a:pt x="34" y="193"/>
                    <a:pt x="94" y="205"/>
                  </a:cubicBezTo>
                  <a:cubicBezTo>
                    <a:pt x="104" y="207"/>
                    <a:pt x="114" y="208"/>
                    <a:pt x="124" y="208"/>
                  </a:cubicBezTo>
                  <a:cubicBezTo>
                    <a:pt x="172" y="208"/>
                    <a:pt x="216" y="184"/>
                    <a:pt x="225" y="134"/>
                  </a:cubicBezTo>
                  <a:cubicBezTo>
                    <a:pt x="236" y="74"/>
                    <a:pt x="214" y="17"/>
                    <a:pt x="154" y="3"/>
                  </a:cubicBezTo>
                  <a:cubicBezTo>
                    <a:pt x="145" y="1"/>
                    <a:pt x="135" y="0"/>
                    <a:pt x="126" y="0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40">
              <a:extLst>
                <a:ext uri="{FF2B5EF4-FFF2-40B4-BE49-F238E27FC236}">
                  <a16:creationId xmlns:a16="http://schemas.microsoft.com/office/drawing/2014/main" id="{7B6CA333-6AE7-49A6-D9A7-EE45F14CB7DB}"/>
                </a:ext>
              </a:extLst>
            </p:cNvPr>
            <p:cNvSpPr/>
            <p:nvPr/>
          </p:nvSpPr>
          <p:spPr>
            <a:xfrm>
              <a:off x="7721435" y="4107881"/>
              <a:ext cx="25696" cy="23361"/>
            </a:xfrm>
            <a:custGeom>
              <a:avLst/>
              <a:gdLst/>
              <a:ahLst/>
              <a:cxnLst/>
              <a:rect l="l" t="t" r="r" b="b"/>
              <a:pathLst>
                <a:path w="121" h="110" extrusionOk="0">
                  <a:moveTo>
                    <a:pt x="72" y="1"/>
                  </a:moveTo>
                  <a:cubicBezTo>
                    <a:pt x="38" y="1"/>
                    <a:pt x="12" y="12"/>
                    <a:pt x="1" y="35"/>
                  </a:cubicBezTo>
                  <a:cubicBezTo>
                    <a:pt x="1" y="72"/>
                    <a:pt x="12" y="95"/>
                    <a:pt x="38" y="106"/>
                  </a:cubicBezTo>
                  <a:cubicBezTo>
                    <a:pt x="44" y="108"/>
                    <a:pt x="50" y="109"/>
                    <a:pt x="56" y="109"/>
                  </a:cubicBezTo>
                  <a:cubicBezTo>
                    <a:pt x="80" y="109"/>
                    <a:pt x="97" y="91"/>
                    <a:pt x="109" y="72"/>
                  </a:cubicBezTo>
                  <a:cubicBezTo>
                    <a:pt x="120" y="35"/>
                    <a:pt x="95" y="12"/>
                    <a:pt x="72" y="1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40">
              <a:extLst>
                <a:ext uri="{FF2B5EF4-FFF2-40B4-BE49-F238E27FC236}">
                  <a16:creationId xmlns:a16="http://schemas.microsoft.com/office/drawing/2014/main" id="{54C28C85-3B9C-5A49-A5A9-4EFE7234FC9F}"/>
                </a:ext>
              </a:extLst>
            </p:cNvPr>
            <p:cNvSpPr/>
            <p:nvPr/>
          </p:nvSpPr>
          <p:spPr>
            <a:xfrm>
              <a:off x="7759662" y="4172655"/>
              <a:ext cx="55215" cy="49057"/>
            </a:xfrm>
            <a:custGeom>
              <a:avLst/>
              <a:gdLst/>
              <a:ahLst/>
              <a:cxnLst/>
              <a:rect l="l" t="t" r="r" b="b"/>
              <a:pathLst>
                <a:path w="260" h="231" extrusionOk="0">
                  <a:moveTo>
                    <a:pt x="142" y="1"/>
                  </a:moveTo>
                  <a:cubicBezTo>
                    <a:pt x="88" y="1"/>
                    <a:pt x="33" y="34"/>
                    <a:pt x="23" y="86"/>
                  </a:cubicBezTo>
                  <a:cubicBezTo>
                    <a:pt x="0" y="145"/>
                    <a:pt x="34" y="216"/>
                    <a:pt x="94" y="228"/>
                  </a:cubicBezTo>
                  <a:cubicBezTo>
                    <a:pt x="103" y="229"/>
                    <a:pt x="112" y="230"/>
                    <a:pt x="121" y="230"/>
                  </a:cubicBezTo>
                  <a:cubicBezTo>
                    <a:pt x="180" y="230"/>
                    <a:pt x="226" y="197"/>
                    <a:pt x="236" y="145"/>
                  </a:cubicBezTo>
                  <a:cubicBezTo>
                    <a:pt x="259" y="86"/>
                    <a:pt x="225" y="26"/>
                    <a:pt x="165" y="3"/>
                  </a:cubicBezTo>
                  <a:cubicBezTo>
                    <a:pt x="158" y="2"/>
                    <a:pt x="150" y="1"/>
                    <a:pt x="142" y="1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40">
              <a:extLst>
                <a:ext uri="{FF2B5EF4-FFF2-40B4-BE49-F238E27FC236}">
                  <a16:creationId xmlns:a16="http://schemas.microsoft.com/office/drawing/2014/main" id="{CC387E34-1D8B-E872-669F-592AE6769522}"/>
                </a:ext>
              </a:extLst>
            </p:cNvPr>
            <p:cNvSpPr/>
            <p:nvPr/>
          </p:nvSpPr>
          <p:spPr>
            <a:xfrm>
              <a:off x="7952918" y="4191131"/>
              <a:ext cx="98750" cy="87709"/>
            </a:xfrm>
            <a:custGeom>
              <a:avLst/>
              <a:gdLst/>
              <a:ahLst/>
              <a:cxnLst/>
              <a:rect l="l" t="t" r="r" b="b"/>
              <a:pathLst>
                <a:path w="465" h="413" extrusionOk="0">
                  <a:moveTo>
                    <a:pt x="229" y="0"/>
                  </a:moveTo>
                  <a:cubicBezTo>
                    <a:pt x="169" y="0"/>
                    <a:pt x="111" y="24"/>
                    <a:pt x="72" y="70"/>
                  </a:cubicBezTo>
                  <a:cubicBezTo>
                    <a:pt x="1" y="164"/>
                    <a:pt x="15" y="295"/>
                    <a:pt x="97" y="366"/>
                  </a:cubicBezTo>
                  <a:cubicBezTo>
                    <a:pt x="139" y="397"/>
                    <a:pt x="186" y="413"/>
                    <a:pt x="232" y="413"/>
                  </a:cubicBezTo>
                  <a:cubicBezTo>
                    <a:pt x="290" y="413"/>
                    <a:pt x="347" y="389"/>
                    <a:pt x="393" y="343"/>
                  </a:cubicBezTo>
                  <a:cubicBezTo>
                    <a:pt x="464" y="249"/>
                    <a:pt x="453" y="129"/>
                    <a:pt x="370" y="47"/>
                  </a:cubicBezTo>
                  <a:cubicBezTo>
                    <a:pt x="327" y="15"/>
                    <a:pt x="278" y="0"/>
                    <a:pt x="2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40">
              <a:extLst>
                <a:ext uri="{FF2B5EF4-FFF2-40B4-BE49-F238E27FC236}">
                  <a16:creationId xmlns:a16="http://schemas.microsoft.com/office/drawing/2014/main" id="{A9102288-D9B7-C861-8A63-FE0C3CE8207B}"/>
                </a:ext>
              </a:extLst>
            </p:cNvPr>
            <p:cNvSpPr/>
            <p:nvPr/>
          </p:nvSpPr>
          <p:spPr>
            <a:xfrm>
              <a:off x="7928071" y="4164160"/>
              <a:ext cx="85583" cy="75179"/>
            </a:xfrm>
            <a:custGeom>
              <a:avLst/>
              <a:gdLst/>
              <a:ahLst/>
              <a:cxnLst/>
              <a:rect l="l" t="t" r="r" b="b"/>
              <a:pathLst>
                <a:path w="403" h="354" extrusionOk="0">
                  <a:moveTo>
                    <a:pt x="203" y="1"/>
                  </a:moveTo>
                  <a:cubicBezTo>
                    <a:pt x="153" y="1"/>
                    <a:pt x="104" y="21"/>
                    <a:pt x="72" y="66"/>
                  </a:cubicBezTo>
                  <a:cubicBezTo>
                    <a:pt x="1" y="137"/>
                    <a:pt x="12" y="245"/>
                    <a:pt x="95" y="316"/>
                  </a:cubicBezTo>
                  <a:cubicBezTo>
                    <a:pt x="125" y="342"/>
                    <a:pt x="162" y="354"/>
                    <a:pt x="200" y="354"/>
                  </a:cubicBezTo>
                  <a:cubicBezTo>
                    <a:pt x="251" y="354"/>
                    <a:pt x="304" y="332"/>
                    <a:pt x="345" y="291"/>
                  </a:cubicBezTo>
                  <a:cubicBezTo>
                    <a:pt x="402" y="220"/>
                    <a:pt x="391" y="103"/>
                    <a:pt x="320" y="43"/>
                  </a:cubicBezTo>
                  <a:cubicBezTo>
                    <a:pt x="287" y="16"/>
                    <a:pt x="245" y="1"/>
                    <a:pt x="2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40">
              <a:extLst>
                <a:ext uri="{FF2B5EF4-FFF2-40B4-BE49-F238E27FC236}">
                  <a16:creationId xmlns:a16="http://schemas.microsoft.com/office/drawing/2014/main" id="{581DF1F9-C724-0900-5C13-E41B17ABBBAA}"/>
                </a:ext>
              </a:extLst>
            </p:cNvPr>
            <p:cNvSpPr/>
            <p:nvPr/>
          </p:nvSpPr>
          <p:spPr>
            <a:xfrm>
              <a:off x="7910657" y="4153541"/>
              <a:ext cx="52667" cy="47783"/>
            </a:xfrm>
            <a:custGeom>
              <a:avLst/>
              <a:gdLst/>
              <a:ahLst/>
              <a:cxnLst/>
              <a:rect l="l" t="t" r="r" b="b"/>
              <a:pathLst>
                <a:path w="248" h="225" extrusionOk="0">
                  <a:moveTo>
                    <a:pt x="137" y="1"/>
                  </a:moveTo>
                  <a:cubicBezTo>
                    <a:pt x="102" y="1"/>
                    <a:pt x="64" y="17"/>
                    <a:pt x="35" y="45"/>
                  </a:cubicBezTo>
                  <a:cubicBezTo>
                    <a:pt x="0" y="93"/>
                    <a:pt x="12" y="153"/>
                    <a:pt x="57" y="198"/>
                  </a:cubicBezTo>
                  <a:cubicBezTo>
                    <a:pt x="80" y="216"/>
                    <a:pt x="105" y="225"/>
                    <a:pt x="130" y="225"/>
                  </a:cubicBezTo>
                  <a:cubicBezTo>
                    <a:pt x="159" y="225"/>
                    <a:pt x="188" y="213"/>
                    <a:pt x="214" y="187"/>
                  </a:cubicBezTo>
                  <a:cubicBezTo>
                    <a:pt x="248" y="141"/>
                    <a:pt x="248" y="70"/>
                    <a:pt x="200" y="22"/>
                  </a:cubicBezTo>
                  <a:cubicBezTo>
                    <a:pt x="182" y="8"/>
                    <a:pt x="160" y="1"/>
                    <a:pt x="1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40">
              <a:extLst>
                <a:ext uri="{FF2B5EF4-FFF2-40B4-BE49-F238E27FC236}">
                  <a16:creationId xmlns:a16="http://schemas.microsoft.com/office/drawing/2014/main" id="{0970C3C8-6003-8193-71F0-48EFFC707414}"/>
                </a:ext>
              </a:extLst>
            </p:cNvPr>
            <p:cNvSpPr/>
            <p:nvPr/>
          </p:nvSpPr>
          <p:spPr>
            <a:xfrm>
              <a:off x="7986260" y="4325351"/>
              <a:ext cx="113191" cy="101300"/>
            </a:xfrm>
            <a:custGeom>
              <a:avLst/>
              <a:gdLst/>
              <a:ahLst/>
              <a:cxnLst/>
              <a:rect l="l" t="t" r="r" b="b"/>
              <a:pathLst>
                <a:path w="533" h="477" extrusionOk="0">
                  <a:moveTo>
                    <a:pt x="265" y="1"/>
                  </a:moveTo>
                  <a:cubicBezTo>
                    <a:pt x="197" y="1"/>
                    <a:pt x="129" y="30"/>
                    <a:pt x="83" y="89"/>
                  </a:cubicBezTo>
                  <a:cubicBezTo>
                    <a:pt x="0" y="186"/>
                    <a:pt x="11" y="340"/>
                    <a:pt x="117" y="422"/>
                  </a:cubicBezTo>
                  <a:cubicBezTo>
                    <a:pt x="159" y="458"/>
                    <a:pt x="212" y="476"/>
                    <a:pt x="265" y="476"/>
                  </a:cubicBezTo>
                  <a:cubicBezTo>
                    <a:pt x="334" y="476"/>
                    <a:pt x="403" y="446"/>
                    <a:pt x="450" y="385"/>
                  </a:cubicBezTo>
                  <a:cubicBezTo>
                    <a:pt x="532" y="291"/>
                    <a:pt x="521" y="138"/>
                    <a:pt x="413" y="55"/>
                  </a:cubicBezTo>
                  <a:cubicBezTo>
                    <a:pt x="371" y="19"/>
                    <a:pt x="319" y="1"/>
                    <a:pt x="2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40">
              <a:extLst>
                <a:ext uri="{FF2B5EF4-FFF2-40B4-BE49-F238E27FC236}">
                  <a16:creationId xmlns:a16="http://schemas.microsoft.com/office/drawing/2014/main" id="{C19EDF64-CF21-29AA-17B6-6AA16AED83E3}"/>
                </a:ext>
              </a:extLst>
            </p:cNvPr>
            <p:cNvSpPr/>
            <p:nvPr/>
          </p:nvSpPr>
          <p:spPr>
            <a:xfrm>
              <a:off x="8013444" y="4305813"/>
              <a:ext cx="73266" cy="65835"/>
            </a:xfrm>
            <a:custGeom>
              <a:avLst/>
              <a:gdLst/>
              <a:ahLst/>
              <a:cxnLst/>
              <a:rect l="l" t="t" r="r" b="b"/>
              <a:pathLst>
                <a:path w="345" h="310" extrusionOk="0">
                  <a:moveTo>
                    <a:pt x="179" y="0"/>
                  </a:moveTo>
                  <a:cubicBezTo>
                    <a:pt x="136" y="0"/>
                    <a:pt x="93" y="19"/>
                    <a:pt x="60" y="50"/>
                  </a:cubicBezTo>
                  <a:cubicBezTo>
                    <a:pt x="0" y="121"/>
                    <a:pt x="14" y="218"/>
                    <a:pt x="71" y="278"/>
                  </a:cubicBezTo>
                  <a:cubicBezTo>
                    <a:pt x="103" y="298"/>
                    <a:pt x="139" y="309"/>
                    <a:pt x="176" y="309"/>
                  </a:cubicBezTo>
                  <a:cubicBezTo>
                    <a:pt x="221" y="309"/>
                    <a:pt x="266" y="292"/>
                    <a:pt x="299" y="252"/>
                  </a:cubicBezTo>
                  <a:cubicBezTo>
                    <a:pt x="344" y="193"/>
                    <a:pt x="344" y="87"/>
                    <a:pt x="273" y="39"/>
                  </a:cubicBezTo>
                  <a:cubicBezTo>
                    <a:pt x="247" y="12"/>
                    <a:pt x="213" y="0"/>
                    <a:pt x="1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096787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5">
          <a:extLst>
            <a:ext uri="{FF2B5EF4-FFF2-40B4-BE49-F238E27FC236}">
              <a16:creationId xmlns:a16="http://schemas.microsoft.com/office/drawing/2014/main" id="{F304F939-74F4-1D7A-EC4A-8CE7268DB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6" name="Google Shape;2306;p50">
            <a:extLst>
              <a:ext uri="{FF2B5EF4-FFF2-40B4-BE49-F238E27FC236}">
                <a16:creationId xmlns:a16="http://schemas.microsoft.com/office/drawing/2014/main" id="{30676C62-02F8-C8CE-4100-4C80A6749A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8500" y="731262"/>
            <a:ext cx="4641000" cy="12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l"/>
            <a:r>
              <a:rPr lang="ru-RU" dirty="0"/>
              <a:t>Как се използва: Настройка на устройството</a:t>
            </a:r>
          </a:p>
        </p:txBody>
      </p:sp>
      <p:grpSp>
        <p:nvGrpSpPr>
          <p:cNvPr id="2309" name="Google Shape;2309;p50">
            <a:extLst>
              <a:ext uri="{FF2B5EF4-FFF2-40B4-BE49-F238E27FC236}">
                <a16:creationId xmlns:a16="http://schemas.microsoft.com/office/drawing/2014/main" id="{6FD878D2-BCF0-95BA-DBF3-2F5C377A4BE2}"/>
              </a:ext>
            </a:extLst>
          </p:cNvPr>
          <p:cNvGrpSpPr/>
          <p:nvPr/>
        </p:nvGrpSpPr>
        <p:grpSpPr>
          <a:xfrm rot="1595244">
            <a:off x="4186336" y="1279934"/>
            <a:ext cx="1413164" cy="714928"/>
            <a:chOff x="7164234" y="267649"/>
            <a:chExt cx="1648005" cy="833736"/>
          </a:xfrm>
        </p:grpSpPr>
        <p:sp>
          <p:nvSpPr>
            <p:cNvPr id="2310" name="Google Shape;2310;p50">
              <a:extLst>
                <a:ext uri="{FF2B5EF4-FFF2-40B4-BE49-F238E27FC236}">
                  <a16:creationId xmlns:a16="http://schemas.microsoft.com/office/drawing/2014/main" id="{023309DC-EB5A-A2D1-6486-2455E6F2CB5E}"/>
                </a:ext>
              </a:extLst>
            </p:cNvPr>
            <p:cNvSpPr/>
            <p:nvPr/>
          </p:nvSpPr>
          <p:spPr>
            <a:xfrm rot="-665562">
              <a:off x="7164234" y="578536"/>
              <a:ext cx="414494" cy="407534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lvl="0" algn="ctr"/>
              <a:r>
                <a:rPr b="0" i="0"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noFill/>
                  <a:latin typeface="Fredoka One"/>
                </a:rPr>
                <a:t>z</a:t>
              </a:r>
            </a:p>
          </p:txBody>
        </p:sp>
        <p:sp>
          <p:nvSpPr>
            <p:cNvPr id="2311" name="Google Shape;2311;p50">
              <a:extLst>
                <a:ext uri="{FF2B5EF4-FFF2-40B4-BE49-F238E27FC236}">
                  <a16:creationId xmlns:a16="http://schemas.microsoft.com/office/drawing/2014/main" id="{18B78BC6-0AE9-6CA3-461E-0565B0D56568}"/>
                </a:ext>
              </a:extLst>
            </p:cNvPr>
            <p:cNvSpPr/>
            <p:nvPr/>
          </p:nvSpPr>
          <p:spPr>
            <a:xfrm rot="1035015">
              <a:off x="7717523" y="267649"/>
              <a:ext cx="454362" cy="502242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lvl="0" algn="ctr"/>
              <a:r>
                <a:rPr b="0" i="0" dirty="0"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noFill/>
                  <a:latin typeface="Fredoka One"/>
                </a:rPr>
                <a:t>Z</a:t>
              </a:r>
            </a:p>
          </p:txBody>
        </p:sp>
        <p:sp>
          <p:nvSpPr>
            <p:cNvPr id="2312" name="Google Shape;2312;p50">
              <a:extLst>
                <a:ext uri="{FF2B5EF4-FFF2-40B4-BE49-F238E27FC236}">
                  <a16:creationId xmlns:a16="http://schemas.microsoft.com/office/drawing/2014/main" id="{16519089-F2E5-55C0-4FB6-AD305BCC26BD}"/>
                </a:ext>
              </a:extLst>
            </p:cNvPr>
            <p:cNvSpPr/>
            <p:nvPr/>
          </p:nvSpPr>
          <p:spPr>
            <a:xfrm rot="552470">
              <a:off x="8241636" y="393176"/>
              <a:ext cx="570603" cy="708209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lvl="0" algn="ctr"/>
              <a:r>
                <a:rPr b="0" i="0"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noFill/>
                  <a:latin typeface="Fredoka One"/>
                </a:rPr>
                <a:t>Z</a:t>
              </a: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DF9A6A3F-5B13-9E32-44B1-0A232E7C3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385" y="2162752"/>
            <a:ext cx="4621169" cy="27007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4DED06C-4969-F35D-378E-497A8A7B08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0221" y="434601"/>
            <a:ext cx="1981845" cy="4404100"/>
          </a:xfrm>
          <a:prstGeom prst="rect">
            <a:avLst/>
          </a:prstGeom>
        </p:spPr>
      </p:pic>
      <p:grpSp>
        <p:nvGrpSpPr>
          <p:cNvPr id="13" name="Google Shape;1187;p40">
            <a:extLst>
              <a:ext uri="{FF2B5EF4-FFF2-40B4-BE49-F238E27FC236}">
                <a16:creationId xmlns:a16="http://schemas.microsoft.com/office/drawing/2014/main" id="{948B8583-A2FE-7A29-0155-00D38CD496F6}"/>
              </a:ext>
            </a:extLst>
          </p:cNvPr>
          <p:cNvGrpSpPr/>
          <p:nvPr/>
        </p:nvGrpSpPr>
        <p:grpSpPr>
          <a:xfrm>
            <a:off x="5919915" y="4320500"/>
            <a:ext cx="640409" cy="518201"/>
            <a:chOff x="9579360" y="2507084"/>
            <a:chExt cx="505015" cy="408643"/>
          </a:xfrm>
        </p:grpSpPr>
        <p:sp>
          <p:nvSpPr>
            <p:cNvPr id="14" name="Google Shape;1188;p40">
              <a:extLst>
                <a:ext uri="{FF2B5EF4-FFF2-40B4-BE49-F238E27FC236}">
                  <a16:creationId xmlns:a16="http://schemas.microsoft.com/office/drawing/2014/main" id="{538A98BE-68DF-7C0A-435A-A789CC7A6756}"/>
                </a:ext>
              </a:extLst>
            </p:cNvPr>
            <p:cNvSpPr/>
            <p:nvPr/>
          </p:nvSpPr>
          <p:spPr>
            <a:xfrm>
              <a:off x="9739126" y="2655146"/>
              <a:ext cx="16572" cy="16374"/>
            </a:xfrm>
            <a:custGeom>
              <a:avLst/>
              <a:gdLst/>
              <a:ahLst/>
              <a:cxnLst/>
              <a:rect l="l" t="t" r="r" b="b"/>
              <a:pathLst>
                <a:path w="84" h="83" extrusionOk="0">
                  <a:moveTo>
                    <a:pt x="35" y="0"/>
                  </a:moveTo>
                  <a:cubicBezTo>
                    <a:pt x="12" y="0"/>
                    <a:pt x="1" y="12"/>
                    <a:pt x="1" y="34"/>
                  </a:cubicBezTo>
                  <a:cubicBezTo>
                    <a:pt x="1" y="60"/>
                    <a:pt x="12" y="83"/>
                    <a:pt x="35" y="83"/>
                  </a:cubicBezTo>
                  <a:cubicBezTo>
                    <a:pt x="61" y="83"/>
                    <a:pt x="83" y="60"/>
                    <a:pt x="83" y="34"/>
                  </a:cubicBezTo>
                  <a:cubicBezTo>
                    <a:pt x="83" y="12"/>
                    <a:pt x="61" y="0"/>
                    <a:pt x="35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189;p40">
              <a:extLst>
                <a:ext uri="{FF2B5EF4-FFF2-40B4-BE49-F238E27FC236}">
                  <a16:creationId xmlns:a16="http://schemas.microsoft.com/office/drawing/2014/main" id="{39D2DC66-A610-1D37-17AE-E5BA0C6E1484}"/>
                </a:ext>
              </a:extLst>
            </p:cNvPr>
            <p:cNvSpPr/>
            <p:nvPr/>
          </p:nvSpPr>
          <p:spPr>
            <a:xfrm>
              <a:off x="9935071" y="2887516"/>
              <a:ext cx="28409" cy="28211"/>
            </a:xfrm>
            <a:custGeom>
              <a:avLst/>
              <a:gdLst/>
              <a:ahLst/>
              <a:cxnLst/>
              <a:rect l="l" t="t" r="r" b="b"/>
              <a:pathLst>
                <a:path w="144" h="143" extrusionOk="0">
                  <a:moveTo>
                    <a:pt x="72" y="0"/>
                  </a:moveTo>
                  <a:cubicBezTo>
                    <a:pt x="38" y="0"/>
                    <a:pt x="1" y="37"/>
                    <a:pt x="1" y="71"/>
                  </a:cubicBezTo>
                  <a:cubicBezTo>
                    <a:pt x="1" y="120"/>
                    <a:pt x="38" y="143"/>
                    <a:pt x="72" y="143"/>
                  </a:cubicBezTo>
                  <a:cubicBezTo>
                    <a:pt x="120" y="143"/>
                    <a:pt x="143" y="120"/>
                    <a:pt x="143" y="71"/>
                  </a:cubicBezTo>
                  <a:cubicBezTo>
                    <a:pt x="143" y="37"/>
                    <a:pt x="120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190;p40">
              <a:extLst>
                <a:ext uri="{FF2B5EF4-FFF2-40B4-BE49-F238E27FC236}">
                  <a16:creationId xmlns:a16="http://schemas.microsoft.com/office/drawing/2014/main" id="{853AA6CC-E69F-FECD-856C-6AE6B333C825}"/>
                </a:ext>
              </a:extLst>
            </p:cNvPr>
            <p:cNvSpPr/>
            <p:nvPr/>
          </p:nvSpPr>
          <p:spPr>
            <a:xfrm>
              <a:off x="9579360" y="2834836"/>
              <a:ext cx="37681" cy="37286"/>
            </a:xfrm>
            <a:custGeom>
              <a:avLst/>
              <a:gdLst/>
              <a:ahLst/>
              <a:cxnLst/>
              <a:rect l="l" t="t" r="r" b="b"/>
              <a:pathLst>
                <a:path w="191" h="189" extrusionOk="0">
                  <a:moveTo>
                    <a:pt x="97" y="0"/>
                  </a:moveTo>
                  <a:cubicBezTo>
                    <a:pt x="49" y="0"/>
                    <a:pt x="0" y="46"/>
                    <a:pt x="0" y="94"/>
                  </a:cubicBezTo>
                  <a:cubicBezTo>
                    <a:pt x="0" y="143"/>
                    <a:pt x="49" y="188"/>
                    <a:pt x="97" y="188"/>
                  </a:cubicBezTo>
                  <a:cubicBezTo>
                    <a:pt x="157" y="188"/>
                    <a:pt x="191" y="143"/>
                    <a:pt x="191" y="94"/>
                  </a:cubicBezTo>
                  <a:cubicBezTo>
                    <a:pt x="191" y="46"/>
                    <a:pt x="157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191;p40">
              <a:extLst>
                <a:ext uri="{FF2B5EF4-FFF2-40B4-BE49-F238E27FC236}">
                  <a16:creationId xmlns:a16="http://schemas.microsoft.com/office/drawing/2014/main" id="{BE75276E-A730-4154-FE94-A260FE3D2748}"/>
                </a:ext>
              </a:extLst>
            </p:cNvPr>
            <p:cNvSpPr/>
            <p:nvPr/>
          </p:nvSpPr>
          <p:spPr>
            <a:xfrm>
              <a:off x="10060701" y="2507084"/>
              <a:ext cx="23674" cy="23674"/>
            </a:xfrm>
            <a:custGeom>
              <a:avLst/>
              <a:gdLst/>
              <a:ahLst/>
              <a:cxnLst/>
              <a:rect l="l" t="t" r="r" b="b"/>
              <a:pathLst>
                <a:path w="120" h="120" extrusionOk="0">
                  <a:moveTo>
                    <a:pt x="60" y="1"/>
                  </a:moveTo>
                  <a:cubicBezTo>
                    <a:pt x="37" y="1"/>
                    <a:pt x="0" y="26"/>
                    <a:pt x="0" y="60"/>
                  </a:cubicBezTo>
                  <a:cubicBezTo>
                    <a:pt x="0" y="97"/>
                    <a:pt x="37" y="120"/>
                    <a:pt x="60" y="120"/>
                  </a:cubicBezTo>
                  <a:cubicBezTo>
                    <a:pt x="97" y="120"/>
                    <a:pt x="120" y="97"/>
                    <a:pt x="120" y="60"/>
                  </a:cubicBezTo>
                  <a:cubicBezTo>
                    <a:pt x="120" y="26"/>
                    <a:pt x="97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192;p40">
              <a:extLst>
                <a:ext uri="{FF2B5EF4-FFF2-40B4-BE49-F238E27FC236}">
                  <a16:creationId xmlns:a16="http://schemas.microsoft.com/office/drawing/2014/main" id="{392BF1A9-5071-BD02-039D-4D3B91DE7805}"/>
                </a:ext>
              </a:extLst>
            </p:cNvPr>
            <p:cNvSpPr/>
            <p:nvPr/>
          </p:nvSpPr>
          <p:spPr>
            <a:xfrm>
              <a:off x="9730743" y="2537391"/>
              <a:ext cx="33341" cy="32749"/>
            </a:xfrm>
            <a:custGeom>
              <a:avLst/>
              <a:gdLst/>
              <a:ahLst/>
              <a:cxnLst/>
              <a:rect l="l" t="t" r="r" b="b"/>
              <a:pathLst>
                <a:path w="169" h="166" extrusionOk="0">
                  <a:moveTo>
                    <a:pt x="86" y="0"/>
                  </a:moveTo>
                  <a:cubicBezTo>
                    <a:pt x="37" y="0"/>
                    <a:pt x="0" y="35"/>
                    <a:pt x="0" y="83"/>
                  </a:cubicBezTo>
                  <a:cubicBezTo>
                    <a:pt x="0" y="131"/>
                    <a:pt x="37" y="165"/>
                    <a:pt x="86" y="165"/>
                  </a:cubicBezTo>
                  <a:cubicBezTo>
                    <a:pt x="120" y="165"/>
                    <a:pt x="168" y="131"/>
                    <a:pt x="168" y="83"/>
                  </a:cubicBezTo>
                  <a:cubicBezTo>
                    <a:pt x="168" y="35"/>
                    <a:pt x="120" y="0"/>
                    <a:pt x="86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193;p40">
              <a:extLst>
                <a:ext uri="{FF2B5EF4-FFF2-40B4-BE49-F238E27FC236}">
                  <a16:creationId xmlns:a16="http://schemas.microsoft.com/office/drawing/2014/main" id="{20D35243-1660-5C7B-0817-E41238531F8B}"/>
                </a:ext>
              </a:extLst>
            </p:cNvPr>
            <p:cNvSpPr/>
            <p:nvPr/>
          </p:nvSpPr>
          <p:spPr>
            <a:xfrm>
              <a:off x="10032006" y="2744517"/>
              <a:ext cx="40048" cy="40048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7" y="0"/>
                  </a:moveTo>
                  <a:cubicBezTo>
                    <a:pt x="49" y="0"/>
                    <a:pt x="0" y="46"/>
                    <a:pt x="0" y="106"/>
                  </a:cubicBezTo>
                  <a:cubicBezTo>
                    <a:pt x="0" y="154"/>
                    <a:pt x="49" y="202"/>
                    <a:pt x="97" y="202"/>
                  </a:cubicBezTo>
                  <a:cubicBezTo>
                    <a:pt x="157" y="202"/>
                    <a:pt x="202" y="154"/>
                    <a:pt x="202" y="106"/>
                  </a:cubicBezTo>
                  <a:cubicBezTo>
                    <a:pt x="202" y="46"/>
                    <a:pt x="157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Google Shape;1194;p40">
            <a:extLst>
              <a:ext uri="{FF2B5EF4-FFF2-40B4-BE49-F238E27FC236}">
                <a16:creationId xmlns:a16="http://schemas.microsoft.com/office/drawing/2014/main" id="{527008A7-D4A4-3D54-0C55-29240C6531B1}"/>
              </a:ext>
            </a:extLst>
          </p:cNvPr>
          <p:cNvSpPr/>
          <p:nvPr/>
        </p:nvSpPr>
        <p:spPr>
          <a:xfrm rot="1728991">
            <a:off x="6094191" y="4312419"/>
            <a:ext cx="284240" cy="397435"/>
          </a:xfrm>
          <a:custGeom>
            <a:avLst/>
            <a:gdLst/>
            <a:ahLst/>
            <a:cxnLst/>
            <a:rect l="l" t="t" r="r" b="b"/>
            <a:pathLst>
              <a:path w="2333" h="3262" extrusionOk="0">
                <a:moveTo>
                  <a:pt x="711" y="1"/>
                </a:moveTo>
                <a:cubicBezTo>
                  <a:pt x="450" y="1"/>
                  <a:pt x="213" y="61"/>
                  <a:pt x="0" y="166"/>
                </a:cubicBezTo>
                <a:cubicBezTo>
                  <a:pt x="34" y="155"/>
                  <a:pt x="71" y="155"/>
                  <a:pt x="117" y="155"/>
                </a:cubicBezTo>
                <a:cubicBezTo>
                  <a:pt x="925" y="155"/>
                  <a:pt x="1588" y="820"/>
                  <a:pt x="1588" y="1625"/>
                </a:cubicBezTo>
                <a:cubicBezTo>
                  <a:pt x="1588" y="2442"/>
                  <a:pt x="925" y="3096"/>
                  <a:pt x="117" y="3096"/>
                </a:cubicBezTo>
                <a:lnTo>
                  <a:pt x="0" y="3096"/>
                </a:lnTo>
                <a:cubicBezTo>
                  <a:pt x="213" y="3201"/>
                  <a:pt x="450" y="3261"/>
                  <a:pt x="711" y="3261"/>
                </a:cubicBezTo>
                <a:cubicBezTo>
                  <a:pt x="1610" y="3261"/>
                  <a:pt x="2333" y="2527"/>
                  <a:pt x="2333" y="1625"/>
                </a:cubicBezTo>
                <a:cubicBezTo>
                  <a:pt x="2333" y="724"/>
                  <a:pt x="1610" y="1"/>
                  <a:pt x="711" y="1"/>
                </a:cubicBezTo>
                <a:close/>
              </a:path>
            </a:pathLst>
          </a:custGeom>
          <a:solidFill>
            <a:srgbClr val="EAE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75668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6" name="Google Shape;2696;p56"/>
          <p:cNvSpPr txBox="1">
            <a:spLocks noGrp="1"/>
          </p:cNvSpPr>
          <p:nvPr>
            <p:ph type="title"/>
          </p:nvPr>
        </p:nvSpPr>
        <p:spPr>
          <a:xfrm>
            <a:off x="4911458" y="729009"/>
            <a:ext cx="3564600" cy="61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bg-BG" dirty="0"/>
              <a:t>Първи стъпки с </a:t>
            </a:r>
            <a:r>
              <a:rPr lang="en-US" dirty="0"/>
              <a:t>Noctis: </a:t>
            </a:r>
            <a:r>
              <a:rPr lang="bg-BG" dirty="0"/>
              <a:t>Употреба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697" name="Google Shape;2697;p56"/>
          <p:cNvSpPr txBox="1">
            <a:spLocks noGrp="1"/>
          </p:cNvSpPr>
          <p:nvPr>
            <p:ph type="subTitle" idx="1"/>
          </p:nvPr>
        </p:nvSpPr>
        <p:spPr>
          <a:xfrm>
            <a:off x="4862322" y="1536074"/>
            <a:ext cx="3564600" cy="8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245595" lvl="0" algn="l">
              <a:buClr>
                <a:srgbClr val="EC85E3"/>
              </a:buClr>
              <a:buFont typeface="Quicksand" panose="020B0604020202020204" charset="0"/>
              <a:buChar char="●"/>
              <a:defRPr/>
            </a:pPr>
            <a:r>
              <a:rPr lang="ru-RU" sz="1600" dirty="0">
                <a:solidFill>
                  <a:srgbClr val="EAE3FF"/>
                </a:solidFill>
              </a:rPr>
              <a:t>Стъпка 3: Свързване на устройството с акаунта</a:t>
            </a:r>
          </a:p>
          <a:p>
            <a:pPr marR="245595" lvl="0" algn="l">
              <a:buClr>
                <a:srgbClr val="EC85E3"/>
              </a:buClr>
              <a:buFont typeface="Courier New" panose="02070309020205020404" pitchFamily="49" charset="0"/>
              <a:buChar char="o"/>
              <a:defRPr/>
            </a:pPr>
            <a:r>
              <a:rPr lang="ru-RU" sz="1600" dirty="0">
                <a:solidFill>
                  <a:srgbClr val="EAE3FF"/>
                </a:solidFill>
              </a:rPr>
              <a:t>Въвеждане на уникалния сериен номер в потребителския профил.</a:t>
            </a:r>
          </a:p>
          <a:p>
            <a:pPr marR="245595" lvl="0" algn="l">
              <a:buClr>
                <a:srgbClr val="EC85E3"/>
              </a:buClr>
              <a:buFont typeface="Quicksand" panose="020B0604020202020204" charset="0"/>
              <a:buChar char="●"/>
              <a:defRPr/>
            </a:pPr>
            <a:r>
              <a:rPr lang="ru-RU" sz="1600" dirty="0">
                <a:solidFill>
                  <a:srgbClr val="EAE3FF"/>
                </a:solidFill>
              </a:rPr>
              <a:t>Стъпка 4: Ежедневна употреба</a:t>
            </a:r>
          </a:p>
          <a:p>
            <a:pPr marL="425450" marR="245595" lvl="0" indent="-285750" algn="l">
              <a:buClr>
                <a:srgbClr val="EC85E3"/>
              </a:buClr>
              <a:buFont typeface="Courier New" panose="02070309020205020404" pitchFamily="49" charset="0"/>
              <a:buChar char="o"/>
              <a:defRPr/>
            </a:pPr>
            <a:r>
              <a:rPr lang="ru-RU" sz="1600" dirty="0">
                <a:solidFill>
                  <a:srgbClr val="EAE3FF"/>
                </a:solidFill>
              </a:rPr>
              <a:t>Dashboard: Визуализация на данни и фази на съня.</a:t>
            </a:r>
          </a:p>
          <a:p>
            <a:pPr marR="245595" lvl="0" algn="l">
              <a:buClr>
                <a:srgbClr val="EC85E3"/>
              </a:buClr>
              <a:buFont typeface="Courier New" panose="02070309020205020404" pitchFamily="49" charset="0"/>
              <a:buChar char="o"/>
              <a:defRPr/>
            </a:pPr>
            <a:r>
              <a:rPr lang="ru-RU" sz="1600" dirty="0">
                <a:solidFill>
                  <a:srgbClr val="EAE3FF"/>
                </a:solidFill>
              </a:rPr>
              <a:t>История: Проследяване на тенденции в качеството на съня.</a:t>
            </a:r>
            <a:endParaRPr lang="en-US" sz="1600" dirty="0">
              <a:solidFill>
                <a:srgbClr val="EAE3FF"/>
              </a:solidFill>
            </a:endParaRPr>
          </a:p>
        </p:txBody>
      </p:sp>
      <p:sp>
        <p:nvSpPr>
          <p:cNvPr id="2698" name="Google Shape;2698;p56"/>
          <p:cNvSpPr/>
          <p:nvPr/>
        </p:nvSpPr>
        <p:spPr>
          <a:xfrm>
            <a:off x="713100" y="1271675"/>
            <a:ext cx="3727985" cy="2765991"/>
          </a:xfrm>
          <a:custGeom>
            <a:avLst/>
            <a:gdLst/>
            <a:ahLst/>
            <a:cxnLst/>
            <a:rect l="l" t="t" r="r" b="b"/>
            <a:pathLst>
              <a:path w="131696" h="100673" extrusionOk="0">
                <a:moveTo>
                  <a:pt x="128192" y="0"/>
                </a:moveTo>
                <a:lnTo>
                  <a:pt x="3504" y="0"/>
                </a:lnTo>
                <a:lnTo>
                  <a:pt x="3504" y="0"/>
                </a:lnTo>
                <a:lnTo>
                  <a:pt x="2821" y="0"/>
                </a:lnTo>
                <a:lnTo>
                  <a:pt x="2137" y="257"/>
                </a:lnTo>
                <a:lnTo>
                  <a:pt x="1624" y="598"/>
                </a:lnTo>
                <a:lnTo>
                  <a:pt x="1026" y="1026"/>
                </a:lnTo>
                <a:lnTo>
                  <a:pt x="599" y="1538"/>
                </a:lnTo>
                <a:lnTo>
                  <a:pt x="342" y="2137"/>
                </a:lnTo>
                <a:lnTo>
                  <a:pt x="86" y="2735"/>
                </a:lnTo>
                <a:lnTo>
                  <a:pt x="0" y="3504"/>
                </a:lnTo>
                <a:lnTo>
                  <a:pt x="0" y="79991"/>
                </a:lnTo>
                <a:lnTo>
                  <a:pt x="0" y="79991"/>
                </a:lnTo>
                <a:lnTo>
                  <a:pt x="86" y="80675"/>
                </a:lnTo>
                <a:lnTo>
                  <a:pt x="342" y="81359"/>
                </a:lnTo>
                <a:lnTo>
                  <a:pt x="599" y="81957"/>
                </a:lnTo>
                <a:lnTo>
                  <a:pt x="1026" y="82470"/>
                </a:lnTo>
                <a:lnTo>
                  <a:pt x="1624" y="82897"/>
                </a:lnTo>
                <a:lnTo>
                  <a:pt x="2137" y="83239"/>
                </a:lnTo>
                <a:lnTo>
                  <a:pt x="2821" y="83410"/>
                </a:lnTo>
                <a:lnTo>
                  <a:pt x="3504" y="83495"/>
                </a:lnTo>
                <a:lnTo>
                  <a:pt x="52132" y="83495"/>
                </a:lnTo>
                <a:lnTo>
                  <a:pt x="51191" y="89990"/>
                </a:lnTo>
                <a:lnTo>
                  <a:pt x="51191" y="89990"/>
                </a:lnTo>
                <a:lnTo>
                  <a:pt x="50850" y="91272"/>
                </a:lnTo>
                <a:lnTo>
                  <a:pt x="50251" y="92640"/>
                </a:lnTo>
                <a:lnTo>
                  <a:pt x="49910" y="93238"/>
                </a:lnTo>
                <a:lnTo>
                  <a:pt x="49482" y="93836"/>
                </a:lnTo>
                <a:lnTo>
                  <a:pt x="49055" y="94349"/>
                </a:lnTo>
                <a:lnTo>
                  <a:pt x="48628" y="94862"/>
                </a:lnTo>
                <a:lnTo>
                  <a:pt x="43842" y="98024"/>
                </a:lnTo>
                <a:lnTo>
                  <a:pt x="43842" y="98024"/>
                </a:lnTo>
                <a:lnTo>
                  <a:pt x="43585" y="98280"/>
                </a:lnTo>
                <a:lnTo>
                  <a:pt x="43415" y="98536"/>
                </a:lnTo>
                <a:lnTo>
                  <a:pt x="43329" y="98878"/>
                </a:lnTo>
                <a:lnTo>
                  <a:pt x="43244" y="99220"/>
                </a:lnTo>
                <a:lnTo>
                  <a:pt x="43329" y="99562"/>
                </a:lnTo>
                <a:lnTo>
                  <a:pt x="43415" y="99818"/>
                </a:lnTo>
                <a:lnTo>
                  <a:pt x="43585" y="100160"/>
                </a:lnTo>
                <a:lnTo>
                  <a:pt x="43842" y="100417"/>
                </a:lnTo>
                <a:lnTo>
                  <a:pt x="43842" y="100417"/>
                </a:lnTo>
                <a:lnTo>
                  <a:pt x="44269" y="100588"/>
                </a:lnTo>
                <a:lnTo>
                  <a:pt x="44782" y="100673"/>
                </a:lnTo>
                <a:lnTo>
                  <a:pt x="65891" y="100673"/>
                </a:lnTo>
                <a:lnTo>
                  <a:pt x="86914" y="100673"/>
                </a:lnTo>
                <a:lnTo>
                  <a:pt x="86914" y="100673"/>
                </a:lnTo>
                <a:lnTo>
                  <a:pt x="87427" y="100588"/>
                </a:lnTo>
                <a:lnTo>
                  <a:pt x="87854" y="100417"/>
                </a:lnTo>
                <a:lnTo>
                  <a:pt x="87854" y="100417"/>
                </a:lnTo>
                <a:lnTo>
                  <a:pt x="88111" y="100160"/>
                </a:lnTo>
                <a:lnTo>
                  <a:pt x="88281" y="99818"/>
                </a:lnTo>
                <a:lnTo>
                  <a:pt x="88367" y="99562"/>
                </a:lnTo>
                <a:lnTo>
                  <a:pt x="88452" y="99220"/>
                </a:lnTo>
                <a:lnTo>
                  <a:pt x="88367" y="98878"/>
                </a:lnTo>
                <a:lnTo>
                  <a:pt x="88281" y="98536"/>
                </a:lnTo>
                <a:lnTo>
                  <a:pt x="88111" y="98280"/>
                </a:lnTo>
                <a:lnTo>
                  <a:pt x="87854" y="98024"/>
                </a:lnTo>
                <a:lnTo>
                  <a:pt x="83154" y="94862"/>
                </a:lnTo>
                <a:lnTo>
                  <a:pt x="83154" y="94862"/>
                </a:lnTo>
                <a:lnTo>
                  <a:pt x="83068" y="94862"/>
                </a:lnTo>
                <a:lnTo>
                  <a:pt x="83068" y="94862"/>
                </a:lnTo>
                <a:lnTo>
                  <a:pt x="82556" y="94349"/>
                </a:lnTo>
                <a:lnTo>
                  <a:pt x="82128" y="93836"/>
                </a:lnTo>
                <a:lnTo>
                  <a:pt x="81786" y="93238"/>
                </a:lnTo>
                <a:lnTo>
                  <a:pt x="81445" y="92640"/>
                </a:lnTo>
                <a:lnTo>
                  <a:pt x="80846" y="91272"/>
                </a:lnTo>
                <a:lnTo>
                  <a:pt x="80505" y="89990"/>
                </a:lnTo>
                <a:lnTo>
                  <a:pt x="79564" y="83495"/>
                </a:lnTo>
                <a:lnTo>
                  <a:pt x="128192" y="83495"/>
                </a:lnTo>
                <a:lnTo>
                  <a:pt x="128192" y="83495"/>
                </a:lnTo>
                <a:lnTo>
                  <a:pt x="128875" y="83410"/>
                </a:lnTo>
                <a:lnTo>
                  <a:pt x="129559" y="83239"/>
                </a:lnTo>
                <a:lnTo>
                  <a:pt x="130157" y="82897"/>
                </a:lnTo>
                <a:lnTo>
                  <a:pt x="130670" y="82470"/>
                </a:lnTo>
                <a:lnTo>
                  <a:pt x="131097" y="81957"/>
                </a:lnTo>
                <a:lnTo>
                  <a:pt x="131354" y="81359"/>
                </a:lnTo>
                <a:lnTo>
                  <a:pt x="131610" y="80675"/>
                </a:lnTo>
                <a:lnTo>
                  <a:pt x="131696" y="79991"/>
                </a:lnTo>
                <a:lnTo>
                  <a:pt x="131696" y="3504"/>
                </a:lnTo>
                <a:lnTo>
                  <a:pt x="131696" y="3504"/>
                </a:lnTo>
                <a:lnTo>
                  <a:pt x="131610" y="2735"/>
                </a:lnTo>
                <a:lnTo>
                  <a:pt x="131354" y="2137"/>
                </a:lnTo>
                <a:lnTo>
                  <a:pt x="131097" y="1538"/>
                </a:lnTo>
                <a:lnTo>
                  <a:pt x="130670" y="1026"/>
                </a:lnTo>
                <a:lnTo>
                  <a:pt x="130157" y="598"/>
                </a:lnTo>
                <a:lnTo>
                  <a:pt x="129559" y="257"/>
                </a:lnTo>
                <a:lnTo>
                  <a:pt x="128875" y="0"/>
                </a:lnTo>
                <a:lnTo>
                  <a:pt x="128192" y="0"/>
                </a:lnTo>
                <a:lnTo>
                  <a:pt x="128192" y="0"/>
                </a:lnTo>
                <a:close/>
                <a:moveTo>
                  <a:pt x="65891" y="80932"/>
                </a:moveTo>
                <a:lnTo>
                  <a:pt x="65891" y="80932"/>
                </a:lnTo>
                <a:lnTo>
                  <a:pt x="65463" y="80846"/>
                </a:lnTo>
                <a:lnTo>
                  <a:pt x="65036" y="80761"/>
                </a:lnTo>
                <a:lnTo>
                  <a:pt x="64694" y="80504"/>
                </a:lnTo>
                <a:lnTo>
                  <a:pt x="64352" y="80248"/>
                </a:lnTo>
                <a:lnTo>
                  <a:pt x="64096" y="79991"/>
                </a:lnTo>
                <a:lnTo>
                  <a:pt x="63925" y="79650"/>
                </a:lnTo>
                <a:lnTo>
                  <a:pt x="63840" y="79222"/>
                </a:lnTo>
                <a:lnTo>
                  <a:pt x="63754" y="78795"/>
                </a:lnTo>
                <a:lnTo>
                  <a:pt x="63754" y="78795"/>
                </a:lnTo>
                <a:lnTo>
                  <a:pt x="63840" y="78368"/>
                </a:lnTo>
                <a:lnTo>
                  <a:pt x="63925" y="78026"/>
                </a:lnTo>
                <a:lnTo>
                  <a:pt x="64096" y="77599"/>
                </a:lnTo>
                <a:lnTo>
                  <a:pt x="64352" y="77342"/>
                </a:lnTo>
                <a:lnTo>
                  <a:pt x="64694" y="77086"/>
                </a:lnTo>
                <a:lnTo>
                  <a:pt x="65036" y="76915"/>
                </a:lnTo>
                <a:lnTo>
                  <a:pt x="65463" y="76744"/>
                </a:lnTo>
                <a:lnTo>
                  <a:pt x="65891" y="76744"/>
                </a:lnTo>
                <a:lnTo>
                  <a:pt x="65891" y="76744"/>
                </a:lnTo>
                <a:lnTo>
                  <a:pt x="66233" y="76744"/>
                </a:lnTo>
                <a:lnTo>
                  <a:pt x="66660" y="76915"/>
                </a:lnTo>
                <a:lnTo>
                  <a:pt x="67002" y="77086"/>
                </a:lnTo>
                <a:lnTo>
                  <a:pt x="67344" y="77342"/>
                </a:lnTo>
                <a:lnTo>
                  <a:pt x="67600" y="77599"/>
                </a:lnTo>
                <a:lnTo>
                  <a:pt x="67771" y="78026"/>
                </a:lnTo>
                <a:lnTo>
                  <a:pt x="67856" y="78368"/>
                </a:lnTo>
                <a:lnTo>
                  <a:pt x="67942" y="78795"/>
                </a:lnTo>
                <a:lnTo>
                  <a:pt x="67942" y="78795"/>
                </a:lnTo>
                <a:lnTo>
                  <a:pt x="67856" y="79222"/>
                </a:lnTo>
                <a:lnTo>
                  <a:pt x="67771" y="79650"/>
                </a:lnTo>
                <a:lnTo>
                  <a:pt x="67600" y="79991"/>
                </a:lnTo>
                <a:lnTo>
                  <a:pt x="67344" y="80248"/>
                </a:lnTo>
                <a:lnTo>
                  <a:pt x="67002" y="80504"/>
                </a:lnTo>
                <a:lnTo>
                  <a:pt x="66660" y="80761"/>
                </a:lnTo>
                <a:lnTo>
                  <a:pt x="66233" y="80846"/>
                </a:lnTo>
                <a:lnTo>
                  <a:pt x="65891" y="80932"/>
                </a:lnTo>
                <a:lnTo>
                  <a:pt x="65891" y="80932"/>
                </a:lnTo>
                <a:close/>
                <a:moveTo>
                  <a:pt x="126568" y="74009"/>
                </a:moveTo>
                <a:lnTo>
                  <a:pt x="5128" y="74009"/>
                </a:lnTo>
                <a:lnTo>
                  <a:pt x="5128" y="4871"/>
                </a:lnTo>
                <a:lnTo>
                  <a:pt x="126568" y="4871"/>
                </a:lnTo>
                <a:lnTo>
                  <a:pt x="126568" y="7400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2699" name="Google Shape;2699;p56"/>
          <p:cNvGrpSpPr/>
          <p:nvPr/>
        </p:nvGrpSpPr>
        <p:grpSpPr>
          <a:xfrm>
            <a:off x="3624462" y="361797"/>
            <a:ext cx="1488898" cy="798247"/>
            <a:chOff x="7128900" y="211575"/>
            <a:chExt cx="1736325" cy="930901"/>
          </a:xfrm>
        </p:grpSpPr>
        <p:sp>
          <p:nvSpPr>
            <p:cNvPr id="2700" name="Google Shape;2700;p56"/>
            <p:cNvSpPr/>
            <p:nvPr/>
          </p:nvSpPr>
          <p:spPr>
            <a:xfrm rot="-665562">
              <a:off x="7164234" y="578536"/>
              <a:ext cx="414494" cy="407534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400" b="0" i="0" u="none" strike="noStrike" kern="0" cap="none" spc="0" normalizeH="0" baseline="0" noProof="0">
                  <a:ln w="9525" cap="flat" cmpd="sng">
                    <a:solidFill>
                      <a:srgbClr val="EAE3FF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noFill/>
                  <a:effectLst/>
                  <a:uLnTx/>
                  <a:uFillTx/>
                  <a:latin typeface="Fredoka One"/>
                  <a:cs typeface="Arial"/>
                  <a:sym typeface="Arial"/>
                </a:rPr>
                <a:t>z</a:t>
              </a:r>
            </a:p>
          </p:txBody>
        </p:sp>
        <p:sp>
          <p:nvSpPr>
            <p:cNvPr id="2701" name="Google Shape;2701;p56"/>
            <p:cNvSpPr/>
            <p:nvPr/>
          </p:nvSpPr>
          <p:spPr>
            <a:xfrm rot="1035015">
              <a:off x="7718641" y="260278"/>
              <a:ext cx="404653" cy="502242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400" b="0" i="0" u="none" strike="noStrike" kern="0" cap="none" spc="0" normalizeH="0" baseline="0" noProof="0">
                  <a:ln w="9525" cap="flat" cmpd="sng">
                    <a:solidFill>
                      <a:srgbClr val="EAE3FF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noFill/>
                  <a:effectLst/>
                  <a:uLnTx/>
                  <a:uFillTx/>
                  <a:latin typeface="Fredoka One"/>
                  <a:cs typeface="Arial"/>
                  <a:sym typeface="Arial"/>
                </a:rPr>
                <a:t>Z</a:t>
              </a:r>
            </a:p>
          </p:txBody>
        </p:sp>
        <p:sp>
          <p:nvSpPr>
            <p:cNvPr id="2702" name="Google Shape;2702;p56"/>
            <p:cNvSpPr/>
            <p:nvPr/>
          </p:nvSpPr>
          <p:spPr>
            <a:xfrm rot="552470">
              <a:off x="8241636" y="393176"/>
              <a:ext cx="570603" cy="708209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1400" b="0" i="0" u="none" strike="noStrike" kern="0" cap="none" spc="0" normalizeH="0" baseline="0" noProof="0" dirty="0">
                  <a:ln w="9525" cap="flat" cmpd="sng">
                    <a:solidFill>
                      <a:srgbClr val="EAE3FF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noFill/>
                  <a:effectLst/>
                  <a:uLnTx/>
                  <a:uFillTx/>
                  <a:latin typeface="Fredoka One"/>
                  <a:cs typeface="Arial"/>
                  <a:sym typeface="Arial"/>
                </a:rPr>
                <a:t>Z</a:t>
              </a:r>
            </a:p>
          </p:txBody>
        </p:sp>
      </p:grpSp>
      <p:grpSp>
        <p:nvGrpSpPr>
          <p:cNvPr id="2703" name="Google Shape;2703;p56"/>
          <p:cNvGrpSpPr/>
          <p:nvPr/>
        </p:nvGrpSpPr>
        <p:grpSpPr>
          <a:xfrm>
            <a:off x="5889716" y="3756917"/>
            <a:ext cx="640409" cy="518201"/>
            <a:chOff x="9579360" y="2507084"/>
            <a:chExt cx="505015" cy="408643"/>
          </a:xfrm>
        </p:grpSpPr>
        <p:sp>
          <p:nvSpPr>
            <p:cNvPr id="2704" name="Google Shape;2704;p56"/>
            <p:cNvSpPr/>
            <p:nvPr/>
          </p:nvSpPr>
          <p:spPr>
            <a:xfrm>
              <a:off x="9739126" y="2655146"/>
              <a:ext cx="16572" cy="16374"/>
            </a:xfrm>
            <a:custGeom>
              <a:avLst/>
              <a:gdLst/>
              <a:ahLst/>
              <a:cxnLst/>
              <a:rect l="l" t="t" r="r" b="b"/>
              <a:pathLst>
                <a:path w="84" h="83" extrusionOk="0">
                  <a:moveTo>
                    <a:pt x="35" y="0"/>
                  </a:moveTo>
                  <a:cubicBezTo>
                    <a:pt x="12" y="0"/>
                    <a:pt x="1" y="12"/>
                    <a:pt x="1" y="34"/>
                  </a:cubicBezTo>
                  <a:cubicBezTo>
                    <a:pt x="1" y="60"/>
                    <a:pt x="12" y="83"/>
                    <a:pt x="35" y="83"/>
                  </a:cubicBezTo>
                  <a:cubicBezTo>
                    <a:pt x="61" y="83"/>
                    <a:pt x="83" y="60"/>
                    <a:pt x="83" y="34"/>
                  </a:cubicBezTo>
                  <a:cubicBezTo>
                    <a:pt x="83" y="12"/>
                    <a:pt x="61" y="0"/>
                    <a:pt x="35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705" name="Google Shape;2705;p56"/>
            <p:cNvSpPr/>
            <p:nvPr/>
          </p:nvSpPr>
          <p:spPr>
            <a:xfrm>
              <a:off x="9935071" y="2887516"/>
              <a:ext cx="28409" cy="28211"/>
            </a:xfrm>
            <a:custGeom>
              <a:avLst/>
              <a:gdLst/>
              <a:ahLst/>
              <a:cxnLst/>
              <a:rect l="l" t="t" r="r" b="b"/>
              <a:pathLst>
                <a:path w="144" h="143" extrusionOk="0">
                  <a:moveTo>
                    <a:pt x="72" y="0"/>
                  </a:moveTo>
                  <a:cubicBezTo>
                    <a:pt x="38" y="0"/>
                    <a:pt x="1" y="37"/>
                    <a:pt x="1" y="71"/>
                  </a:cubicBezTo>
                  <a:cubicBezTo>
                    <a:pt x="1" y="120"/>
                    <a:pt x="38" y="143"/>
                    <a:pt x="72" y="143"/>
                  </a:cubicBezTo>
                  <a:cubicBezTo>
                    <a:pt x="120" y="143"/>
                    <a:pt x="143" y="120"/>
                    <a:pt x="143" y="71"/>
                  </a:cubicBezTo>
                  <a:cubicBezTo>
                    <a:pt x="143" y="37"/>
                    <a:pt x="120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706" name="Google Shape;2706;p56"/>
            <p:cNvSpPr/>
            <p:nvPr/>
          </p:nvSpPr>
          <p:spPr>
            <a:xfrm>
              <a:off x="9579360" y="2834836"/>
              <a:ext cx="37681" cy="37286"/>
            </a:xfrm>
            <a:custGeom>
              <a:avLst/>
              <a:gdLst/>
              <a:ahLst/>
              <a:cxnLst/>
              <a:rect l="l" t="t" r="r" b="b"/>
              <a:pathLst>
                <a:path w="191" h="189" extrusionOk="0">
                  <a:moveTo>
                    <a:pt x="97" y="0"/>
                  </a:moveTo>
                  <a:cubicBezTo>
                    <a:pt x="49" y="0"/>
                    <a:pt x="0" y="46"/>
                    <a:pt x="0" y="94"/>
                  </a:cubicBezTo>
                  <a:cubicBezTo>
                    <a:pt x="0" y="143"/>
                    <a:pt x="49" y="188"/>
                    <a:pt x="97" y="188"/>
                  </a:cubicBezTo>
                  <a:cubicBezTo>
                    <a:pt x="157" y="188"/>
                    <a:pt x="191" y="143"/>
                    <a:pt x="191" y="94"/>
                  </a:cubicBezTo>
                  <a:cubicBezTo>
                    <a:pt x="191" y="46"/>
                    <a:pt x="157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707" name="Google Shape;2707;p56"/>
            <p:cNvSpPr/>
            <p:nvPr/>
          </p:nvSpPr>
          <p:spPr>
            <a:xfrm>
              <a:off x="10060701" y="2507084"/>
              <a:ext cx="23674" cy="23674"/>
            </a:xfrm>
            <a:custGeom>
              <a:avLst/>
              <a:gdLst/>
              <a:ahLst/>
              <a:cxnLst/>
              <a:rect l="l" t="t" r="r" b="b"/>
              <a:pathLst>
                <a:path w="120" h="120" extrusionOk="0">
                  <a:moveTo>
                    <a:pt x="60" y="1"/>
                  </a:moveTo>
                  <a:cubicBezTo>
                    <a:pt x="37" y="1"/>
                    <a:pt x="0" y="26"/>
                    <a:pt x="0" y="60"/>
                  </a:cubicBezTo>
                  <a:cubicBezTo>
                    <a:pt x="0" y="97"/>
                    <a:pt x="37" y="120"/>
                    <a:pt x="60" y="120"/>
                  </a:cubicBezTo>
                  <a:cubicBezTo>
                    <a:pt x="97" y="120"/>
                    <a:pt x="120" y="97"/>
                    <a:pt x="120" y="60"/>
                  </a:cubicBezTo>
                  <a:cubicBezTo>
                    <a:pt x="120" y="26"/>
                    <a:pt x="97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708" name="Google Shape;2708;p56"/>
            <p:cNvSpPr/>
            <p:nvPr/>
          </p:nvSpPr>
          <p:spPr>
            <a:xfrm>
              <a:off x="9730743" y="2537391"/>
              <a:ext cx="33341" cy="32749"/>
            </a:xfrm>
            <a:custGeom>
              <a:avLst/>
              <a:gdLst/>
              <a:ahLst/>
              <a:cxnLst/>
              <a:rect l="l" t="t" r="r" b="b"/>
              <a:pathLst>
                <a:path w="169" h="166" extrusionOk="0">
                  <a:moveTo>
                    <a:pt x="86" y="0"/>
                  </a:moveTo>
                  <a:cubicBezTo>
                    <a:pt x="37" y="0"/>
                    <a:pt x="0" y="35"/>
                    <a:pt x="0" y="83"/>
                  </a:cubicBezTo>
                  <a:cubicBezTo>
                    <a:pt x="0" y="131"/>
                    <a:pt x="37" y="165"/>
                    <a:pt x="86" y="165"/>
                  </a:cubicBezTo>
                  <a:cubicBezTo>
                    <a:pt x="120" y="165"/>
                    <a:pt x="168" y="131"/>
                    <a:pt x="168" y="83"/>
                  </a:cubicBezTo>
                  <a:cubicBezTo>
                    <a:pt x="168" y="35"/>
                    <a:pt x="120" y="0"/>
                    <a:pt x="86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709" name="Google Shape;2709;p56"/>
            <p:cNvSpPr/>
            <p:nvPr/>
          </p:nvSpPr>
          <p:spPr>
            <a:xfrm>
              <a:off x="10032006" y="2744517"/>
              <a:ext cx="40048" cy="40048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7" y="0"/>
                  </a:moveTo>
                  <a:cubicBezTo>
                    <a:pt x="49" y="0"/>
                    <a:pt x="0" y="46"/>
                    <a:pt x="0" y="106"/>
                  </a:cubicBezTo>
                  <a:cubicBezTo>
                    <a:pt x="0" y="154"/>
                    <a:pt x="49" y="202"/>
                    <a:pt x="97" y="202"/>
                  </a:cubicBezTo>
                  <a:cubicBezTo>
                    <a:pt x="157" y="202"/>
                    <a:pt x="202" y="154"/>
                    <a:pt x="202" y="106"/>
                  </a:cubicBezTo>
                  <a:cubicBezTo>
                    <a:pt x="202" y="46"/>
                    <a:pt x="157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2710" name="Google Shape;2710;p56"/>
          <p:cNvSpPr/>
          <p:nvPr/>
        </p:nvSpPr>
        <p:spPr>
          <a:xfrm rot="1728991">
            <a:off x="3711688" y="4266532"/>
            <a:ext cx="284240" cy="397435"/>
          </a:xfrm>
          <a:custGeom>
            <a:avLst/>
            <a:gdLst/>
            <a:ahLst/>
            <a:cxnLst/>
            <a:rect l="l" t="t" r="r" b="b"/>
            <a:pathLst>
              <a:path w="2333" h="3262" extrusionOk="0">
                <a:moveTo>
                  <a:pt x="711" y="1"/>
                </a:moveTo>
                <a:cubicBezTo>
                  <a:pt x="450" y="1"/>
                  <a:pt x="213" y="61"/>
                  <a:pt x="0" y="166"/>
                </a:cubicBezTo>
                <a:cubicBezTo>
                  <a:pt x="34" y="155"/>
                  <a:pt x="71" y="155"/>
                  <a:pt x="117" y="155"/>
                </a:cubicBezTo>
                <a:cubicBezTo>
                  <a:pt x="925" y="155"/>
                  <a:pt x="1588" y="820"/>
                  <a:pt x="1588" y="1625"/>
                </a:cubicBezTo>
                <a:cubicBezTo>
                  <a:pt x="1588" y="2442"/>
                  <a:pt x="925" y="3096"/>
                  <a:pt x="117" y="3096"/>
                </a:cubicBezTo>
                <a:lnTo>
                  <a:pt x="0" y="3096"/>
                </a:lnTo>
                <a:cubicBezTo>
                  <a:pt x="213" y="3201"/>
                  <a:pt x="450" y="3261"/>
                  <a:pt x="711" y="3261"/>
                </a:cubicBezTo>
                <a:cubicBezTo>
                  <a:pt x="1610" y="3261"/>
                  <a:pt x="2333" y="2527"/>
                  <a:pt x="2333" y="1625"/>
                </a:cubicBezTo>
                <a:cubicBezTo>
                  <a:pt x="2333" y="724"/>
                  <a:pt x="1610" y="1"/>
                  <a:pt x="711" y="1"/>
                </a:cubicBezTo>
                <a:close/>
              </a:path>
            </a:pathLst>
          </a:custGeom>
          <a:solidFill>
            <a:srgbClr val="EAE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4">
          <a:extLst>
            <a:ext uri="{FF2B5EF4-FFF2-40B4-BE49-F238E27FC236}">
              <a16:creationId xmlns:a16="http://schemas.microsoft.com/office/drawing/2014/main" id="{2C59710C-C88C-29C5-2EC0-E5DE3F2F1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p43">
            <a:extLst>
              <a:ext uri="{FF2B5EF4-FFF2-40B4-BE49-F238E27FC236}">
                <a16:creationId xmlns:a16="http://schemas.microsoft.com/office/drawing/2014/main" id="{82EEF769-B388-279D-92AE-850FF8F331BC}"/>
              </a:ext>
            </a:extLst>
          </p:cNvPr>
          <p:cNvSpPr/>
          <p:nvPr/>
        </p:nvSpPr>
        <p:spPr>
          <a:xfrm>
            <a:off x="184003" y="1878308"/>
            <a:ext cx="3442826" cy="2886098"/>
          </a:xfrm>
          <a:custGeom>
            <a:avLst/>
            <a:gdLst/>
            <a:ahLst/>
            <a:cxnLst/>
            <a:rect l="l" t="t" r="r" b="b"/>
            <a:pathLst>
              <a:path w="15863" h="13298" extrusionOk="0">
                <a:moveTo>
                  <a:pt x="8687" y="0"/>
                </a:moveTo>
                <a:cubicBezTo>
                  <a:pt x="7777" y="0"/>
                  <a:pt x="6808" y="250"/>
                  <a:pt x="5880" y="892"/>
                </a:cubicBezTo>
                <a:cubicBezTo>
                  <a:pt x="3226" y="2727"/>
                  <a:pt x="4825" y="5028"/>
                  <a:pt x="5123" y="6129"/>
                </a:cubicBezTo>
                <a:cubicBezTo>
                  <a:pt x="5419" y="7233"/>
                  <a:pt x="2859" y="6829"/>
                  <a:pt x="1377" y="8300"/>
                </a:cubicBezTo>
                <a:cubicBezTo>
                  <a:pt x="0" y="9663"/>
                  <a:pt x="945" y="13297"/>
                  <a:pt x="6733" y="13297"/>
                </a:cubicBezTo>
                <a:cubicBezTo>
                  <a:pt x="7178" y="13297"/>
                  <a:pt x="7652" y="13276"/>
                  <a:pt x="8156" y="13230"/>
                </a:cubicBezTo>
                <a:cubicBezTo>
                  <a:pt x="15197" y="12590"/>
                  <a:pt x="15863" y="8857"/>
                  <a:pt x="14546" y="7207"/>
                </a:cubicBezTo>
                <a:cubicBezTo>
                  <a:pt x="13243" y="5560"/>
                  <a:pt x="14711" y="5444"/>
                  <a:pt x="14924" y="4186"/>
                </a:cubicBezTo>
                <a:cubicBezTo>
                  <a:pt x="15085" y="3252"/>
                  <a:pt x="14371" y="2855"/>
                  <a:pt x="13873" y="2855"/>
                </a:cubicBezTo>
                <a:cubicBezTo>
                  <a:pt x="13852" y="2855"/>
                  <a:pt x="13832" y="2856"/>
                  <a:pt x="13812" y="2857"/>
                </a:cubicBezTo>
                <a:cubicBezTo>
                  <a:pt x="13805" y="2858"/>
                  <a:pt x="13797" y="2858"/>
                  <a:pt x="13790" y="2858"/>
                </a:cubicBezTo>
                <a:cubicBezTo>
                  <a:pt x="13309" y="2858"/>
                  <a:pt x="13142" y="2002"/>
                  <a:pt x="11903" y="1079"/>
                </a:cubicBezTo>
                <a:cubicBezTo>
                  <a:pt x="11127" y="491"/>
                  <a:pt x="9965" y="0"/>
                  <a:pt x="8687" y="0"/>
                </a:cubicBezTo>
                <a:close/>
              </a:path>
            </a:pathLst>
          </a:custGeom>
          <a:solidFill>
            <a:srgbClr val="EAE3FF">
              <a:alpha val="8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66" name="Google Shape;1366;p43">
            <a:extLst>
              <a:ext uri="{FF2B5EF4-FFF2-40B4-BE49-F238E27FC236}">
                <a16:creationId xmlns:a16="http://schemas.microsoft.com/office/drawing/2014/main" id="{F9C62766-2C4A-6EF2-5358-1188DCAE1545}"/>
              </a:ext>
            </a:extLst>
          </p:cNvPr>
          <p:cNvGrpSpPr/>
          <p:nvPr/>
        </p:nvGrpSpPr>
        <p:grpSpPr>
          <a:xfrm>
            <a:off x="3206924" y="3485168"/>
            <a:ext cx="460438" cy="744436"/>
            <a:chOff x="8260775" y="3702569"/>
            <a:chExt cx="432661" cy="699526"/>
          </a:xfrm>
        </p:grpSpPr>
        <p:sp>
          <p:nvSpPr>
            <p:cNvPr id="1367" name="Google Shape;1367;p43">
              <a:extLst>
                <a:ext uri="{FF2B5EF4-FFF2-40B4-BE49-F238E27FC236}">
                  <a16:creationId xmlns:a16="http://schemas.microsoft.com/office/drawing/2014/main" id="{B1404782-0CB0-A178-F6BC-F096C68CDB51}"/>
                </a:ext>
              </a:extLst>
            </p:cNvPr>
            <p:cNvSpPr/>
            <p:nvPr/>
          </p:nvSpPr>
          <p:spPr>
            <a:xfrm>
              <a:off x="8282301" y="3996711"/>
              <a:ext cx="389609" cy="405384"/>
            </a:xfrm>
            <a:custGeom>
              <a:avLst/>
              <a:gdLst/>
              <a:ahLst/>
              <a:cxnLst/>
              <a:rect l="l" t="t" r="r" b="b"/>
              <a:pathLst>
                <a:path w="2371" h="2467" extrusionOk="0">
                  <a:moveTo>
                    <a:pt x="0" y="0"/>
                  </a:moveTo>
                  <a:lnTo>
                    <a:pt x="0" y="2467"/>
                  </a:lnTo>
                  <a:lnTo>
                    <a:pt x="2370" y="2467"/>
                  </a:lnTo>
                  <a:lnTo>
                    <a:pt x="2370" y="0"/>
                  </a:ln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43">
              <a:extLst>
                <a:ext uri="{FF2B5EF4-FFF2-40B4-BE49-F238E27FC236}">
                  <a16:creationId xmlns:a16="http://schemas.microsoft.com/office/drawing/2014/main" id="{CCA9A388-BA1D-AD2B-0AA5-6FD628A65238}"/>
                </a:ext>
              </a:extLst>
            </p:cNvPr>
            <p:cNvSpPr/>
            <p:nvPr/>
          </p:nvSpPr>
          <p:spPr>
            <a:xfrm>
              <a:off x="8260775" y="3994740"/>
              <a:ext cx="432661" cy="50611"/>
            </a:xfrm>
            <a:custGeom>
              <a:avLst/>
              <a:gdLst/>
              <a:ahLst/>
              <a:cxnLst/>
              <a:rect l="l" t="t" r="r" b="b"/>
              <a:pathLst>
                <a:path w="2633" h="308" extrusionOk="0">
                  <a:moveTo>
                    <a:pt x="1" y="1"/>
                  </a:moveTo>
                  <a:lnTo>
                    <a:pt x="1" y="308"/>
                  </a:lnTo>
                  <a:lnTo>
                    <a:pt x="2632" y="308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43">
              <a:extLst>
                <a:ext uri="{FF2B5EF4-FFF2-40B4-BE49-F238E27FC236}">
                  <a16:creationId xmlns:a16="http://schemas.microsoft.com/office/drawing/2014/main" id="{20DC5C3F-114D-BEA2-D181-DF207540E722}"/>
                </a:ext>
              </a:extLst>
            </p:cNvPr>
            <p:cNvSpPr/>
            <p:nvPr/>
          </p:nvSpPr>
          <p:spPr>
            <a:xfrm>
              <a:off x="8480971" y="3718015"/>
              <a:ext cx="27278" cy="13803"/>
            </a:xfrm>
            <a:custGeom>
              <a:avLst/>
              <a:gdLst/>
              <a:ahLst/>
              <a:cxnLst/>
              <a:rect l="l" t="t" r="r" b="b"/>
              <a:pathLst>
                <a:path w="166" h="84" extrusionOk="0">
                  <a:moveTo>
                    <a:pt x="35" y="1"/>
                  </a:moveTo>
                  <a:cubicBezTo>
                    <a:pt x="12" y="1"/>
                    <a:pt x="1" y="23"/>
                    <a:pt x="1" y="49"/>
                  </a:cubicBezTo>
                  <a:cubicBezTo>
                    <a:pt x="1" y="60"/>
                    <a:pt x="12" y="83"/>
                    <a:pt x="35" y="83"/>
                  </a:cubicBezTo>
                  <a:lnTo>
                    <a:pt x="131" y="83"/>
                  </a:lnTo>
                  <a:cubicBezTo>
                    <a:pt x="143" y="83"/>
                    <a:pt x="166" y="60"/>
                    <a:pt x="166" y="49"/>
                  </a:cubicBezTo>
                  <a:cubicBezTo>
                    <a:pt x="166" y="23"/>
                    <a:pt x="143" y="1"/>
                    <a:pt x="131" y="1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43">
              <a:extLst>
                <a:ext uri="{FF2B5EF4-FFF2-40B4-BE49-F238E27FC236}">
                  <a16:creationId xmlns:a16="http://schemas.microsoft.com/office/drawing/2014/main" id="{34342065-B91A-305D-CF26-CC833750BD63}"/>
                </a:ext>
              </a:extLst>
            </p:cNvPr>
            <p:cNvSpPr/>
            <p:nvPr/>
          </p:nvSpPr>
          <p:spPr>
            <a:xfrm>
              <a:off x="8492638" y="3725903"/>
              <a:ext cx="3944" cy="52583"/>
            </a:xfrm>
            <a:custGeom>
              <a:avLst/>
              <a:gdLst/>
              <a:ahLst/>
              <a:cxnLst/>
              <a:rect l="l" t="t" r="r" b="b"/>
              <a:pathLst>
                <a:path w="24" h="320" extrusionOk="0">
                  <a:moveTo>
                    <a:pt x="12" y="1"/>
                  </a:moveTo>
                  <a:cubicBezTo>
                    <a:pt x="1" y="1"/>
                    <a:pt x="1" y="12"/>
                    <a:pt x="1" y="24"/>
                  </a:cubicBezTo>
                  <a:lnTo>
                    <a:pt x="1" y="308"/>
                  </a:lnTo>
                  <a:cubicBezTo>
                    <a:pt x="1" y="308"/>
                    <a:pt x="1" y="320"/>
                    <a:pt x="12" y="320"/>
                  </a:cubicBezTo>
                  <a:cubicBezTo>
                    <a:pt x="23" y="320"/>
                    <a:pt x="23" y="308"/>
                    <a:pt x="23" y="308"/>
                  </a:cubicBezTo>
                  <a:lnTo>
                    <a:pt x="23" y="24"/>
                  </a:lnTo>
                  <a:cubicBezTo>
                    <a:pt x="23" y="12"/>
                    <a:pt x="23" y="1"/>
                    <a:pt x="12" y="1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43">
              <a:extLst>
                <a:ext uri="{FF2B5EF4-FFF2-40B4-BE49-F238E27FC236}">
                  <a16:creationId xmlns:a16="http://schemas.microsoft.com/office/drawing/2014/main" id="{F260E5AF-D4FA-C12F-2C7F-28453A5F4A5F}"/>
                </a:ext>
              </a:extLst>
            </p:cNvPr>
            <p:cNvSpPr/>
            <p:nvPr/>
          </p:nvSpPr>
          <p:spPr>
            <a:xfrm>
              <a:off x="8412776" y="3702569"/>
              <a:ext cx="163665" cy="75917"/>
            </a:xfrm>
            <a:custGeom>
              <a:avLst/>
              <a:gdLst/>
              <a:ahLst/>
              <a:cxnLst/>
              <a:rect l="l" t="t" r="r" b="b"/>
              <a:pathLst>
                <a:path w="996" h="462" extrusionOk="0">
                  <a:moveTo>
                    <a:pt x="498" y="1"/>
                  </a:moveTo>
                  <a:cubicBezTo>
                    <a:pt x="214" y="1"/>
                    <a:pt x="0" y="177"/>
                    <a:pt x="0" y="390"/>
                  </a:cubicBezTo>
                  <a:lnTo>
                    <a:pt x="0" y="462"/>
                  </a:lnTo>
                  <a:lnTo>
                    <a:pt x="49" y="462"/>
                  </a:lnTo>
                  <a:cubicBezTo>
                    <a:pt x="49" y="439"/>
                    <a:pt x="37" y="416"/>
                    <a:pt x="37" y="390"/>
                  </a:cubicBezTo>
                  <a:cubicBezTo>
                    <a:pt x="37" y="203"/>
                    <a:pt x="251" y="46"/>
                    <a:pt x="498" y="46"/>
                  </a:cubicBezTo>
                  <a:cubicBezTo>
                    <a:pt x="748" y="46"/>
                    <a:pt x="948" y="203"/>
                    <a:pt x="948" y="390"/>
                  </a:cubicBezTo>
                  <a:lnTo>
                    <a:pt x="948" y="462"/>
                  </a:lnTo>
                  <a:lnTo>
                    <a:pt x="985" y="462"/>
                  </a:lnTo>
                  <a:cubicBezTo>
                    <a:pt x="996" y="439"/>
                    <a:pt x="996" y="416"/>
                    <a:pt x="996" y="390"/>
                  </a:cubicBezTo>
                  <a:cubicBezTo>
                    <a:pt x="996" y="177"/>
                    <a:pt x="771" y="1"/>
                    <a:pt x="498" y="1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43">
              <a:extLst>
                <a:ext uri="{FF2B5EF4-FFF2-40B4-BE49-F238E27FC236}">
                  <a16:creationId xmlns:a16="http://schemas.microsoft.com/office/drawing/2014/main" id="{659FF19E-90BB-EA0E-2A33-46C339D0AF13}"/>
                </a:ext>
              </a:extLst>
            </p:cNvPr>
            <p:cNvSpPr/>
            <p:nvPr/>
          </p:nvSpPr>
          <p:spPr>
            <a:xfrm>
              <a:off x="8383690" y="3737241"/>
              <a:ext cx="85776" cy="74438"/>
            </a:xfrm>
            <a:custGeom>
              <a:avLst/>
              <a:gdLst/>
              <a:ahLst/>
              <a:cxnLst/>
              <a:rect l="l" t="t" r="r" b="b"/>
              <a:pathLst>
                <a:path w="522" h="453" extrusionOk="0">
                  <a:moveTo>
                    <a:pt x="283" y="0"/>
                  </a:moveTo>
                  <a:cubicBezTo>
                    <a:pt x="233" y="0"/>
                    <a:pt x="185" y="16"/>
                    <a:pt x="143" y="49"/>
                  </a:cubicBezTo>
                  <a:cubicBezTo>
                    <a:pt x="24" y="134"/>
                    <a:pt x="1" y="288"/>
                    <a:pt x="83" y="393"/>
                  </a:cubicBezTo>
                  <a:lnTo>
                    <a:pt x="117" y="453"/>
                  </a:lnTo>
                  <a:lnTo>
                    <a:pt x="521" y="168"/>
                  </a:lnTo>
                  <a:lnTo>
                    <a:pt x="484" y="108"/>
                  </a:lnTo>
                  <a:cubicBezTo>
                    <a:pt x="434" y="38"/>
                    <a:pt x="358" y="0"/>
                    <a:pt x="2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43">
              <a:extLst>
                <a:ext uri="{FF2B5EF4-FFF2-40B4-BE49-F238E27FC236}">
                  <a16:creationId xmlns:a16="http://schemas.microsoft.com/office/drawing/2014/main" id="{49E6A3A4-B511-6448-3658-0F0186C25710}"/>
                </a:ext>
              </a:extLst>
            </p:cNvPr>
            <p:cNvSpPr/>
            <p:nvPr/>
          </p:nvSpPr>
          <p:spPr>
            <a:xfrm>
              <a:off x="8537498" y="3953658"/>
              <a:ext cx="42724" cy="4124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6" y="0"/>
                  </a:moveTo>
                  <a:lnTo>
                    <a:pt x="1" y="60"/>
                  </a:lnTo>
                  <a:lnTo>
                    <a:pt x="154" y="239"/>
                  </a:lnTo>
                  <a:cubicBezTo>
                    <a:pt x="154" y="251"/>
                    <a:pt x="166" y="251"/>
                    <a:pt x="177" y="251"/>
                  </a:cubicBezTo>
                  <a:lnTo>
                    <a:pt x="237" y="251"/>
                  </a:lnTo>
                  <a:cubicBezTo>
                    <a:pt x="248" y="251"/>
                    <a:pt x="260" y="225"/>
                    <a:pt x="260" y="214"/>
                  </a:cubicBezTo>
                  <a:lnTo>
                    <a:pt x="1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43">
              <a:extLst>
                <a:ext uri="{FF2B5EF4-FFF2-40B4-BE49-F238E27FC236}">
                  <a16:creationId xmlns:a16="http://schemas.microsoft.com/office/drawing/2014/main" id="{230D1773-A901-966B-7683-69B65667D2D5}"/>
                </a:ext>
              </a:extLst>
            </p:cNvPr>
            <p:cNvSpPr/>
            <p:nvPr/>
          </p:nvSpPr>
          <p:spPr>
            <a:xfrm>
              <a:off x="8408996" y="3953658"/>
              <a:ext cx="42724" cy="4124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94" y="0"/>
                  </a:moveTo>
                  <a:lnTo>
                    <a:pt x="12" y="214"/>
                  </a:lnTo>
                  <a:cubicBezTo>
                    <a:pt x="0" y="225"/>
                    <a:pt x="23" y="251"/>
                    <a:pt x="35" y="251"/>
                  </a:cubicBezTo>
                  <a:lnTo>
                    <a:pt x="94" y="251"/>
                  </a:lnTo>
                  <a:cubicBezTo>
                    <a:pt x="106" y="251"/>
                    <a:pt x="106" y="251"/>
                    <a:pt x="117" y="239"/>
                  </a:cubicBezTo>
                  <a:lnTo>
                    <a:pt x="259" y="60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43">
              <a:extLst>
                <a:ext uri="{FF2B5EF4-FFF2-40B4-BE49-F238E27FC236}">
                  <a16:creationId xmlns:a16="http://schemas.microsoft.com/office/drawing/2014/main" id="{6B20B052-9811-E2FA-2063-DE1007F05716}"/>
                </a:ext>
              </a:extLst>
            </p:cNvPr>
            <p:cNvSpPr/>
            <p:nvPr/>
          </p:nvSpPr>
          <p:spPr>
            <a:xfrm>
              <a:off x="8387469" y="3766656"/>
              <a:ext cx="216084" cy="216577"/>
            </a:xfrm>
            <a:custGeom>
              <a:avLst/>
              <a:gdLst/>
              <a:ahLst/>
              <a:cxnLst/>
              <a:rect l="l" t="t" r="r" b="b"/>
              <a:pathLst>
                <a:path w="1315" h="1318" extrusionOk="0">
                  <a:moveTo>
                    <a:pt x="652" y="0"/>
                  </a:moveTo>
                  <a:cubicBezTo>
                    <a:pt x="296" y="0"/>
                    <a:pt x="1" y="296"/>
                    <a:pt x="1" y="666"/>
                  </a:cubicBezTo>
                  <a:cubicBezTo>
                    <a:pt x="1" y="1033"/>
                    <a:pt x="296" y="1318"/>
                    <a:pt x="652" y="1318"/>
                  </a:cubicBezTo>
                  <a:cubicBezTo>
                    <a:pt x="1019" y="1318"/>
                    <a:pt x="1315" y="1033"/>
                    <a:pt x="1315" y="666"/>
                  </a:cubicBezTo>
                  <a:cubicBezTo>
                    <a:pt x="1315" y="296"/>
                    <a:pt x="1019" y="0"/>
                    <a:pt x="652" y="0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43">
              <a:extLst>
                <a:ext uri="{FF2B5EF4-FFF2-40B4-BE49-F238E27FC236}">
                  <a16:creationId xmlns:a16="http://schemas.microsoft.com/office/drawing/2014/main" id="{CA41D7B2-0FC1-4EF1-5C25-595FBAE9AACD}"/>
                </a:ext>
              </a:extLst>
            </p:cNvPr>
            <p:cNvSpPr/>
            <p:nvPr/>
          </p:nvSpPr>
          <p:spPr>
            <a:xfrm>
              <a:off x="8408996" y="3788182"/>
              <a:ext cx="173525" cy="173525"/>
            </a:xfrm>
            <a:custGeom>
              <a:avLst/>
              <a:gdLst/>
              <a:ahLst/>
              <a:cxnLst/>
              <a:rect l="l" t="t" r="r" b="b"/>
              <a:pathLst>
                <a:path w="1056" h="1056" extrusionOk="0">
                  <a:moveTo>
                    <a:pt x="521" y="0"/>
                  </a:moveTo>
                  <a:cubicBezTo>
                    <a:pt x="237" y="0"/>
                    <a:pt x="0" y="236"/>
                    <a:pt x="0" y="535"/>
                  </a:cubicBezTo>
                  <a:cubicBezTo>
                    <a:pt x="0" y="820"/>
                    <a:pt x="237" y="1056"/>
                    <a:pt x="521" y="1056"/>
                  </a:cubicBezTo>
                  <a:cubicBezTo>
                    <a:pt x="817" y="1056"/>
                    <a:pt x="1056" y="820"/>
                    <a:pt x="1056" y="535"/>
                  </a:cubicBezTo>
                  <a:cubicBezTo>
                    <a:pt x="1056" y="236"/>
                    <a:pt x="817" y="0"/>
                    <a:pt x="521" y="0"/>
                  </a:cubicBezTo>
                  <a:close/>
                </a:path>
              </a:pathLst>
            </a:custGeom>
            <a:solidFill>
              <a:srgbClr val="F4B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43">
              <a:extLst>
                <a:ext uri="{FF2B5EF4-FFF2-40B4-BE49-F238E27FC236}">
                  <a16:creationId xmlns:a16="http://schemas.microsoft.com/office/drawing/2014/main" id="{6E3892A6-F94D-DDFF-C723-0745F1242E03}"/>
                </a:ext>
              </a:extLst>
            </p:cNvPr>
            <p:cNvSpPr/>
            <p:nvPr/>
          </p:nvSpPr>
          <p:spPr>
            <a:xfrm>
              <a:off x="8408996" y="3788182"/>
              <a:ext cx="157750" cy="142303"/>
            </a:xfrm>
            <a:custGeom>
              <a:avLst/>
              <a:gdLst/>
              <a:ahLst/>
              <a:cxnLst/>
              <a:rect l="l" t="t" r="r" b="b"/>
              <a:pathLst>
                <a:path w="960" h="866" extrusionOk="0">
                  <a:moveTo>
                    <a:pt x="521" y="0"/>
                  </a:moveTo>
                  <a:cubicBezTo>
                    <a:pt x="237" y="0"/>
                    <a:pt x="0" y="236"/>
                    <a:pt x="0" y="535"/>
                  </a:cubicBezTo>
                  <a:cubicBezTo>
                    <a:pt x="0" y="663"/>
                    <a:pt x="46" y="771"/>
                    <a:pt x="117" y="865"/>
                  </a:cubicBezTo>
                  <a:cubicBezTo>
                    <a:pt x="60" y="783"/>
                    <a:pt x="35" y="689"/>
                    <a:pt x="35" y="581"/>
                  </a:cubicBezTo>
                  <a:cubicBezTo>
                    <a:pt x="35" y="285"/>
                    <a:pt x="259" y="49"/>
                    <a:pt x="558" y="49"/>
                  </a:cubicBezTo>
                  <a:cubicBezTo>
                    <a:pt x="723" y="49"/>
                    <a:pt x="865" y="120"/>
                    <a:pt x="959" y="236"/>
                  </a:cubicBezTo>
                  <a:cubicBezTo>
                    <a:pt x="877" y="94"/>
                    <a:pt x="712" y="0"/>
                    <a:pt x="5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43">
              <a:extLst>
                <a:ext uri="{FF2B5EF4-FFF2-40B4-BE49-F238E27FC236}">
                  <a16:creationId xmlns:a16="http://schemas.microsoft.com/office/drawing/2014/main" id="{73003E99-FF81-28AC-AD5E-6B967D801B30}"/>
                </a:ext>
              </a:extLst>
            </p:cNvPr>
            <p:cNvSpPr/>
            <p:nvPr/>
          </p:nvSpPr>
          <p:spPr>
            <a:xfrm>
              <a:off x="8521723" y="3737241"/>
              <a:ext cx="87913" cy="74438"/>
            </a:xfrm>
            <a:custGeom>
              <a:avLst/>
              <a:gdLst/>
              <a:ahLst/>
              <a:cxnLst/>
              <a:rect l="l" t="t" r="r" b="b"/>
              <a:pathLst>
                <a:path w="535" h="453" extrusionOk="0">
                  <a:moveTo>
                    <a:pt x="248" y="0"/>
                  </a:moveTo>
                  <a:cubicBezTo>
                    <a:pt x="169" y="0"/>
                    <a:pt x="92" y="38"/>
                    <a:pt x="48" y="108"/>
                  </a:cubicBezTo>
                  <a:lnTo>
                    <a:pt x="0" y="168"/>
                  </a:lnTo>
                  <a:lnTo>
                    <a:pt x="415" y="453"/>
                  </a:lnTo>
                  <a:lnTo>
                    <a:pt x="452" y="393"/>
                  </a:lnTo>
                  <a:cubicBezTo>
                    <a:pt x="535" y="288"/>
                    <a:pt x="512" y="134"/>
                    <a:pt x="393" y="49"/>
                  </a:cubicBezTo>
                  <a:cubicBezTo>
                    <a:pt x="350" y="16"/>
                    <a:pt x="299" y="0"/>
                    <a:pt x="2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43">
              <a:extLst>
                <a:ext uri="{FF2B5EF4-FFF2-40B4-BE49-F238E27FC236}">
                  <a16:creationId xmlns:a16="http://schemas.microsoft.com/office/drawing/2014/main" id="{C2EA868B-4D0D-FD98-7CB7-C47EA09EF36A}"/>
                </a:ext>
              </a:extLst>
            </p:cNvPr>
            <p:cNvSpPr/>
            <p:nvPr/>
          </p:nvSpPr>
          <p:spPr>
            <a:xfrm>
              <a:off x="8490830" y="3796070"/>
              <a:ext cx="62278" cy="101223"/>
            </a:xfrm>
            <a:custGeom>
              <a:avLst/>
              <a:gdLst/>
              <a:ahLst/>
              <a:cxnLst/>
              <a:rect l="l" t="t" r="r" b="b"/>
              <a:pathLst>
                <a:path w="379" h="616" extrusionOk="0">
                  <a:moveTo>
                    <a:pt x="23" y="1"/>
                  </a:moveTo>
                  <a:cubicBezTo>
                    <a:pt x="12" y="1"/>
                    <a:pt x="0" y="12"/>
                    <a:pt x="0" y="23"/>
                  </a:cubicBezTo>
                  <a:lnTo>
                    <a:pt x="0" y="498"/>
                  </a:lnTo>
                  <a:lnTo>
                    <a:pt x="345" y="615"/>
                  </a:lnTo>
                  <a:lnTo>
                    <a:pt x="356" y="615"/>
                  </a:lnTo>
                  <a:lnTo>
                    <a:pt x="367" y="604"/>
                  </a:lnTo>
                  <a:cubicBezTo>
                    <a:pt x="379" y="592"/>
                    <a:pt x="367" y="581"/>
                    <a:pt x="356" y="570"/>
                  </a:cubicBezTo>
                  <a:lnTo>
                    <a:pt x="46" y="462"/>
                  </a:lnTo>
                  <a:lnTo>
                    <a:pt x="46" y="23"/>
                  </a:lnTo>
                  <a:cubicBezTo>
                    <a:pt x="46" y="12"/>
                    <a:pt x="34" y="1"/>
                    <a:pt x="23" y="1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43">
              <a:extLst>
                <a:ext uri="{FF2B5EF4-FFF2-40B4-BE49-F238E27FC236}">
                  <a16:creationId xmlns:a16="http://schemas.microsoft.com/office/drawing/2014/main" id="{B262E9D1-D10D-2175-A0CB-8CA2159682EF}"/>
                </a:ext>
              </a:extLst>
            </p:cNvPr>
            <p:cNvSpPr/>
            <p:nvPr/>
          </p:nvSpPr>
          <p:spPr>
            <a:xfrm>
              <a:off x="8486558" y="3866237"/>
              <a:ext cx="17911" cy="17418"/>
            </a:xfrm>
            <a:custGeom>
              <a:avLst/>
              <a:gdLst/>
              <a:ahLst/>
              <a:cxnLst/>
              <a:rect l="l" t="t" r="r" b="b"/>
              <a:pathLst>
                <a:path w="109" h="106" extrusionOk="0">
                  <a:moveTo>
                    <a:pt x="49" y="0"/>
                  </a:moveTo>
                  <a:cubicBezTo>
                    <a:pt x="26" y="0"/>
                    <a:pt x="1" y="23"/>
                    <a:pt x="1" y="46"/>
                  </a:cubicBezTo>
                  <a:cubicBezTo>
                    <a:pt x="1" y="83"/>
                    <a:pt x="26" y="106"/>
                    <a:pt x="49" y="106"/>
                  </a:cubicBezTo>
                  <a:cubicBezTo>
                    <a:pt x="86" y="106"/>
                    <a:pt x="109" y="83"/>
                    <a:pt x="109" y="46"/>
                  </a:cubicBezTo>
                  <a:cubicBezTo>
                    <a:pt x="109" y="23"/>
                    <a:pt x="86" y="0"/>
                    <a:pt x="49" y="0"/>
                  </a:cubicBezTo>
                  <a:close/>
                </a:path>
              </a:pathLst>
            </a:custGeom>
            <a:solidFill>
              <a:srgbClr val="001A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81" name="Google Shape;1381;p43">
            <a:extLst>
              <a:ext uri="{FF2B5EF4-FFF2-40B4-BE49-F238E27FC236}">
                <a16:creationId xmlns:a16="http://schemas.microsoft.com/office/drawing/2014/main" id="{831FD407-98DD-1CD9-B9AE-6265D8A0A2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3501" y="894109"/>
            <a:ext cx="7070995" cy="91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l"/>
            <a:r>
              <a:rPr lang="ru-RU" sz="4400" dirty="0"/>
              <a:t>Заключение и бъдещи стъпки</a:t>
            </a:r>
          </a:p>
        </p:txBody>
      </p:sp>
      <p:sp>
        <p:nvSpPr>
          <p:cNvPr id="1382" name="Google Shape;1382;p43">
            <a:extLst>
              <a:ext uri="{FF2B5EF4-FFF2-40B4-BE49-F238E27FC236}">
                <a16:creationId xmlns:a16="http://schemas.microsoft.com/office/drawing/2014/main" id="{16CDB678-8067-3F04-4CAD-C5CB2964F01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933479" y="1568549"/>
            <a:ext cx="4627020" cy="16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245595" lvl="1" algn="l">
              <a:buClr>
                <a:srgbClr val="EC85E3"/>
              </a:buClr>
              <a:buFont typeface="Quicksand" panose="020B0604020202020204" charset="0"/>
              <a:buChar char="●"/>
              <a:defRPr/>
            </a:pPr>
            <a:r>
              <a:rPr lang="ru-RU" sz="1600" dirty="0">
                <a:solidFill>
                  <a:srgbClr val="EAE3FF"/>
                </a:solidFill>
              </a:rPr>
              <a:t>Заключение:</a:t>
            </a:r>
          </a:p>
          <a:p>
            <a:pPr marR="245595" lvl="0" algn="l">
              <a:buClr>
                <a:srgbClr val="EC85E3"/>
              </a:buClr>
              <a:buFont typeface="Courier New" panose="02070309020205020404" pitchFamily="49" charset="0"/>
              <a:buChar char="o"/>
              <a:defRPr/>
            </a:pPr>
            <a:r>
              <a:rPr lang="ru-RU" dirty="0">
                <a:solidFill>
                  <a:srgbClr val="EAE3FF"/>
                </a:solidFill>
              </a:rPr>
              <a:t>Noctis е стабилно и мащабируемо MLOps решение.</a:t>
            </a:r>
          </a:p>
          <a:p>
            <a:pPr marR="245595" lvl="0" algn="l">
              <a:buClr>
                <a:srgbClr val="EC85E3"/>
              </a:buClr>
              <a:buFont typeface="Courier New" panose="02070309020205020404" pitchFamily="49" charset="0"/>
              <a:buChar char="o"/>
              <a:defRPr/>
            </a:pPr>
            <a:r>
              <a:rPr lang="ru-RU" dirty="0">
                <a:solidFill>
                  <a:srgbClr val="EAE3FF"/>
                </a:solidFill>
              </a:rPr>
              <a:t>Успешно интегрира хардуер, софтуер и AI.</a:t>
            </a:r>
          </a:p>
          <a:p>
            <a:pPr marR="245595" lvl="0" algn="l">
              <a:buClr>
                <a:srgbClr val="EC85E3"/>
              </a:buClr>
              <a:buFont typeface="Courier New" panose="02070309020205020404" pitchFamily="49" charset="0"/>
              <a:buChar char="o"/>
              <a:defRPr/>
            </a:pPr>
            <a:r>
              <a:rPr lang="ru-RU" dirty="0">
                <a:solidFill>
                  <a:srgbClr val="EAE3FF"/>
                </a:solidFill>
              </a:rPr>
              <a:t>Проектиран за надеждност, производителност и точност.</a:t>
            </a:r>
          </a:p>
          <a:p>
            <a:pPr marR="245595" lvl="1" algn="l">
              <a:buClr>
                <a:srgbClr val="EC85E3"/>
              </a:buClr>
              <a:buFont typeface="Quicksand" panose="020B0604020202020204" charset="0"/>
              <a:buChar char="●"/>
              <a:defRPr/>
            </a:pPr>
            <a:r>
              <a:rPr lang="ru-RU" sz="1600" dirty="0">
                <a:solidFill>
                  <a:srgbClr val="EAE3FF"/>
                </a:solidFill>
              </a:rPr>
              <a:t>Бъдещи стъпки:</a:t>
            </a:r>
          </a:p>
          <a:p>
            <a:pPr marR="245595" lvl="0" algn="l">
              <a:buClr>
                <a:srgbClr val="EC85E3"/>
              </a:buClr>
              <a:buFont typeface="Courier New" panose="02070309020205020404" pitchFamily="49" charset="0"/>
              <a:buChar char="o"/>
              <a:defRPr/>
            </a:pPr>
            <a:r>
              <a:rPr lang="ru-RU" dirty="0">
                <a:solidFill>
                  <a:srgbClr val="EAE3FF"/>
                </a:solidFill>
              </a:rPr>
              <a:t>Поддръжка на нови ML архитектури.</a:t>
            </a:r>
          </a:p>
          <a:p>
            <a:pPr marR="245595" lvl="0" algn="l">
              <a:buClr>
                <a:srgbClr val="EC85E3"/>
              </a:buClr>
              <a:buFont typeface="Courier New" panose="02070309020205020404" pitchFamily="49" charset="0"/>
              <a:buChar char="o"/>
              <a:defRPr/>
            </a:pPr>
            <a:r>
              <a:rPr lang="ru-RU" dirty="0">
                <a:solidFill>
                  <a:srgbClr val="EAE3FF"/>
                </a:solidFill>
              </a:rPr>
              <a:t>Приемане на данни в реално време (WebSockets/Kafka).</a:t>
            </a:r>
          </a:p>
          <a:p>
            <a:pPr marR="245595" lvl="0" algn="l">
              <a:buClr>
                <a:srgbClr val="EC85E3"/>
              </a:buClr>
              <a:buFont typeface="Courier New" panose="02070309020205020404" pitchFamily="49" charset="0"/>
              <a:buChar char="o"/>
              <a:defRPr/>
            </a:pPr>
            <a:r>
              <a:rPr lang="ru-RU" dirty="0">
                <a:solidFill>
                  <a:srgbClr val="EAE3FF"/>
                </a:solidFill>
              </a:rPr>
              <a:t>Развитие на Explainable AI (XAI) функции.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EAE3FF"/>
              </a:solidFill>
              <a:effectLst/>
              <a:uLnTx/>
              <a:uFillTx/>
              <a:latin typeface="Quicksand"/>
              <a:sym typeface="Quicksand"/>
            </a:endParaRPr>
          </a:p>
        </p:txBody>
      </p:sp>
      <p:grpSp>
        <p:nvGrpSpPr>
          <p:cNvPr id="1383" name="Google Shape;1383;p43">
            <a:extLst>
              <a:ext uri="{FF2B5EF4-FFF2-40B4-BE49-F238E27FC236}">
                <a16:creationId xmlns:a16="http://schemas.microsoft.com/office/drawing/2014/main" id="{6723E09A-DAA3-2C7C-CED0-4FE2C5B3E4DC}"/>
              </a:ext>
            </a:extLst>
          </p:cNvPr>
          <p:cNvGrpSpPr/>
          <p:nvPr/>
        </p:nvGrpSpPr>
        <p:grpSpPr>
          <a:xfrm>
            <a:off x="1242441" y="1956741"/>
            <a:ext cx="1633479" cy="1324481"/>
            <a:chOff x="6328637" y="1258062"/>
            <a:chExt cx="1534936" cy="1244579"/>
          </a:xfrm>
        </p:grpSpPr>
        <p:sp>
          <p:nvSpPr>
            <p:cNvPr id="1384" name="Google Shape;1384;p43">
              <a:extLst>
                <a:ext uri="{FF2B5EF4-FFF2-40B4-BE49-F238E27FC236}">
                  <a16:creationId xmlns:a16="http://schemas.microsoft.com/office/drawing/2014/main" id="{3E7E151E-F097-E653-3B4D-1B77977052F6}"/>
                </a:ext>
              </a:extLst>
            </p:cNvPr>
            <p:cNvSpPr/>
            <p:nvPr/>
          </p:nvSpPr>
          <p:spPr>
            <a:xfrm>
              <a:off x="6328637" y="1258062"/>
              <a:ext cx="1534936" cy="1244579"/>
            </a:xfrm>
            <a:custGeom>
              <a:avLst/>
              <a:gdLst/>
              <a:ahLst/>
              <a:cxnLst/>
              <a:rect l="l" t="t" r="r" b="b"/>
              <a:pathLst>
                <a:path w="9341" h="7574" extrusionOk="0">
                  <a:moveTo>
                    <a:pt x="1" y="1"/>
                  </a:moveTo>
                  <a:lnTo>
                    <a:pt x="1" y="7574"/>
                  </a:lnTo>
                  <a:lnTo>
                    <a:pt x="9340" y="7574"/>
                  </a:lnTo>
                  <a:lnTo>
                    <a:pt x="93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43">
              <a:extLst>
                <a:ext uri="{FF2B5EF4-FFF2-40B4-BE49-F238E27FC236}">
                  <a16:creationId xmlns:a16="http://schemas.microsoft.com/office/drawing/2014/main" id="{8B831F14-9541-B2B7-B25F-04BB4979CFE6}"/>
                </a:ext>
              </a:extLst>
            </p:cNvPr>
            <p:cNvSpPr/>
            <p:nvPr/>
          </p:nvSpPr>
          <p:spPr>
            <a:xfrm>
              <a:off x="7409724" y="1586101"/>
              <a:ext cx="256902" cy="358628"/>
            </a:xfrm>
            <a:custGeom>
              <a:avLst/>
              <a:gdLst/>
              <a:ahLst/>
              <a:cxnLst/>
              <a:rect l="l" t="t" r="r" b="b"/>
              <a:pathLst>
                <a:path w="2336" h="3261" extrusionOk="0">
                  <a:moveTo>
                    <a:pt x="711" y="0"/>
                  </a:moveTo>
                  <a:cubicBezTo>
                    <a:pt x="452" y="0"/>
                    <a:pt x="213" y="60"/>
                    <a:pt x="0" y="165"/>
                  </a:cubicBezTo>
                  <a:lnTo>
                    <a:pt x="120" y="165"/>
                  </a:lnTo>
                  <a:cubicBezTo>
                    <a:pt x="925" y="165"/>
                    <a:pt x="1590" y="817"/>
                    <a:pt x="1590" y="1636"/>
                  </a:cubicBezTo>
                  <a:cubicBezTo>
                    <a:pt x="1590" y="2441"/>
                    <a:pt x="925" y="3104"/>
                    <a:pt x="120" y="3104"/>
                  </a:cubicBezTo>
                  <a:cubicBezTo>
                    <a:pt x="71" y="3104"/>
                    <a:pt x="37" y="3104"/>
                    <a:pt x="0" y="3092"/>
                  </a:cubicBezTo>
                  <a:lnTo>
                    <a:pt x="0" y="3092"/>
                  </a:lnTo>
                  <a:cubicBezTo>
                    <a:pt x="213" y="3201"/>
                    <a:pt x="452" y="3260"/>
                    <a:pt x="711" y="3260"/>
                  </a:cubicBezTo>
                  <a:cubicBezTo>
                    <a:pt x="1613" y="3260"/>
                    <a:pt x="2336" y="2535"/>
                    <a:pt x="2336" y="1636"/>
                  </a:cubicBezTo>
                  <a:cubicBezTo>
                    <a:pt x="2336" y="734"/>
                    <a:pt x="1613" y="0"/>
                    <a:pt x="71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43">
              <a:extLst>
                <a:ext uri="{FF2B5EF4-FFF2-40B4-BE49-F238E27FC236}">
                  <a16:creationId xmlns:a16="http://schemas.microsoft.com/office/drawing/2014/main" id="{66A1F161-7015-F0BF-7D28-93F8D92B18C2}"/>
                </a:ext>
              </a:extLst>
            </p:cNvPr>
            <p:cNvSpPr/>
            <p:nvPr/>
          </p:nvSpPr>
          <p:spPr>
            <a:xfrm>
              <a:off x="7099980" y="1435205"/>
              <a:ext cx="17583" cy="17583"/>
            </a:xfrm>
            <a:custGeom>
              <a:avLst/>
              <a:gdLst/>
              <a:ahLst/>
              <a:cxnLst/>
              <a:rect l="l" t="t" r="r" b="b"/>
              <a:pathLst>
                <a:path w="107" h="107" extrusionOk="0">
                  <a:moveTo>
                    <a:pt x="60" y="1"/>
                  </a:moveTo>
                  <a:cubicBezTo>
                    <a:pt x="24" y="1"/>
                    <a:pt x="1" y="24"/>
                    <a:pt x="1" y="61"/>
                  </a:cubicBezTo>
                  <a:cubicBezTo>
                    <a:pt x="1" y="83"/>
                    <a:pt x="24" y="106"/>
                    <a:pt x="60" y="106"/>
                  </a:cubicBezTo>
                  <a:cubicBezTo>
                    <a:pt x="83" y="106"/>
                    <a:pt x="106" y="83"/>
                    <a:pt x="106" y="61"/>
                  </a:cubicBezTo>
                  <a:cubicBezTo>
                    <a:pt x="106" y="24"/>
                    <a:pt x="83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43">
              <a:extLst>
                <a:ext uri="{FF2B5EF4-FFF2-40B4-BE49-F238E27FC236}">
                  <a16:creationId xmlns:a16="http://schemas.microsoft.com/office/drawing/2014/main" id="{2BDF21CD-12A5-3D70-7941-5A21F180B049}"/>
                </a:ext>
              </a:extLst>
            </p:cNvPr>
            <p:cNvSpPr/>
            <p:nvPr/>
          </p:nvSpPr>
          <p:spPr>
            <a:xfrm>
              <a:off x="6969670" y="1499292"/>
              <a:ext cx="30893" cy="31550"/>
            </a:xfrm>
            <a:custGeom>
              <a:avLst/>
              <a:gdLst/>
              <a:ahLst/>
              <a:cxnLst/>
              <a:rect l="l" t="t" r="r" b="b"/>
              <a:pathLst>
                <a:path w="188" h="192" extrusionOk="0">
                  <a:moveTo>
                    <a:pt x="94" y="1"/>
                  </a:moveTo>
                  <a:cubicBezTo>
                    <a:pt x="46" y="1"/>
                    <a:pt x="0" y="49"/>
                    <a:pt x="0" y="97"/>
                  </a:cubicBezTo>
                  <a:cubicBezTo>
                    <a:pt x="0" y="143"/>
                    <a:pt x="46" y="191"/>
                    <a:pt x="94" y="191"/>
                  </a:cubicBezTo>
                  <a:cubicBezTo>
                    <a:pt x="142" y="191"/>
                    <a:pt x="188" y="143"/>
                    <a:pt x="188" y="97"/>
                  </a:cubicBezTo>
                  <a:cubicBezTo>
                    <a:pt x="188" y="49"/>
                    <a:pt x="142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43">
              <a:extLst>
                <a:ext uri="{FF2B5EF4-FFF2-40B4-BE49-F238E27FC236}">
                  <a16:creationId xmlns:a16="http://schemas.microsoft.com/office/drawing/2014/main" id="{9A144701-275C-07D9-BB2F-EF95BE8C843A}"/>
                </a:ext>
              </a:extLst>
            </p:cNvPr>
            <p:cNvSpPr/>
            <p:nvPr/>
          </p:nvSpPr>
          <p:spPr>
            <a:xfrm>
              <a:off x="7162260" y="1546125"/>
              <a:ext cx="13639" cy="13639"/>
            </a:xfrm>
            <a:custGeom>
              <a:avLst/>
              <a:gdLst/>
              <a:ahLst/>
              <a:cxnLst/>
              <a:rect l="l" t="t" r="r" b="b"/>
              <a:pathLst>
                <a:path w="83" h="83" extrusionOk="0">
                  <a:moveTo>
                    <a:pt x="48" y="0"/>
                  </a:moveTo>
                  <a:cubicBezTo>
                    <a:pt x="23" y="0"/>
                    <a:pt x="0" y="12"/>
                    <a:pt x="0" y="37"/>
                  </a:cubicBezTo>
                  <a:cubicBezTo>
                    <a:pt x="0" y="60"/>
                    <a:pt x="23" y="83"/>
                    <a:pt x="48" y="83"/>
                  </a:cubicBezTo>
                  <a:cubicBezTo>
                    <a:pt x="71" y="83"/>
                    <a:pt x="83" y="60"/>
                    <a:pt x="83" y="37"/>
                  </a:cubicBezTo>
                  <a:cubicBezTo>
                    <a:pt x="83" y="12"/>
                    <a:pt x="71" y="0"/>
                    <a:pt x="48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43">
              <a:extLst>
                <a:ext uri="{FF2B5EF4-FFF2-40B4-BE49-F238E27FC236}">
                  <a16:creationId xmlns:a16="http://schemas.microsoft.com/office/drawing/2014/main" id="{F47688E9-3C15-E292-1257-F3DA613B1F60}"/>
                </a:ext>
              </a:extLst>
            </p:cNvPr>
            <p:cNvSpPr/>
            <p:nvPr/>
          </p:nvSpPr>
          <p:spPr>
            <a:xfrm>
              <a:off x="6661560" y="1522626"/>
              <a:ext cx="56691" cy="54884"/>
            </a:xfrm>
            <a:custGeom>
              <a:avLst/>
              <a:gdLst/>
              <a:ahLst/>
              <a:cxnLst/>
              <a:rect l="l" t="t" r="r" b="b"/>
              <a:pathLst>
                <a:path w="345" h="334" extrusionOk="0">
                  <a:moveTo>
                    <a:pt x="168" y="1"/>
                  </a:moveTo>
                  <a:cubicBezTo>
                    <a:pt x="71" y="1"/>
                    <a:pt x="0" y="72"/>
                    <a:pt x="0" y="169"/>
                  </a:cubicBezTo>
                  <a:cubicBezTo>
                    <a:pt x="0" y="263"/>
                    <a:pt x="71" y="334"/>
                    <a:pt x="168" y="334"/>
                  </a:cubicBezTo>
                  <a:cubicBezTo>
                    <a:pt x="262" y="334"/>
                    <a:pt x="344" y="263"/>
                    <a:pt x="344" y="169"/>
                  </a:cubicBezTo>
                  <a:cubicBezTo>
                    <a:pt x="344" y="72"/>
                    <a:pt x="262" y="1"/>
                    <a:pt x="16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43">
              <a:extLst>
                <a:ext uri="{FF2B5EF4-FFF2-40B4-BE49-F238E27FC236}">
                  <a16:creationId xmlns:a16="http://schemas.microsoft.com/office/drawing/2014/main" id="{2C3D6B4E-07DE-C7D2-0C0F-75DF305924BB}"/>
                </a:ext>
              </a:extLst>
            </p:cNvPr>
            <p:cNvSpPr/>
            <p:nvPr/>
          </p:nvSpPr>
          <p:spPr>
            <a:xfrm>
              <a:off x="7039673" y="1791463"/>
              <a:ext cx="23498" cy="23498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8"/>
                    <a:pt x="1" y="72"/>
                  </a:cubicBezTo>
                  <a:cubicBezTo>
                    <a:pt x="1" y="120"/>
                    <a:pt x="35" y="143"/>
                    <a:pt x="72" y="143"/>
                  </a:cubicBezTo>
                  <a:cubicBezTo>
                    <a:pt x="106" y="143"/>
                    <a:pt x="143" y="120"/>
                    <a:pt x="143" y="72"/>
                  </a:cubicBezTo>
                  <a:cubicBezTo>
                    <a:pt x="143" y="38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43">
              <a:extLst>
                <a:ext uri="{FF2B5EF4-FFF2-40B4-BE49-F238E27FC236}">
                  <a16:creationId xmlns:a16="http://schemas.microsoft.com/office/drawing/2014/main" id="{69D6810A-7594-3A64-910C-695E67AEB078}"/>
                </a:ext>
              </a:extLst>
            </p:cNvPr>
            <p:cNvSpPr/>
            <p:nvPr/>
          </p:nvSpPr>
          <p:spPr>
            <a:xfrm>
              <a:off x="6873704" y="1678900"/>
              <a:ext cx="35329" cy="36973"/>
            </a:xfrm>
            <a:custGeom>
              <a:avLst/>
              <a:gdLst/>
              <a:ahLst/>
              <a:cxnLst/>
              <a:rect l="l" t="t" r="r" b="b"/>
              <a:pathLst>
                <a:path w="215" h="225" extrusionOk="0">
                  <a:moveTo>
                    <a:pt x="109" y="0"/>
                  </a:moveTo>
                  <a:cubicBezTo>
                    <a:pt x="49" y="0"/>
                    <a:pt x="1" y="46"/>
                    <a:pt x="1" y="117"/>
                  </a:cubicBezTo>
                  <a:cubicBezTo>
                    <a:pt x="1" y="177"/>
                    <a:pt x="49" y="225"/>
                    <a:pt x="109" y="225"/>
                  </a:cubicBezTo>
                  <a:cubicBezTo>
                    <a:pt x="169" y="225"/>
                    <a:pt x="214" y="177"/>
                    <a:pt x="214" y="117"/>
                  </a:cubicBezTo>
                  <a:cubicBezTo>
                    <a:pt x="214" y="46"/>
                    <a:pt x="169" y="0"/>
                    <a:pt x="109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43">
              <a:extLst>
                <a:ext uri="{FF2B5EF4-FFF2-40B4-BE49-F238E27FC236}">
                  <a16:creationId xmlns:a16="http://schemas.microsoft.com/office/drawing/2014/main" id="{ACD69660-CC57-F983-DB41-A0CC8F47CC4C}"/>
                </a:ext>
              </a:extLst>
            </p:cNvPr>
            <p:cNvSpPr/>
            <p:nvPr/>
          </p:nvSpPr>
          <p:spPr>
            <a:xfrm>
              <a:off x="7298650" y="1684487"/>
              <a:ext cx="31057" cy="31386"/>
            </a:xfrm>
            <a:custGeom>
              <a:avLst/>
              <a:gdLst/>
              <a:ahLst/>
              <a:cxnLst/>
              <a:rect l="l" t="t" r="r" b="b"/>
              <a:pathLst>
                <a:path w="189" h="191" extrusionOk="0">
                  <a:moveTo>
                    <a:pt x="95" y="0"/>
                  </a:moveTo>
                  <a:cubicBezTo>
                    <a:pt x="35" y="0"/>
                    <a:pt x="1" y="37"/>
                    <a:pt x="1" y="94"/>
                  </a:cubicBezTo>
                  <a:cubicBezTo>
                    <a:pt x="1" y="143"/>
                    <a:pt x="35" y="191"/>
                    <a:pt x="95" y="191"/>
                  </a:cubicBezTo>
                  <a:cubicBezTo>
                    <a:pt x="143" y="191"/>
                    <a:pt x="189" y="143"/>
                    <a:pt x="189" y="94"/>
                  </a:cubicBezTo>
                  <a:cubicBezTo>
                    <a:pt x="189" y="37"/>
                    <a:pt x="143" y="0"/>
                    <a:pt x="95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43">
              <a:extLst>
                <a:ext uri="{FF2B5EF4-FFF2-40B4-BE49-F238E27FC236}">
                  <a16:creationId xmlns:a16="http://schemas.microsoft.com/office/drawing/2014/main" id="{124A22D5-C6F7-3462-F1B3-90DAA3C4D4A5}"/>
                </a:ext>
              </a:extLst>
            </p:cNvPr>
            <p:cNvSpPr/>
            <p:nvPr/>
          </p:nvSpPr>
          <p:spPr>
            <a:xfrm>
              <a:off x="7138761" y="2017739"/>
              <a:ext cx="23662" cy="23498"/>
            </a:xfrm>
            <a:custGeom>
              <a:avLst/>
              <a:gdLst/>
              <a:ahLst/>
              <a:cxnLst/>
              <a:rect l="l" t="t" r="r" b="b"/>
              <a:pathLst>
                <a:path w="144" h="143" extrusionOk="0">
                  <a:moveTo>
                    <a:pt x="72" y="1"/>
                  </a:moveTo>
                  <a:cubicBezTo>
                    <a:pt x="38" y="1"/>
                    <a:pt x="1" y="35"/>
                    <a:pt x="1" y="72"/>
                  </a:cubicBezTo>
                  <a:cubicBezTo>
                    <a:pt x="1" y="106"/>
                    <a:pt x="38" y="143"/>
                    <a:pt x="72" y="143"/>
                  </a:cubicBezTo>
                  <a:cubicBezTo>
                    <a:pt x="109" y="143"/>
                    <a:pt x="143" y="106"/>
                    <a:pt x="143" y="72"/>
                  </a:cubicBezTo>
                  <a:cubicBezTo>
                    <a:pt x="143" y="35"/>
                    <a:pt x="109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43">
              <a:extLst>
                <a:ext uri="{FF2B5EF4-FFF2-40B4-BE49-F238E27FC236}">
                  <a16:creationId xmlns:a16="http://schemas.microsoft.com/office/drawing/2014/main" id="{62DE5558-DD93-9B0A-3992-8AC34819A49F}"/>
                </a:ext>
              </a:extLst>
            </p:cNvPr>
            <p:cNvSpPr/>
            <p:nvPr/>
          </p:nvSpPr>
          <p:spPr>
            <a:xfrm>
              <a:off x="7676434" y="1353535"/>
              <a:ext cx="13803" cy="11831"/>
            </a:xfrm>
            <a:custGeom>
              <a:avLst/>
              <a:gdLst/>
              <a:ahLst/>
              <a:cxnLst/>
              <a:rect l="l" t="t" r="r" b="b"/>
              <a:pathLst>
                <a:path w="84" h="72" extrusionOk="0">
                  <a:moveTo>
                    <a:pt x="49" y="0"/>
                  </a:moveTo>
                  <a:cubicBezTo>
                    <a:pt x="23" y="0"/>
                    <a:pt x="1" y="11"/>
                    <a:pt x="1" y="34"/>
                  </a:cubicBezTo>
                  <a:cubicBezTo>
                    <a:pt x="1" y="60"/>
                    <a:pt x="23" y="71"/>
                    <a:pt x="49" y="71"/>
                  </a:cubicBezTo>
                  <a:cubicBezTo>
                    <a:pt x="60" y="71"/>
                    <a:pt x="83" y="60"/>
                    <a:pt x="83" y="34"/>
                  </a:cubicBezTo>
                  <a:cubicBezTo>
                    <a:pt x="83" y="11"/>
                    <a:pt x="60" y="0"/>
                    <a:pt x="49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43">
              <a:extLst>
                <a:ext uri="{FF2B5EF4-FFF2-40B4-BE49-F238E27FC236}">
                  <a16:creationId xmlns:a16="http://schemas.microsoft.com/office/drawing/2014/main" id="{4DABBE5F-2212-B924-E533-268183930A67}"/>
                </a:ext>
              </a:extLst>
            </p:cNvPr>
            <p:cNvSpPr/>
            <p:nvPr/>
          </p:nvSpPr>
          <p:spPr>
            <a:xfrm>
              <a:off x="7493211" y="1281396"/>
              <a:ext cx="19719" cy="17583"/>
            </a:xfrm>
            <a:custGeom>
              <a:avLst/>
              <a:gdLst/>
              <a:ahLst/>
              <a:cxnLst/>
              <a:rect l="l" t="t" r="r" b="b"/>
              <a:pathLst>
                <a:path w="120" h="107" extrusionOk="0">
                  <a:moveTo>
                    <a:pt x="60" y="1"/>
                  </a:moveTo>
                  <a:cubicBezTo>
                    <a:pt x="26" y="1"/>
                    <a:pt x="0" y="24"/>
                    <a:pt x="0" y="58"/>
                  </a:cubicBezTo>
                  <a:cubicBezTo>
                    <a:pt x="0" y="83"/>
                    <a:pt x="26" y="106"/>
                    <a:pt x="60" y="106"/>
                  </a:cubicBezTo>
                  <a:cubicBezTo>
                    <a:pt x="97" y="106"/>
                    <a:pt x="120" y="83"/>
                    <a:pt x="120" y="58"/>
                  </a:cubicBezTo>
                  <a:cubicBezTo>
                    <a:pt x="120" y="24"/>
                    <a:pt x="97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43">
              <a:extLst>
                <a:ext uri="{FF2B5EF4-FFF2-40B4-BE49-F238E27FC236}">
                  <a16:creationId xmlns:a16="http://schemas.microsoft.com/office/drawing/2014/main" id="{25C7AF96-E28D-722E-8224-8AF12E9FD176}"/>
                </a:ext>
              </a:extLst>
            </p:cNvPr>
            <p:cNvSpPr/>
            <p:nvPr/>
          </p:nvSpPr>
          <p:spPr>
            <a:xfrm>
              <a:off x="7329543" y="1353535"/>
              <a:ext cx="27771" cy="27278"/>
            </a:xfrm>
            <a:custGeom>
              <a:avLst/>
              <a:gdLst/>
              <a:ahLst/>
              <a:cxnLst/>
              <a:rect l="l" t="t" r="r" b="b"/>
              <a:pathLst>
                <a:path w="169" h="166" extrusionOk="0">
                  <a:moveTo>
                    <a:pt x="86" y="0"/>
                  </a:moveTo>
                  <a:cubicBezTo>
                    <a:pt x="38" y="0"/>
                    <a:pt x="1" y="34"/>
                    <a:pt x="1" y="83"/>
                  </a:cubicBezTo>
                  <a:cubicBezTo>
                    <a:pt x="1" y="131"/>
                    <a:pt x="38" y="165"/>
                    <a:pt x="86" y="165"/>
                  </a:cubicBezTo>
                  <a:cubicBezTo>
                    <a:pt x="131" y="165"/>
                    <a:pt x="168" y="131"/>
                    <a:pt x="168" y="83"/>
                  </a:cubicBezTo>
                  <a:cubicBezTo>
                    <a:pt x="168" y="34"/>
                    <a:pt x="131" y="0"/>
                    <a:pt x="86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43">
              <a:extLst>
                <a:ext uri="{FF2B5EF4-FFF2-40B4-BE49-F238E27FC236}">
                  <a16:creationId xmlns:a16="http://schemas.microsoft.com/office/drawing/2014/main" id="{10F33CED-D6C9-C57E-5F4A-AFCF7CBB76D2}"/>
                </a:ext>
              </a:extLst>
            </p:cNvPr>
            <p:cNvSpPr/>
            <p:nvPr/>
          </p:nvSpPr>
          <p:spPr>
            <a:xfrm>
              <a:off x="7771742" y="1530678"/>
              <a:ext cx="29742" cy="29085"/>
            </a:xfrm>
            <a:custGeom>
              <a:avLst/>
              <a:gdLst/>
              <a:ahLst/>
              <a:cxnLst/>
              <a:rect l="l" t="t" r="r" b="b"/>
              <a:pathLst>
                <a:path w="181" h="177" extrusionOk="0">
                  <a:moveTo>
                    <a:pt x="98" y="0"/>
                  </a:moveTo>
                  <a:cubicBezTo>
                    <a:pt x="38" y="0"/>
                    <a:pt x="1" y="34"/>
                    <a:pt x="1" y="94"/>
                  </a:cubicBezTo>
                  <a:cubicBezTo>
                    <a:pt x="1" y="143"/>
                    <a:pt x="38" y="177"/>
                    <a:pt x="98" y="177"/>
                  </a:cubicBezTo>
                  <a:cubicBezTo>
                    <a:pt x="143" y="177"/>
                    <a:pt x="180" y="143"/>
                    <a:pt x="180" y="94"/>
                  </a:cubicBezTo>
                  <a:cubicBezTo>
                    <a:pt x="180" y="34"/>
                    <a:pt x="143" y="0"/>
                    <a:pt x="98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43">
              <a:extLst>
                <a:ext uri="{FF2B5EF4-FFF2-40B4-BE49-F238E27FC236}">
                  <a16:creationId xmlns:a16="http://schemas.microsoft.com/office/drawing/2014/main" id="{10002858-089F-DAAD-D776-3B07DA3D423F}"/>
                </a:ext>
              </a:extLst>
            </p:cNvPr>
            <p:cNvSpPr/>
            <p:nvPr/>
          </p:nvSpPr>
          <p:spPr>
            <a:xfrm>
              <a:off x="7818575" y="1343676"/>
              <a:ext cx="33357" cy="33357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7" y="0"/>
                  </a:moveTo>
                  <a:cubicBezTo>
                    <a:pt x="49" y="0"/>
                    <a:pt x="0" y="49"/>
                    <a:pt x="0" y="106"/>
                  </a:cubicBezTo>
                  <a:cubicBezTo>
                    <a:pt x="0" y="165"/>
                    <a:pt x="49" y="202"/>
                    <a:pt x="97" y="202"/>
                  </a:cubicBezTo>
                  <a:cubicBezTo>
                    <a:pt x="154" y="202"/>
                    <a:pt x="202" y="165"/>
                    <a:pt x="202" y="106"/>
                  </a:cubicBezTo>
                  <a:cubicBezTo>
                    <a:pt x="202" y="49"/>
                    <a:pt x="154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43">
              <a:extLst>
                <a:ext uri="{FF2B5EF4-FFF2-40B4-BE49-F238E27FC236}">
                  <a16:creationId xmlns:a16="http://schemas.microsoft.com/office/drawing/2014/main" id="{437A5878-6779-0712-8E83-A875AE6BD686}"/>
                </a:ext>
              </a:extLst>
            </p:cNvPr>
            <p:cNvSpPr/>
            <p:nvPr/>
          </p:nvSpPr>
          <p:spPr>
            <a:xfrm>
              <a:off x="6821449" y="1295035"/>
              <a:ext cx="21691" cy="2169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71" y="0"/>
                  </a:moveTo>
                  <a:cubicBezTo>
                    <a:pt x="34" y="0"/>
                    <a:pt x="0" y="35"/>
                    <a:pt x="0" y="72"/>
                  </a:cubicBezTo>
                  <a:cubicBezTo>
                    <a:pt x="0" y="106"/>
                    <a:pt x="34" y="131"/>
                    <a:pt x="71" y="131"/>
                  </a:cubicBezTo>
                  <a:cubicBezTo>
                    <a:pt x="105" y="131"/>
                    <a:pt x="131" y="106"/>
                    <a:pt x="131" y="72"/>
                  </a:cubicBezTo>
                  <a:cubicBezTo>
                    <a:pt x="131" y="35"/>
                    <a:pt x="105" y="0"/>
                    <a:pt x="71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43">
              <a:extLst>
                <a:ext uri="{FF2B5EF4-FFF2-40B4-BE49-F238E27FC236}">
                  <a16:creationId xmlns:a16="http://schemas.microsoft.com/office/drawing/2014/main" id="{7919A68B-ED60-C275-CE70-D79F63A1FA2F}"/>
                </a:ext>
              </a:extLst>
            </p:cNvPr>
            <p:cNvSpPr/>
            <p:nvPr/>
          </p:nvSpPr>
          <p:spPr>
            <a:xfrm>
              <a:off x="6599281" y="1322149"/>
              <a:ext cx="25470" cy="23498"/>
            </a:xfrm>
            <a:custGeom>
              <a:avLst/>
              <a:gdLst/>
              <a:ahLst/>
              <a:cxnLst/>
              <a:rect l="l" t="t" r="r" b="b"/>
              <a:pathLst>
                <a:path w="155" h="143" extrusionOk="0">
                  <a:moveTo>
                    <a:pt x="72" y="0"/>
                  </a:moveTo>
                  <a:cubicBezTo>
                    <a:pt x="35" y="0"/>
                    <a:pt x="1" y="37"/>
                    <a:pt x="1" y="72"/>
                  </a:cubicBezTo>
                  <a:cubicBezTo>
                    <a:pt x="1" y="120"/>
                    <a:pt x="35" y="143"/>
                    <a:pt x="72" y="143"/>
                  </a:cubicBezTo>
                  <a:cubicBezTo>
                    <a:pt x="120" y="143"/>
                    <a:pt x="154" y="120"/>
                    <a:pt x="154" y="72"/>
                  </a:cubicBezTo>
                  <a:cubicBezTo>
                    <a:pt x="154" y="37"/>
                    <a:pt x="120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43">
              <a:extLst>
                <a:ext uri="{FF2B5EF4-FFF2-40B4-BE49-F238E27FC236}">
                  <a16:creationId xmlns:a16="http://schemas.microsoft.com/office/drawing/2014/main" id="{0525D37A-00E7-3AA4-FA86-7F555DFF979C}"/>
                </a:ext>
              </a:extLst>
            </p:cNvPr>
            <p:cNvSpPr/>
            <p:nvPr/>
          </p:nvSpPr>
          <p:spPr>
            <a:xfrm>
              <a:off x="6821449" y="1445065"/>
              <a:ext cx="21691" cy="21198"/>
            </a:xfrm>
            <a:custGeom>
              <a:avLst/>
              <a:gdLst/>
              <a:ahLst/>
              <a:cxnLst/>
              <a:rect l="l" t="t" r="r" b="b"/>
              <a:pathLst>
                <a:path w="132" h="129" extrusionOk="0">
                  <a:moveTo>
                    <a:pt x="71" y="1"/>
                  </a:moveTo>
                  <a:cubicBezTo>
                    <a:pt x="34" y="1"/>
                    <a:pt x="0" y="23"/>
                    <a:pt x="0" y="58"/>
                  </a:cubicBezTo>
                  <a:cubicBezTo>
                    <a:pt x="0" y="95"/>
                    <a:pt x="34" y="129"/>
                    <a:pt x="71" y="129"/>
                  </a:cubicBezTo>
                  <a:cubicBezTo>
                    <a:pt x="105" y="129"/>
                    <a:pt x="131" y="95"/>
                    <a:pt x="131" y="58"/>
                  </a:cubicBezTo>
                  <a:cubicBezTo>
                    <a:pt x="131" y="23"/>
                    <a:pt x="105" y="1"/>
                    <a:pt x="7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43">
              <a:extLst>
                <a:ext uri="{FF2B5EF4-FFF2-40B4-BE49-F238E27FC236}">
                  <a16:creationId xmlns:a16="http://schemas.microsoft.com/office/drawing/2014/main" id="{6F67D5E6-A19F-5B37-C9DF-9B7B77E5291A}"/>
                </a:ext>
              </a:extLst>
            </p:cNvPr>
            <p:cNvSpPr/>
            <p:nvPr/>
          </p:nvSpPr>
          <p:spPr>
            <a:xfrm>
              <a:off x="6424110" y="1499292"/>
              <a:ext cx="48639" cy="48804"/>
            </a:xfrm>
            <a:custGeom>
              <a:avLst/>
              <a:gdLst/>
              <a:ahLst/>
              <a:cxnLst/>
              <a:rect l="l" t="t" r="r" b="b"/>
              <a:pathLst>
                <a:path w="296" h="297" extrusionOk="0">
                  <a:moveTo>
                    <a:pt x="142" y="1"/>
                  </a:moveTo>
                  <a:cubicBezTo>
                    <a:pt x="60" y="1"/>
                    <a:pt x="0" y="72"/>
                    <a:pt x="0" y="154"/>
                  </a:cubicBezTo>
                  <a:cubicBezTo>
                    <a:pt x="0" y="240"/>
                    <a:pt x="60" y="297"/>
                    <a:pt x="142" y="297"/>
                  </a:cubicBezTo>
                  <a:cubicBezTo>
                    <a:pt x="225" y="297"/>
                    <a:pt x="296" y="240"/>
                    <a:pt x="296" y="154"/>
                  </a:cubicBezTo>
                  <a:cubicBezTo>
                    <a:pt x="296" y="72"/>
                    <a:pt x="225" y="1"/>
                    <a:pt x="14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43">
              <a:extLst>
                <a:ext uri="{FF2B5EF4-FFF2-40B4-BE49-F238E27FC236}">
                  <a16:creationId xmlns:a16="http://schemas.microsoft.com/office/drawing/2014/main" id="{9D09D4E9-8FED-9D4F-29E4-9A905740FCBF}"/>
                </a:ext>
              </a:extLst>
            </p:cNvPr>
            <p:cNvSpPr/>
            <p:nvPr/>
          </p:nvSpPr>
          <p:spPr>
            <a:xfrm>
              <a:off x="6424110" y="1333816"/>
              <a:ext cx="29085" cy="29578"/>
            </a:xfrm>
            <a:custGeom>
              <a:avLst/>
              <a:gdLst/>
              <a:ahLst/>
              <a:cxnLst/>
              <a:rect l="l" t="t" r="r" b="b"/>
              <a:pathLst>
                <a:path w="177" h="180" extrusionOk="0">
                  <a:moveTo>
                    <a:pt x="83" y="1"/>
                  </a:moveTo>
                  <a:cubicBezTo>
                    <a:pt x="34" y="1"/>
                    <a:pt x="0" y="38"/>
                    <a:pt x="0" y="94"/>
                  </a:cubicBezTo>
                  <a:cubicBezTo>
                    <a:pt x="0" y="143"/>
                    <a:pt x="34" y="180"/>
                    <a:pt x="83" y="180"/>
                  </a:cubicBezTo>
                  <a:cubicBezTo>
                    <a:pt x="131" y="180"/>
                    <a:pt x="176" y="143"/>
                    <a:pt x="176" y="94"/>
                  </a:cubicBezTo>
                  <a:cubicBezTo>
                    <a:pt x="176" y="38"/>
                    <a:pt x="131" y="1"/>
                    <a:pt x="8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43">
              <a:extLst>
                <a:ext uri="{FF2B5EF4-FFF2-40B4-BE49-F238E27FC236}">
                  <a16:creationId xmlns:a16="http://schemas.microsoft.com/office/drawing/2014/main" id="{E4FEFF50-2B19-1FBD-A86F-FE187B77E4B1}"/>
                </a:ext>
              </a:extLst>
            </p:cNvPr>
            <p:cNvSpPr/>
            <p:nvPr/>
          </p:nvSpPr>
          <p:spPr>
            <a:xfrm>
              <a:off x="6519419" y="1697962"/>
              <a:ext cx="29578" cy="29578"/>
            </a:xfrm>
            <a:custGeom>
              <a:avLst/>
              <a:gdLst/>
              <a:ahLst/>
              <a:cxnLst/>
              <a:rect l="l" t="t" r="r" b="b"/>
              <a:pathLst>
                <a:path w="180" h="180" extrusionOk="0">
                  <a:moveTo>
                    <a:pt x="94" y="1"/>
                  </a:moveTo>
                  <a:cubicBezTo>
                    <a:pt x="49" y="1"/>
                    <a:pt x="0" y="38"/>
                    <a:pt x="0" y="83"/>
                  </a:cubicBezTo>
                  <a:cubicBezTo>
                    <a:pt x="0" y="132"/>
                    <a:pt x="49" y="180"/>
                    <a:pt x="94" y="180"/>
                  </a:cubicBezTo>
                  <a:cubicBezTo>
                    <a:pt x="143" y="180"/>
                    <a:pt x="180" y="132"/>
                    <a:pt x="180" y="83"/>
                  </a:cubicBezTo>
                  <a:cubicBezTo>
                    <a:pt x="180" y="38"/>
                    <a:pt x="143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43">
              <a:extLst>
                <a:ext uri="{FF2B5EF4-FFF2-40B4-BE49-F238E27FC236}">
                  <a16:creationId xmlns:a16="http://schemas.microsoft.com/office/drawing/2014/main" id="{1EC807D0-598A-2698-81B2-26AF978F06C0}"/>
                </a:ext>
              </a:extLst>
            </p:cNvPr>
            <p:cNvSpPr/>
            <p:nvPr/>
          </p:nvSpPr>
          <p:spPr>
            <a:xfrm>
              <a:off x="6718088" y="1774209"/>
              <a:ext cx="29578" cy="29085"/>
            </a:xfrm>
            <a:custGeom>
              <a:avLst/>
              <a:gdLst/>
              <a:ahLst/>
              <a:cxnLst/>
              <a:rect l="l" t="t" r="r" b="b"/>
              <a:pathLst>
                <a:path w="180" h="177" extrusionOk="0">
                  <a:moveTo>
                    <a:pt x="83" y="0"/>
                  </a:moveTo>
                  <a:cubicBezTo>
                    <a:pt x="37" y="0"/>
                    <a:pt x="0" y="46"/>
                    <a:pt x="0" y="94"/>
                  </a:cubicBezTo>
                  <a:cubicBezTo>
                    <a:pt x="0" y="143"/>
                    <a:pt x="37" y="177"/>
                    <a:pt x="83" y="177"/>
                  </a:cubicBezTo>
                  <a:cubicBezTo>
                    <a:pt x="131" y="177"/>
                    <a:pt x="180" y="143"/>
                    <a:pt x="180" y="94"/>
                  </a:cubicBezTo>
                  <a:cubicBezTo>
                    <a:pt x="180" y="46"/>
                    <a:pt x="131" y="0"/>
                    <a:pt x="83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43">
              <a:extLst>
                <a:ext uri="{FF2B5EF4-FFF2-40B4-BE49-F238E27FC236}">
                  <a16:creationId xmlns:a16="http://schemas.microsoft.com/office/drawing/2014/main" id="{F41634A7-515F-6506-549B-CC3EFDF8EEEB}"/>
                </a:ext>
              </a:extLst>
            </p:cNvPr>
            <p:cNvSpPr/>
            <p:nvPr/>
          </p:nvSpPr>
          <p:spPr>
            <a:xfrm>
              <a:off x="6905090" y="2177135"/>
              <a:ext cx="45024" cy="45024"/>
            </a:xfrm>
            <a:custGeom>
              <a:avLst/>
              <a:gdLst/>
              <a:ahLst/>
              <a:cxnLst/>
              <a:rect l="l" t="t" r="r" b="b"/>
              <a:pathLst>
                <a:path w="274" h="274" extrusionOk="0">
                  <a:moveTo>
                    <a:pt x="143" y="1"/>
                  </a:moveTo>
                  <a:cubicBezTo>
                    <a:pt x="60" y="1"/>
                    <a:pt x="0" y="61"/>
                    <a:pt x="0" y="132"/>
                  </a:cubicBezTo>
                  <a:cubicBezTo>
                    <a:pt x="0" y="214"/>
                    <a:pt x="60" y="274"/>
                    <a:pt x="143" y="274"/>
                  </a:cubicBezTo>
                  <a:cubicBezTo>
                    <a:pt x="214" y="274"/>
                    <a:pt x="274" y="214"/>
                    <a:pt x="274" y="132"/>
                  </a:cubicBezTo>
                  <a:cubicBezTo>
                    <a:pt x="274" y="61"/>
                    <a:pt x="214" y="1"/>
                    <a:pt x="14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43">
              <a:extLst>
                <a:ext uri="{FF2B5EF4-FFF2-40B4-BE49-F238E27FC236}">
                  <a16:creationId xmlns:a16="http://schemas.microsoft.com/office/drawing/2014/main" id="{0EDC3DB4-CDBF-D9C0-69A1-AA92BAF6773A}"/>
                </a:ext>
              </a:extLst>
            </p:cNvPr>
            <p:cNvSpPr/>
            <p:nvPr/>
          </p:nvSpPr>
          <p:spPr>
            <a:xfrm>
              <a:off x="7275315" y="2282303"/>
              <a:ext cx="21691" cy="2169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0" y="1"/>
                  </a:moveTo>
                  <a:cubicBezTo>
                    <a:pt x="23" y="1"/>
                    <a:pt x="1" y="26"/>
                    <a:pt x="1" y="72"/>
                  </a:cubicBezTo>
                  <a:cubicBezTo>
                    <a:pt x="1" y="109"/>
                    <a:pt x="23" y="132"/>
                    <a:pt x="60" y="132"/>
                  </a:cubicBezTo>
                  <a:cubicBezTo>
                    <a:pt x="94" y="132"/>
                    <a:pt x="131" y="109"/>
                    <a:pt x="131" y="72"/>
                  </a:cubicBezTo>
                  <a:cubicBezTo>
                    <a:pt x="131" y="26"/>
                    <a:pt x="94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43">
              <a:extLst>
                <a:ext uri="{FF2B5EF4-FFF2-40B4-BE49-F238E27FC236}">
                  <a16:creationId xmlns:a16="http://schemas.microsoft.com/office/drawing/2014/main" id="{B19AC0F0-60F4-4050-C755-CE5E92EAF608}"/>
                </a:ext>
              </a:extLst>
            </p:cNvPr>
            <p:cNvSpPr/>
            <p:nvPr/>
          </p:nvSpPr>
          <p:spPr>
            <a:xfrm>
              <a:off x="7481544" y="2126687"/>
              <a:ext cx="21691" cy="19883"/>
            </a:xfrm>
            <a:custGeom>
              <a:avLst/>
              <a:gdLst/>
              <a:ahLst/>
              <a:cxnLst/>
              <a:rect l="l" t="t" r="r" b="b"/>
              <a:pathLst>
                <a:path w="132" h="121" extrusionOk="0">
                  <a:moveTo>
                    <a:pt x="60" y="1"/>
                  </a:moveTo>
                  <a:cubicBezTo>
                    <a:pt x="37" y="1"/>
                    <a:pt x="0" y="23"/>
                    <a:pt x="0" y="60"/>
                  </a:cubicBezTo>
                  <a:cubicBezTo>
                    <a:pt x="0" y="94"/>
                    <a:pt x="37" y="120"/>
                    <a:pt x="60" y="120"/>
                  </a:cubicBezTo>
                  <a:cubicBezTo>
                    <a:pt x="97" y="120"/>
                    <a:pt x="131" y="94"/>
                    <a:pt x="131" y="60"/>
                  </a:cubicBezTo>
                  <a:cubicBezTo>
                    <a:pt x="131" y="23"/>
                    <a:pt x="97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43">
              <a:extLst>
                <a:ext uri="{FF2B5EF4-FFF2-40B4-BE49-F238E27FC236}">
                  <a16:creationId xmlns:a16="http://schemas.microsoft.com/office/drawing/2014/main" id="{95AADB38-AA70-3334-E73F-AA8AA8367DA7}"/>
                </a:ext>
              </a:extLst>
            </p:cNvPr>
            <p:cNvSpPr/>
            <p:nvPr/>
          </p:nvSpPr>
          <p:spPr>
            <a:xfrm>
              <a:off x="7719487" y="1982738"/>
              <a:ext cx="35165" cy="35165"/>
            </a:xfrm>
            <a:custGeom>
              <a:avLst/>
              <a:gdLst/>
              <a:ahLst/>
              <a:cxnLst/>
              <a:rect l="l" t="t" r="r" b="b"/>
              <a:pathLst>
                <a:path w="214" h="214" extrusionOk="0">
                  <a:moveTo>
                    <a:pt x="106" y="0"/>
                  </a:moveTo>
                  <a:cubicBezTo>
                    <a:pt x="46" y="0"/>
                    <a:pt x="0" y="46"/>
                    <a:pt x="0" y="106"/>
                  </a:cubicBezTo>
                  <a:cubicBezTo>
                    <a:pt x="0" y="165"/>
                    <a:pt x="46" y="214"/>
                    <a:pt x="106" y="214"/>
                  </a:cubicBezTo>
                  <a:cubicBezTo>
                    <a:pt x="165" y="214"/>
                    <a:pt x="214" y="165"/>
                    <a:pt x="214" y="106"/>
                  </a:cubicBezTo>
                  <a:cubicBezTo>
                    <a:pt x="214" y="46"/>
                    <a:pt x="165" y="0"/>
                    <a:pt x="106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43">
              <a:extLst>
                <a:ext uri="{FF2B5EF4-FFF2-40B4-BE49-F238E27FC236}">
                  <a16:creationId xmlns:a16="http://schemas.microsoft.com/office/drawing/2014/main" id="{CD2F5963-475D-AAB1-54F7-2E25617E7861}"/>
                </a:ext>
              </a:extLst>
            </p:cNvPr>
            <p:cNvSpPr/>
            <p:nvPr/>
          </p:nvSpPr>
          <p:spPr>
            <a:xfrm>
              <a:off x="7592792" y="2231855"/>
              <a:ext cx="23498" cy="23498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1" y="1"/>
                  </a:moveTo>
                  <a:cubicBezTo>
                    <a:pt x="34" y="1"/>
                    <a:pt x="0" y="23"/>
                    <a:pt x="0" y="72"/>
                  </a:cubicBezTo>
                  <a:cubicBezTo>
                    <a:pt x="0" y="106"/>
                    <a:pt x="34" y="143"/>
                    <a:pt x="71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23"/>
                    <a:pt x="106" y="1"/>
                    <a:pt x="7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43">
              <a:extLst>
                <a:ext uri="{FF2B5EF4-FFF2-40B4-BE49-F238E27FC236}">
                  <a16:creationId xmlns:a16="http://schemas.microsoft.com/office/drawing/2014/main" id="{AEB6DAD4-446C-AAB0-F276-828E0F837C38}"/>
                </a:ext>
              </a:extLst>
            </p:cNvPr>
            <p:cNvSpPr/>
            <p:nvPr/>
          </p:nvSpPr>
          <p:spPr>
            <a:xfrm>
              <a:off x="7388043" y="2442192"/>
              <a:ext cx="21691" cy="23662"/>
            </a:xfrm>
            <a:custGeom>
              <a:avLst/>
              <a:gdLst/>
              <a:ahLst/>
              <a:cxnLst/>
              <a:rect l="l" t="t" r="r" b="b"/>
              <a:pathLst>
                <a:path w="132" h="144" extrusionOk="0">
                  <a:moveTo>
                    <a:pt x="71" y="1"/>
                  </a:moveTo>
                  <a:cubicBezTo>
                    <a:pt x="37" y="1"/>
                    <a:pt x="0" y="35"/>
                    <a:pt x="0" y="72"/>
                  </a:cubicBezTo>
                  <a:cubicBezTo>
                    <a:pt x="0" y="106"/>
                    <a:pt x="37" y="143"/>
                    <a:pt x="71" y="143"/>
                  </a:cubicBezTo>
                  <a:cubicBezTo>
                    <a:pt x="108" y="143"/>
                    <a:pt x="131" y="106"/>
                    <a:pt x="131" y="72"/>
                  </a:cubicBezTo>
                  <a:cubicBezTo>
                    <a:pt x="131" y="35"/>
                    <a:pt x="108" y="1"/>
                    <a:pt x="7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43">
              <a:extLst>
                <a:ext uri="{FF2B5EF4-FFF2-40B4-BE49-F238E27FC236}">
                  <a16:creationId xmlns:a16="http://schemas.microsoft.com/office/drawing/2014/main" id="{37279141-7BCD-A1C4-066B-967C1C39ABCE}"/>
                </a:ext>
              </a:extLst>
            </p:cNvPr>
            <p:cNvSpPr/>
            <p:nvPr/>
          </p:nvSpPr>
          <p:spPr>
            <a:xfrm>
              <a:off x="7004672" y="2321577"/>
              <a:ext cx="37137" cy="38944"/>
            </a:xfrm>
            <a:custGeom>
              <a:avLst/>
              <a:gdLst/>
              <a:ahLst/>
              <a:cxnLst/>
              <a:rect l="l" t="t" r="r" b="b"/>
              <a:pathLst>
                <a:path w="226" h="237" extrusionOk="0">
                  <a:moveTo>
                    <a:pt x="117" y="1"/>
                  </a:moveTo>
                  <a:cubicBezTo>
                    <a:pt x="57" y="1"/>
                    <a:pt x="0" y="58"/>
                    <a:pt x="0" y="117"/>
                  </a:cubicBezTo>
                  <a:cubicBezTo>
                    <a:pt x="0" y="177"/>
                    <a:pt x="57" y="237"/>
                    <a:pt x="117" y="237"/>
                  </a:cubicBezTo>
                  <a:cubicBezTo>
                    <a:pt x="177" y="237"/>
                    <a:pt x="225" y="177"/>
                    <a:pt x="225" y="117"/>
                  </a:cubicBezTo>
                  <a:cubicBezTo>
                    <a:pt x="225" y="58"/>
                    <a:pt x="177" y="1"/>
                    <a:pt x="117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43">
              <a:extLst>
                <a:ext uri="{FF2B5EF4-FFF2-40B4-BE49-F238E27FC236}">
                  <a16:creationId xmlns:a16="http://schemas.microsoft.com/office/drawing/2014/main" id="{8992A9DC-E5BE-AA6B-3471-4AC4C695AC27}"/>
                </a:ext>
              </a:extLst>
            </p:cNvPr>
            <p:cNvSpPr/>
            <p:nvPr/>
          </p:nvSpPr>
          <p:spPr>
            <a:xfrm>
              <a:off x="6494359" y="2291834"/>
              <a:ext cx="32864" cy="33357"/>
            </a:xfrm>
            <a:custGeom>
              <a:avLst/>
              <a:gdLst/>
              <a:ahLst/>
              <a:cxnLst/>
              <a:rect l="l" t="t" r="r" b="b"/>
              <a:pathLst>
                <a:path w="200" h="203" extrusionOk="0">
                  <a:moveTo>
                    <a:pt x="106" y="1"/>
                  </a:moveTo>
                  <a:cubicBezTo>
                    <a:pt x="46" y="1"/>
                    <a:pt x="0" y="49"/>
                    <a:pt x="0" y="98"/>
                  </a:cubicBezTo>
                  <a:cubicBezTo>
                    <a:pt x="0" y="157"/>
                    <a:pt x="46" y="203"/>
                    <a:pt x="106" y="203"/>
                  </a:cubicBezTo>
                  <a:cubicBezTo>
                    <a:pt x="154" y="203"/>
                    <a:pt x="200" y="157"/>
                    <a:pt x="200" y="98"/>
                  </a:cubicBezTo>
                  <a:cubicBezTo>
                    <a:pt x="200" y="49"/>
                    <a:pt x="154" y="1"/>
                    <a:pt x="106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43">
              <a:extLst>
                <a:ext uri="{FF2B5EF4-FFF2-40B4-BE49-F238E27FC236}">
                  <a16:creationId xmlns:a16="http://schemas.microsoft.com/office/drawing/2014/main" id="{1D27613D-195F-FDD6-9A3B-63E98332F4FD}"/>
                </a:ext>
              </a:extLst>
            </p:cNvPr>
            <p:cNvSpPr/>
            <p:nvPr/>
          </p:nvSpPr>
          <p:spPr>
            <a:xfrm>
              <a:off x="6425918" y="2118799"/>
              <a:ext cx="54884" cy="52912"/>
            </a:xfrm>
            <a:custGeom>
              <a:avLst/>
              <a:gdLst/>
              <a:ahLst/>
              <a:cxnLst/>
              <a:rect l="l" t="t" r="r" b="b"/>
              <a:pathLst>
                <a:path w="334" h="322" extrusionOk="0">
                  <a:moveTo>
                    <a:pt x="165" y="0"/>
                  </a:moveTo>
                  <a:cubicBezTo>
                    <a:pt x="83" y="0"/>
                    <a:pt x="0" y="71"/>
                    <a:pt x="0" y="168"/>
                  </a:cubicBezTo>
                  <a:cubicBezTo>
                    <a:pt x="0" y="251"/>
                    <a:pt x="83" y="322"/>
                    <a:pt x="165" y="322"/>
                  </a:cubicBezTo>
                  <a:cubicBezTo>
                    <a:pt x="262" y="322"/>
                    <a:pt x="333" y="251"/>
                    <a:pt x="333" y="168"/>
                  </a:cubicBezTo>
                  <a:cubicBezTo>
                    <a:pt x="333" y="71"/>
                    <a:pt x="262" y="0"/>
                    <a:pt x="165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43">
              <a:extLst>
                <a:ext uri="{FF2B5EF4-FFF2-40B4-BE49-F238E27FC236}">
                  <a16:creationId xmlns:a16="http://schemas.microsoft.com/office/drawing/2014/main" id="{28047BB4-D624-191F-BE87-DAD965F9D3F1}"/>
                </a:ext>
              </a:extLst>
            </p:cNvPr>
            <p:cNvSpPr/>
            <p:nvPr/>
          </p:nvSpPr>
          <p:spPr>
            <a:xfrm>
              <a:off x="6425918" y="1896631"/>
              <a:ext cx="37137" cy="35329"/>
            </a:xfrm>
            <a:custGeom>
              <a:avLst/>
              <a:gdLst/>
              <a:ahLst/>
              <a:cxnLst/>
              <a:rect l="l" t="t" r="r" b="b"/>
              <a:pathLst>
                <a:path w="226" h="215" extrusionOk="0">
                  <a:moveTo>
                    <a:pt x="120" y="1"/>
                  </a:moveTo>
                  <a:cubicBezTo>
                    <a:pt x="60" y="1"/>
                    <a:pt x="0" y="49"/>
                    <a:pt x="0" y="109"/>
                  </a:cubicBezTo>
                  <a:cubicBezTo>
                    <a:pt x="0" y="169"/>
                    <a:pt x="60" y="214"/>
                    <a:pt x="120" y="214"/>
                  </a:cubicBezTo>
                  <a:cubicBezTo>
                    <a:pt x="180" y="214"/>
                    <a:pt x="225" y="169"/>
                    <a:pt x="225" y="109"/>
                  </a:cubicBezTo>
                  <a:cubicBezTo>
                    <a:pt x="225" y="49"/>
                    <a:pt x="180" y="1"/>
                    <a:pt x="12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43">
              <a:extLst>
                <a:ext uri="{FF2B5EF4-FFF2-40B4-BE49-F238E27FC236}">
                  <a16:creationId xmlns:a16="http://schemas.microsoft.com/office/drawing/2014/main" id="{70A00A06-E2DD-19DD-ED0A-26DD8843D421}"/>
                </a:ext>
              </a:extLst>
            </p:cNvPr>
            <p:cNvSpPr/>
            <p:nvPr/>
          </p:nvSpPr>
          <p:spPr>
            <a:xfrm>
              <a:off x="7822683" y="1750874"/>
              <a:ext cx="21198" cy="21691"/>
            </a:xfrm>
            <a:custGeom>
              <a:avLst/>
              <a:gdLst/>
              <a:ahLst/>
              <a:cxnLst/>
              <a:rect l="l" t="t" r="r" b="b"/>
              <a:pathLst>
                <a:path w="129" h="132" extrusionOk="0">
                  <a:moveTo>
                    <a:pt x="72" y="0"/>
                  </a:moveTo>
                  <a:cubicBezTo>
                    <a:pt x="35" y="0"/>
                    <a:pt x="1" y="34"/>
                    <a:pt x="1" y="71"/>
                  </a:cubicBezTo>
                  <a:cubicBezTo>
                    <a:pt x="1" y="106"/>
                    <a:pt x="35" y="131"/>
                    <a:pt x="72" y="131"/>
                  </a:cubicBezTo>
                  <a:cubicBezTo>
                    <a:pt x="106" y="131"/>
                    <a:pt x="129" y="106"/>
                    <a:pt x="129" y="71"/>
                  </a:cubicBezTo>
                  <a:cubicBezTo>
                    <a:pt x="129" y="34"/>
                    <a:pt x="106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43">
              <a:extLst>
                <a:ext uri="{FF2B5EF4-FFF2-40B4-BE49-F238E27FC236}">
                  <a16:creationId xmlns:a16="http://schemas.microsoft.com/office/drawing/2014/main" id="{88D03DA8-BB2A-4E9C-D5B3-E9999ED0DC97}"/>
                </a:ext>
              </a:extLst>
            </p:cNvPr>
            <p:cNvSpPr/>
            <p:nvPr/>
          </p:nvSpPr>
          <p:spPr>
            <a:xfrm>
              <a:off x="7360929" y="1869517"/>
              <a:ext cx="21691" cy="19883"/>
            </a:xfrm>
            <a:custGeom>
              <a:avLst/>
              <a:gdLst/>
              <a:ahLst/>
              <a:cxnLst/>
              <a:rect l="l" t="t" r="r" b="b"/>
              <a:pathLst>
                <a:path w="132" h="121" extrusionOk="0">
                  <a:moveTo>
                    <a:pt x="60" y="1"/>
                  </a:moveTo>
                  <a:cubicBezTo>
                    <a:pt x="23" y="1"/>
                    <a:pt x="0" y="24"/>
                    <a:pt x="0" y="61"/>
                  </a:cubicBezTo>
                  <a:cubicBezTo>
                    <a:pt x="0" y="95"/>
                    <a:pt x="23" y="120"/>
                    <a:pt x="60" y="120"/>
                  </a:cubicBezTo>
                  <a:cubicBezTo>
                    <a:pt x="94" y="120"/>
                    <a:pt x="131" y="95"/>
                    <a:pt x="131" y="61"/>
                  </a:cubicBezTo>
                  <a:cubicBezTo>
                    <a:pt x="131" y="24"/>
                    <a:pt x="94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43">
              <a:extLst>
                <a:ext uri="{FF2B5EF4-FFF2-40B4-BE49-F238E27FC236}">
                  <a16:creationId xmlns:a16="http://schemas.microsoft.com/office/drawing/2014/main" id="{917CBD28-AF30-E6F6-B73B-15E8BEF8C96C}"/>
                </a:ext>
              </a:extLst>
            </p:cNvPr>
            <p:cNvSpPr/>
            <p:nvPr/>
          </p:nvSpPr>
          <p:spPr>
            <a:xfrm>
              <a:off x="6916757" y="1999992"/>
              <a:ext cx="17911" cy="17911"/>
            </a:xfrm>
            <a:custGeom>
              <a:avLst/>
              <a:gdLst/>
              <a:ahLst/>
              <a:cxnLst/>
              <a:rect l="l" t="t" r="r" b="b"/>
              <a:pathLst>
                <a:path w="109" h="109" extrusionOk="0">
                  <a:moveTo>
                    <a:pt x="60" y="1"/>
                  </a:moveTo>
                  <a:cubicBezTo>
                    <a:pt x="23" y="1"/>
                    <a:pt x="1" y="23"/>
                    <a:pt x="1" y="60"/>
                  </a:cubicBezTo>
                  <a:cubicBezTo>
                    <a:pt x="1" y="83"/>
                    <a:pt x="23" y="109"/>
                    <a:pt x="60" y="109"/>
                  </a:cubicBezTo>
                  <a:cubicBezTo>
                    <a:pt x="83" y="109"/>
                    <a:pt x="109" y="83"/>
                    <a:pt x="109" y="60"/>
                  </a:cubicBezTo>
                  <a:cubicBezTo>
                    <a:pt x="109" y="23"/>
                    <a:pt x="83" y="1"/>
                    <a:pt x="6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9" name="Google Shape;1419;p43">
            <a:extLst>
              <a:ext uri="{FF2B5EF4-FFF2-40B4-BE49-F238E27FC236}">
                <a16:creationId xmlns:a16="http://schemas.microsoft.com/office/drawing/2014/main" id="{38DF3D32-96F8-135D-C15F-FA2669824D98}"/>
              </a:ext>
            </a:extLst>
          </p:cNvPr>
          <p:cNvGrpSpPr/>
          <p:nvPr/>
        </p:nvGrpSpPr>
        <p:grpSpPr>
          <a:xfrm>
            <a:off x="459113" y="2732854"/>
            <a:ext cx="3200158" cy="1982546"/>
            <a:chOff x="5275311" y="2995640"/>
            <a:chExt cx="3007102" cy="1862945"/>
          </a:xfrm>
        </p:grpSpPr>
        <p:sp>
          <p:nvSpPr>
            <p:cNvPr id="1420" name="Google Shape;1420;p43">
              <a:extLst>
                <a:ext uri="{FF2B5EF4-FFF2-40B4-BE49-F238E27FC236}">
                  <a16:creationId xmlns:a16="http://schemas.microsoft.com/office/drawing/2014/main" id="{4A84FD4E-34DB-AC9E-B25A-933A18E5A44E}"/>
                </a:ext>
              </a:extLst>
            </p:cNvPr>
            <p:cNvSpPr/>
            <p:nvPr/>
          </p:nvSpPr>
          <p:spPr>
            <a:xfrm>
              <a:off x="6094966" y="3877904"/>
              <a:ext cx="64086" cy="387637"/>
            </a:xfrm>
            <a:custGeom>
              <a:avLst/>
              <a:gdLst/>
              <a:ahLst/>
              <a:cxnLst/>
              <a:rect l="l" t="t" r="r" b="b"/>
              <a:pathLst>
                <a:path w="390" h="2359" extrusionOk="0">
                  <a:moveTo>
                    <a:pt x="0" y="0"/>
                  </a:moveTo>
                  <a:lnTo>
                    <a:pt x="0" y="2359"/>
                  </a:lnTo>
                  <a:lnTo>
                    <a:pt x="390" y="2359"/>
                  </a:lnTo>
                  <a:lnTo>
                    <a:pt x="390" y="0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43">
              <a:extLst>
                <a:ext uri="{FF2B5EF4-FFF2-40B4-BE49-F238E27FC236}">
                  <a16:creationId xmlns:a16="http://schemas.microsoft.com/office/drawing/2014/main" id="{14C8405E-CD65-451D-920B-FFD88E6F4912}"/>
                </a:ext>
              </a:extLst>
            </p:cNvPr>
            <p:cNvSpPr/>
            <p:nvPr/>
          </p:nvSpPr>
          <p:spPr>
            <a:xfrm>
              <a:off x="6283776" y="3877904"/>
              <a:ext cx="66551" cy="387637"/>
            </a:xfrm>
            <a:custGeom>
              <a:avLst/>
              <a:gdLst/>
              <a:ahLst/>
              <a:cxnLst/>
              <a:rect l="l" t="t" r="r" b="b"/>
              <a:pathLst>
                <a:path w="405" h="2359" extrusionOk="0">
                  <a:moveTo>
                    <a:pt x="1" y="0"/>
                  </a:moveTo>
                  <a:lnTo>
                    <a:pt x="1" y="2359"/>
                  </a:lnTo>
                  <a:lnTo>
                    <a:pt x="405" y="2359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43">
              <a:extLst>
                <a:ext uri="{FF2B5EF4-FFF2-40B4-BE49-F238E27FC236}">
                  <a16:creationId xmlns:a16="http://schemas.microsoft.com/office/drawing/2014/main" id="{1B2DA520-D716-7EEC-B1F1-769ABB3A2547}"/>
                </a:ext>
              </a:extLst>
            </p:cNvPr>
            <p:cNvSpPr/>
            <p:nvPr/>
          </p:nvSpPr>
          <p:spPr>
            <a:xfrm>
              <a:off x="6474558" y="3877904"/>
              <a:ext cx="64579" cy="387637"/>
            </a:xfrm>
            <a:custGeom>
              <a:avLst/>
              <a:gdLst/>
              <a:ahLst/>
              <a:cxnLst/>
              <a:rect l="l" t="t" r="r" b="b"/>
              <a:pathLst>
                <a:path w="393" h="2359" extrusionOk="0">
                  <a:moveTo>
                    <a:pt x="0" y="0"/>
                  </a:moveTo>
                  <a:lnTo>
                    <a:pt x="0" y="2359"/>
                  </a:lnTo>
                  <a:lnTo>
                    <a:pt x="393" y="2359"/>
                  </a:lnTo>
                  <a:lnTo>
                    <a:pt x="393" y="0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43">
              <a:extLst>
                <a:ext uri="{FF2B5EF4-FFF2-40B4-BE49-F238E27FC236}">
                  <a16:creationId xmlns:a16="http://schemas.microsoft.com/office/drawing/2014/main" id="{C525CAD2-B1C4-4576-1518-A2D00B81750B}"/>
                </a:ext>
              </a:extLst>
            </p:cNvPr>
            <p:cNvSpPr/>
            <p:nvPr/>
          </p:nvSpPr>
          <p:spPr>
            <a:xfrm>
              <a:off x="6665668" y="3877904"/>
              <a:ext cx="64250" cy="387637"/>
            </a:xfrm>
            <a:custGeom>
              <a:avLst/>
              <a:gdLst/>
              <a:ahLst/>
              <a:cxnLst/>
              <a:rect l="l" t="t" r="r" b="b"/>
              <a:pathLst>
                <a:path w="391" h="2359" extrusionOk="0">
                  <a:moveTo>
                    <a:pt x="1" y="0"/>
                  </a:moveTo>
                  <a:lnTo>
                    <a:pt x="1" y="2359"/>
                  </a:lnTo>
                  <a:lnTo>
                    <a:pt x="391" y="2359"/>
                  </a:lnTo>
                  <a:lnTo>
                    <a:pt x="391" y="0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43">
              <a:extLst>
                <a:ext uri="{FF2B5EF4-FFF2-40B4-BE49-F238E27FC236}">
                  <a16:creationId xmlns:a16="http://schemas.microsoft.com/office/drawing/2014/main" id="{B8AFA09D-AC9B-933E-DD1A-BC0ED1FC6FEF}"/>
                </a:ext>
              </a:extLst>
            </p:cNvPr>
            <p:cNvSpPr/>
            <p:nvPr/>
          </p:nvSpPr>
          <p:spPr>
            <a:xfrm>
              <a:off x="6856450" y="3877904"/>
              <a:ext cx="64250" cy="387637"/>
            </a:xfrm>
            <a:custGeom>
              <a:avLst/>
              <a:gdLst/>
              <a:ahLst/>
              <a:cxnLst/>
              <a:rect l="l" t="t" r="r" b="b"/>
              <a:pathLst>
                <a:path w="391" h="2359" extrusionOk="0">
                  <a:moveTo>
                    <a:pt x="1" y="0"/>
                  </a:moveTo>
                  <a:lnTo>
                    <a:pt x="1" y="2359"/>
                  </a:lnTo>
                  <a:lnTo>
                    <a:pt x="390" y="2359"/>
                  </a:lnTo>
                  <a:lnTo>
                    <a:pt x="390" y="0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43">
              <a:extLst>
                <a:ext uri="{FF2B5EF4-FFF2-40B4-BE49-F238E27FC236}">
                  <a16:creationId xmlns:a16="http://schemas.microsoft.com/office/drawing/2014/main" id="{F05A1277-79DD-C273-8569-53A9FC7E68E6}"/>
                </a:ext>
              </a:extLst>
            </p:cNvPr>
            <p:cNvSpPr/>
            <p:nvPr/>
          </p:nvSpPr>
          <p:spPr>
            <a:xfrm>
              <a:off x="7047232" y="3877904"/>
              <a:ext cx="64579" cy="387637"/>
            </a:xfrm>
            <a:custGeom>
              <a:avLst/>
              <a:gdLst/>
              <a:ahLst/>
              <a:cxnLst/>
              <a:rect l="l" t="t" r="r" b="b"/>
              <a:pathLst>
                <a:path w="393" h="2359" extrusionOk="0">
                  <a:moveTo>
                    <a:pt x="0" y="0"/>
                  </a:moveTo>
                  <a:lnTo>
                    <a:pt x="0" y="2359"/>
                  </a:lnTo>
                  <a:lnTo>
                    <a:pt x="393" y="2359"/>
                  </a:lnTo>
                  <a:lnTo>
                    <a:pt x="393" y="0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43">
              <a:extLst>
                <a:ext uri="{FF2B5EF4-FFF2-40B4-BE49-F238E27FC236}">
                  <a16:creationId xmlns:a16="http://schemas.microsoft.com/office/drawing/2014/main" id="{D592314C-20D3-CED2-D741-34D51198112F}"/>
                </a:ext>
              </a:extLst>
            </p:cNvPr>
            <p:cNvSpPr/>
            <p:nvPr/>
          </p:nvSpPr>
          <p:spPr>
            <a:xfrm>
              <a:off x="7238342" y="3877904"/>
              <a:ext cx="64250" cy="387637"/>
            </a:xfrm>
            <a:custGeom>
              <a:avLst/>
              <a:gdLst/>
              <a:ahLst/>
              <a:cxnLst/>
              <a:rect l="l" t="t" r="r" b="b"/>
              <a:pathLst>
                <a:path w="391" h="2359" extrusionOk="0">
                  <a:moveTo>
                    <a:pt x="1" y="0"/>
                  </a:moveTo>
                  <a:lnTo>
                    <a:pt x="1" y="2359"/>
                  </a:lnTo>
                  <a:lnTo>
                    <a:pt x="391" y="2359"/>
                  </a:lnTo>
                  <a:lnTo>
                    <a:pt x="391" y="0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43">
              <a:extLst>
                <a:ext uri="{FF2B5EF4-FFF2-40B4-BE49-F238E27FC236}">
                  <a16:creationId xmlns:a16="http://schemas.microsoft.com/office/drawing/2014/main" id="{8B7EE6BF-A0F0-5169-AC5C-48EEEA0EEF00}"/>
                </a:ext>
              </a:extLst>
            </p:cNvPr>
            <p:cNvSpPr/>
            <p:nvPr/>
          </p:nvSpPr>
          <p:spPr>
            <a:xfrm>
              <a:off x="7429124" y="3877904"/>
              <a:ext cx="64250" cy="387637"/>
            </a:xfrm>
            <a:custGeom>
              <a:avLst/>
              <a:gdLst/>
              <a:ahLst/>
              <a:cxnLst/>
              <a:rect l="l" t="t" r="r" b="b"/>
              <a:pathLst>
                <a:path w="391" h="2359" extrusionOk="0">
                  <a:moveTo>
                    <a:pt x="1" y="0"/>
                  </a:moveTo>
                  <a:lnTo>
                    <a:pt x="1" y="2359"/>
                  </a:lnTo>
                  <a:lnTo>
                    <a:pt x="390" y="2359"/>
                  </a:lnTo>
                  <a:lnTo>
                    <a:pt x="390" y="0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43">
              <a:extLst>
                <a:ext uri="{FF2B5EF4-FFF2-40B4-BE49-F238E27FC236}">
                  <a16:creationId xmlns:a16="http://schemas.microsoft.com/office/drawing/2014/main" id="{6116D565-C9E2-C25F-6570-E9E308240101}"/>
                </a:ext>
              </a:extLst>
            </p:cNvPr>
            <p:cNvSpPr/>
            <p:nvPr/>
          </p:nvSpPr>
          <p:spPr>
            <a:xfrm>
              <a:off x="5954632" y="3761069"/>
              <a:ext cx="1678883" cy="132444"/>
            </a:xfrm>
            <a:custGeom>
              <a:avLst/>
              <a:gdLst/>
              <a:ahLst/>
              <a:cxnLst/>
              <a:rect l="l" t="t" r="r" b="b"/>
              <a:pathLst>
                <a:path w="10217" h="806" extrusionOk="0">
                  <a:moveTo>
                    <a:pt x="1" y="0"/>
                  </a:moveTo>
                  <a:lnTo>
                    <a:pt x="1" y="805"/>
                  </a:lnTo>
                  <a:lnTo>
                    <a:pt x="10217" y="805"/>
                  </a:lnTo>
                  <a:lnTo>
                    <a:pt x="10217" y="0"/>
                  </a:ln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43">
              <a:extLst>
                <a:ext uri="{FF2B5EF4-FFF2-40B4-BE49-F238E27FC236}">
                  <a16:creationId xmlns:a16="http://schemas.microsoft.com/office/drawing/2014/main" id="{E6308D2D-A3D7-95FD-0C58-DBB01EE9D2E6}"/>
                </a:ext>
              </a:extLst>
            </p:cNvPr>
            <p:cNvSpPr/>
            <p:nvPr/>
          </p:nvSpPr>
          <p:spPr>
            <a:xfrm>
              <a:off x="5954632" y="3761069"/>
              <a:ext cx="1678883" cy="33357"/>
            </a:xfrm>
            <a:custGeom>
              <a:avLst/>
              <a:gdLst/>
              <a:ahLst/>
              <a:cxnLst/>
              <a:rect l="l" t="t" r="r" b="b"/>
              <a:pathLst>
                <a:path w="10217" h="203" extrusionOk="0">
                  <a:moveTo>
                    <a:pt x="1" y="0"/>
                  </a:moveTo>
                  <a:lnTo>
                    <a:pt x="1" y="202"/>
                  </a:lnTo>
                  <a:lnTo>
                    <a:pt x="10217" y="202"/>
                  </a:lnTo>
                  <a:lnTo>
                    <a:pt x="10217" y="0"/>
                  </a:ln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43">
              <a:extLst>
                <a:ext uri="{FF2B5EF4-FFF2-40B4-BE49-F238E27FC236}">
                  <a16:creationId xmlns:a16="http://schemas.microsoft.com/office/drawing/2014/main" id="{46003FAB-E405-CAB7-3039-8D0C0498D99D}"/>
                </a:ext>
              </a:extLst>
            </p:cNvPr>
            <p:cNvSpPr/>
            <p:nvPr/>
          </p:nvSpPr>
          <p:spPr>
            <a:xfrm>
              <a:off x="5853244" y="3452958"/>
              <a:ext cx="80025" cy="315664"/>
            </a:xfrm>
            <a:custGeom>
              <a:avLst/>
              <a:gdLst/>
              <a:ahLst/>
              <a:cxnLst/>
              <a:rect l="l" t="t" r="r" b="b"/>
              <a:pathLst>
                <a:path w="487" h="1921" extrusionOk="0">
                  <a:moveTo>
                    <a:pt x="0" y="0"/>
                  </a:moveTo>
                  <a:lnTo>
                    <a:pt x="0" y="1921"/>
                  </a:lnTo>
                  <a:lnTo>
                    <a:pt x="487" y="1921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43">
              <a:extLst>
                <a:ext uri="{FF2B5EF4-FFF2-40B4-BE49-F238E27FC236}">
                  <a16:creationId xmlns:a16="http://schemas.microsoft.com/office/drawing/2014/main" id="{8FF2EE6B-395E-6BA5-F2D1-5F17913D9078}"/>
                </a:ext>
              </a:extLst>
            </p:cNvPr>
            <p:cNvSpPr/>
            <p:nvPr/>
          </p:nvSpPr>
          <p:spPr>
            <a:xfrm>
              <a:off x="5806411" y="3704541"/>
              <a:ext cx="173689" cy="489024"/>
            </a:xfrm>
            <a:custGeom>
              <a:avLst/>
              <a:gdLst/>
              <a:ahLst/>
              <a:cxnLst/>
              <a:rect l="l" t="t" r="r" b="b"/>
              <a:pathLst>
                <a:path w="1057" h="2976" extrusionOk="0">
                  <a:moveTo>
                    <a:pt x="1" y="0"/>
                  </a:moveTo>
                  <a:lnTo>
                    <a:pt x="1" y="2976"/>
                  </a:lnTo>
                  <a:lnTo>
                    <a:pt x="1056" y="2976"/>
                  </a:lnTo>
                  <a:lnTo>
                    <a:pt x="1056" y="0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43">
              <a:extLst>
                <a:ext uri="{FF2B5EF4-FFF2-40B4-BE49-F238E27FC236}">
                  <a16:creationId xmlns:a16="http://schemas.microsoft.com/office/drawing/2014/main" id="{A2645C21-B408-4366-94B5-A3BA220A3C1C}"/>
                </a:ext>
              </a:extLst>
            </p:cNvPr>
            <p:cNvSpPr/>
            <p:nvPr/>
          </p:nvSpPr>
          <p:spPr>
            <a:xfrm>
              <a:off x="5831717" y="3392651"/>
              <a:ext cx="123078" cy="121270"/>
            </a:xfrm>
            <a:custGeom>
              <a:avLst/>
              <a:gdLst/>
              <a:ahLst/>
              <a:cxnLst/>
              <a:rect l="l" t="t" r="r" b="b"/>
              <a:pathLst>
                <a:path w="749" h="738" extrusionOk="0">
                  <a:moveTo>
                    <a:pt x="382" y="1"/>
                  </a:moveTo>
                  <a:cubicBezTo>
                    <a:pt x="168" y="1"/>
                    <a:pt x="1" y="168"/>
                    <a:pt x="1" y="367"/>
                  </a:cubicBezTo>
                  <a:cubicBezTo>
                    <a:pt x="1" y="569"/>
                    <a:pt x="168" y="737"/>
                    <a:pt x="382" y="737"/>
                  </a:cubicBezTo>
                  <a:cubicBezTo>
                    <a:pt x="581" y="737"/>
                    <a:pt x="749" y="569"/>
                    <a:pt x="749" y="367"/>
                  </a:cubicBezTo>
                  <a:cubicBezTo>
                    <a:pt x="749" y="168"/>
                    <a:pt x="581" y="1"/>
                    <a:pt x="382" y="1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43">
              <a:extLst>
                <a:ext uri="{FF2B5EF4-FFF2-40B4-BE49-F238E27FC236}">
                  <a16:creationId xmlns:a16="http://schemas.microsoft.com/office/drawing/2014/main" id="{3AAAB4B6-30FB-9D6E-6862-D3C626B580CC}"/>
                </a:ext>
              </a:extLst>
            </p:cNvPr>
            <p:cNvSpPr/>
            <p:nvPr/>
          </p:nvSpPr>
          <p:spPr>
            <a:xfrm>
              <a:off x="7653099" y="3452958"/>
              <a:ext cx="81997" cy="315664"/>
            </a:xfrm>
            <a:custGeom>
              <a:avLst/>
              <a:gdLst/>
              <a:ahLst/>
              <a:cxnLst/>
              <a:rect l="l" t="t" r="r" b="b"/>
              <a:pathLst>
                <a:path w="499" h="1921" extrusionOk="0">
                  <a:moveTo>
                    <a:pt x="0" y="0"/>
                  </a:moveTo>
                  <a:lnTo>
                    <a:pt x="0" y="1921"/>
                  </a:lnTo>
                  <a:lnTo>
                    <a:pt x="498" y="1921"/>
                  </a:lnTo>
                  <a:lnTo>
                    <a:pt x="498" y="0"/>
                  </a:ln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43">
              <a:extLst>
                <a:ext uri="{FF2B5EF4-FFF2-40B4-BE49-F238E27FC236}">
                  <a16:creationId xmlns:a16="http://schemas.microsoft.com/office/drawing/2014/main" id="{7FBBFC22-12A6-EECE-40F7-1DF5510A4FC4}"/>
                </a:ext>
              </a:extLst>
            </p:cNvPr>
            <p:cNvSpPr/>
            <p:nvPr/>
          </p:nvSpPr>
          <p:spPr>
            <a:xfrm>
              <a:off x="7608239" y="3704541"/>
              <a:ext cx="171717" cy="489024"/>
            </a:xfrm>
            <a:custGeom>
              <a:avLst/>
              <a:gdLst/>
              <a:ahLst/>
              <a:cxnLst/>
              <a:rect l="l" t="t" r="r" b="b"/>
              <a:pathLst>
                <a:path w="1045" h="2976" extrusionOk="0">
                  <a:moveTo>
                    <a:pt x="0" y="0"/>
                  </a:moveTo>
                  <a:lnTo>
                    <a:pt x="0" y="2976"/>
                  </a:lnTo>
                  <a:lnTo>
                    <a:pt x="1044" y="2976"/>
                  </a:lnTo>
                  <a:lnTo>
                    <a:pt x="1044" y="0"/>
                  </a:ln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43">
              <a:extLst>
                <a:ext uri="{FF2B5EF4-FFF2-40B4-BE49-F238E27FC236}">
                  <a16:creationId xmlns:a16="http://schemas.microsoft.com/office/drawing/2014/main" id="{BEC332D7-A9DF-438D-0B13-5DCC00B6288D}"/>
                </a:ext>
              </a:extLst>
            </p:cNvPr>
            <p:cNvSpPr/>
            <p:nvPr/>
          </p:nvSpPr>
          <p:spPr>
            <a:xfrm>
              <a:off x="7633380" y="3392651"/>
              <a:ext cx="121270" cy="121270"/>
            </a:xfrm>
            <a:custGeom>
              <a:avLst/>
              <a:gdLst/>
              <a:ahLst/>
              <a:cxnLst/>
              <a:rect l="l" t="t" r="r" b="b"/>
              <a:pathLst>
                <a:path w="738" h="738" extrusionOk="0">
                  <a:moveTo>
                    <a:pt x="371" y="1"/>
                  </a:moveTo>
                  <a:cubicBezTo>
                    <a:pt x="169" y="1"/>
                    <a:pt x="1" y="168"/>
                    <a:pt x="1" y="367"/>
                  </a:cubicBezTo>
                  <a:cubicBezTo>
                    <a:pt x="1" y="569"/>
                    <a:pt x="169" y="737"/>
                    <a:pt x="371" y="737"/>
                  </a:cubicBezTo>
                  <a:cubicBezTo>
                    <a:pt x="570" y="737"/>
                    <a:pt x="738" y="569"/>
                    <a:pt x="738" y="367"/>
                  </a:cubicBezTo>
                  <a:cubicBezTo>
                    <a:pt x="738" y="168"/>
                    <a:pt x="570" y="1"/>
                    <a:pt x="371" y="1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43">
              <a:extLst>
                <a:ext uri="{FF2B5EF4-FFF2-40B4-BE49-F238E27FC236}">
                  <a16:creationId xmlns:a16="http://schemas.microsoft.com/office/drawing/2014/main" id="{DD5F4E2E-BCDF-EA65-62F9-6794B880F039}"/>
                </a:ext>
              </a:extLst>
            </p:cNvPr>
            <p:cNvSpPr/>
            <p:nvPr/>
          </p:nvSpPr>
          <p:spPr>
            <a:xfrm>
              <a:off x="5275311" y="4127843"/>
              <a:ext cx="3007102" cy="730742"/>
            </a:xfrm>
            <a:custGeom>
              <a:avLst/>
              <a:gdLst/>
              <a:ahLst/>
              <a:cxnLst/>
              <a:rect l="l" t="t" r="r" b="b"/>
              <a:pathLst>
                <a:path w="18300" h="4447" extrusionOk="0">
                  <a:moveTo>
                    <a:pt x="15348" y="1"/>
                  </a:moveTo>
                  <a:cubicBezTo>
                    <a:pt x="15219" y="1"/>
                    <a:pt x="15076" y="11"/>
                    <a:pt x="14920" y="33"/>
                  </a:cubicBezTo>
                  <a:cubicBezTo>
                    <a:pt x="13580" y="220"/>
                    <a:pt x="13010" y="652"/>
                    <a:pt x="12245" y="652"/>
                  </a:cubicBezTo>
                  <a:cubicBezTo>
                    <a:pt x="12198" y="652"/>
                    <a:pt x="12150" y="651"/>
                    <a:pt x="12100" y="647"/>
                  </a:cubicBezTo>
                  <a:cubicBezTo>
                    <a:pt x="11408" y="590"/>
                    <a:pt x="10770" y="283"/>
                    <a:pt x="9965" y="283"/>
                  </a:cubicBezTo>
                  <a:cubicBezTo>
                    <a:pt x="9778" y="283"/>
                    <a:pt x="9581" y="300"/>
                    <a:pt x="9372" y="340"/>
                  </a:cubicBezTo>
                  <a:cubicBezTo>
                    <a:pt x="8564" y="503"/>
                    <a:pt x="7492" y="793"/>
                    <a:pt x="6544" y="793"/>
                  </a:cubicBezTo>
                  <a:cubicBezTo>
                    <a:pt x="6187" y="793"/>
                    <a:pt x="5847" y="752"/>
                    <a:pt x="5546" y="647"/>
                  </a:cubicBezTo>
                  <a:cubicBezTo>
                    <a:pt x="4765" y="369"/>
                    <a:pt x="4174" y="131"/>
                    <a:pt x="3584" y="131"/>
                  </a:cubicBezTo>
                  <a:cubicBezTo>
                    <a:pt x="3348" y="131"/>
                    <a:pt x="3113" y="169"/>
                    <a:pt x="2866" y="258"/>
                  </a:cubicBezTo>
                  <a:cubicBezTo>
                    <a:pt x="1990" y="553"/>
                    <a:pt x="1620" y="755"/>
                    <a:pt x="1005" y="1370"/>
                  </a:cubicBezTo>
                  <a:cubicBezTo>
                    <a:pt x="399" y="1999"/>
                    <a:pt x="175" y="2664"/>
                    <a:pt x="81" y="2889"/>
                  </a:cubicBezTo>
                  <a:cubicBezTo>
                    <a:pt x="1" y="3117"/>
                    <a:pt x="696" y="4256"/>
                    <a:pt x="2339" y="4256"/>
                  </a:cubicBezTo>
                  <a:cubicBezTo>
                    <a:pt x="2395" y="4256"/>
                    <a:pt x="2452" y="4254"/>
                    <a:pt x="2510" y="4252"/>
                  </a:cubicBezTo>
                  <a:cubicBezTo>
                    <a:pt x="4002" y="4182"/>
                    <a:pt x="5298" y="3512"/>
                    <a:pt x="6507" y="3512"/>
                  </a:cubicBezTo>
                  <a:cubicBezTo>
                    <a:pt x="6730" y="3512"/>
                    <a:pt x="6950" y="3535"/>
                    <a:pt x="7167" y="3589"/>
                  </a:cubicBezTo>
                  <a:cubicBezTo>
                    <a:pt x="8230" y="3850"/>
                    <a:pt x="8666" y="4447"/>
                    <a:pt x="9488" y="4447"/>
                  </a:cubicBezTo>
                  <a:cubicBezTo>
                    <a:pt x="9740" y="4447"/>
                    <a:pt x="10028" y="4391"/>
                    <a:pt x="10382" y="4252"/>
                  </a:cubicBezTo>
                  <a:cubicBezTo>
                    <a:pt x="11523" y="3812"/>
                    <a:pt x="11683" y="3290"/>
                    <a:pt x="12638" y="3290"/>
                  </a:cubicBezTo>
                  <a:cubicBezTo>
                    <a:pt x="12942" y="3290"/>
                    <a:pt x="13328" y="3343"/>
                    <a:pt x="13853" y="3469"/>
                  </a:cubicBezTo>
                  <a:cubicBezTo>
                    <a:pt x="14771" y="3690"/>
                    <a:pt x="15657" y="3777"/>
                    <a:pt x="16385" y="3777"/>
                  </a:cubicBezTo>
                  <a:cubicBezTo>
                    <a:pt x="17377" y="3777"/>
                    <a:pt x="18075" y="3615"/>
                    <a:pt x="18157" y="3410"/>
                  </a:cubicBezTo>
                  <a:cubicBezTo>
                    <a:pt x="18299" y="3065"/>
                    <a:pt x="16997" y="1085"/>
                    <a:pt x="16593" y="647"/>
                  </a:cubicBezTo>
                  <a:cubicBezTo>
                    <a:pt x="16593" y="647"/>
                    <a:pt x="16394" y="1"/>
                    <a:pt x="153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43">
              <a:extLst>
                <a:ext uri="{FF2B5EF4-FFF2-40B4-BE49-F238E27FC236}">
                  <a16:creationId xmlns:a16="http://schemas.microsoft.com/office/drawing/2014/main" id="{706BACB8-501E-02F7-7718-A5C343C80E8D}"/>
                </a:ext>
              </a:extLst>
            </p:cNvPr>
            <p:cNvSpPr/>
            <p:nvPr/>
          </p:nvSpPr>
          <p:spPr>
            <a:xfrm>
              <a:off x="5481540" y="4127843"/>
              <a:ext cx="2570826" cy="463225"/>
            </a:xfrm>
            <a:custGeom>
              <a:avLst/>
              <a:gdLst/>
              <a:ahLst/>
              <a:cxnLst/>
              <a:rect l="l" t="t" r="r" b="b"/>
              <a:pathLst>
                <a:path w="15645" h="2819" extrusionOk="0">
                  <a:moveTo>
                    <a:pt x="14089" y="1"/>
                  </a:moveTo>
                  <a:cubicBezTo>
                    <a:pt x="13961" y="1"/>
                    <a:pt x="13820" y="11"/>
                    <a:pt x="13665" y="33"/>
                  </a:cubicBezTo>
                  <a:cubicBezTo>
                    <a:pt x="12325" y="220"/>
                    <a:pt x="11755" y="652"/>
                    <a:pt x="10990" y="652"/>
                  </a:cubicBezTo>
                  <a:cubicBezTo>
                    <a:pt x="10943" y="652"/>
                    <a:pt x="10895" y="651"/>
                    <a:pt x="10845" y="647"/>
                  </a:cubicBezTo>
                  <a:cubicBezTo>
                    <a:pt x="10153" y="590"/>
                    <a:pt x="9515" y="283"/>
                    <a:pt x="8710" y="283"/>
                  </a:cubicBezTo>
                  <a:cubicBezTo>
                    <a:pt x="8523" y="283"/>
                    <a:pt x="8326" y="300"/>
                    <a:pt x="8117" y="340"/>
                  </a:cubicBezTo>
                  <a:cubicBezTo>
                    <a:pt x="7309" y="503"/>
                    <a:pt x="6237" y="793"/>
                    <a:pt x="5289" y="793"/>
                  </a:cubicBezTo>
                  <a:cubicBezTo>
                    <a:pt x="4932" y="793"/>
                    <a:pt x="4592" y="752"/>
                    <a:pt x="4291" y="647"/>
                  </a:cubicBezTo>
                  <a:cubicBezTo>
                    <a:pt x="3510" y="369"/>
                    <a:pt x="2919" y="131"/>
                    <a:pt x="2329" y="131"/>
                  </a:cubicBezTo>
                  <a:cubicBezTo>
                    <a:pt x="2093" y="131"/>
                    <a:pt x="1858" y="169"/>
                    <a:pt x="1611" y="258"/>
                  </a:cubicBezTo>
                  <a:cubicBezTo>
                    <a:pt x="1005" y="460"/>
                    <a:pt x="638" y="625"/>
                    <a:pt x="271" y="909"/>
                  </a:cubicBezTo>
                  <a:cubicBezTo>
                    <a:pt x="166" y="1122"/>
                    <a:pt x="117" y="1287"/>
                    <a:pt x="80" y="1384"/>
                  </a:cubicBezTo>
                  <a:cubicBezTo>
                    <a:pt x="1" y="1590"/>
                    <a:pt x="604" y="2643"/>
                    <a:pt x="2001" y="2643"/>
                  </a:cubicBezTo>
                  <a:cubicBezTo>
                    <a:pt x="2052" y="2643"/>
                    <a:pt x="2104" y="2642"/>
                    <a:pt x="2157" y="2639"/>
                  </a:cubicBezTo>
                  <a:cubicBezTo>
                    <a:pt x="3435" y="2569"/>
                    <a:pt x="4545" y="1952"/>
                    <a:pt x="5573" y="1952"/>
                  </a:cubicBezTo>
                  <a:cubicBezTo>
                    <a:pt x="5764" y="1952"/>
                    <a:pt x="5953" y="1974"/>
                    <a:pt x="6140" y="2024"/>
                  </a:cubicBezTo>
                  <a:cubicBezTo>
                    <a:pt x="7055" y="2268"/>
                    <a:pt x="7429" y="2819"/>
                    <a:pt x="8134" y="2819"/>
                  </a:cubicBezTo>
                  <a:cubicBezTo>
                    <a:pt x="8350" y="2819"/>
                    <a:pt x="8597" y="2767"/>
                    <a:pt x="8900" y="2639"/>
                  </a:cubicBezTo>
                  <a:cubicBezTo>
                    <a:pt x="9883" y="2235"/>
                    <a:pt x="10016" y="1754"/>
                    <a:pt x="10838" y="1754"/>
                  </a:cubicBezTo>
                  <a:cubicBezTo>
                    <a:pt x="11098" y="1754"/>
                    <a:pt x="11428" y="1802"/>
                    <a:pt x="11875" y="1916"/>
                  </a:cubicBezTo>
                  <a:cubicBezTo>
                    <a:pt x="12663" y="2122"/>
                    <a:pt x="13423" y="2203"/>
                    <a:pt x="14047" y="2203"/>
                  </a:cubicBezTo>
                  <a:cubicBezTo>
                    <a:pt x="14897" y="2203"/>
                    <a:pt x="15493" y="2053"/>
                    <a:pt x="15562" y="1868"/>
                  </a:cubicBezTo>
                  <a:cubicBezTo>
                    <a:pt x="15645" y="1654"/>
                    <a:pt x="15195" y="790"/>
                    <a:pt x="14769" y="115"/>
                  </a:cubicBezTo>
                  <a:cubicBezTo>
                    <a:pt x="14596" y="49"/>
                    <a:pt x="14374" y="1"/>
                    <a:pt x="14089" y="1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43">
              <a:extLst>
                <a:ext uri="{FF2B5EF4-FFF2-40B4-BE49-F238E27FC236}">
                  <a16:creationId xmlns:a16="http://schemas.microsoft.com/office/drawing/2014/main" id="{08F3B592-4219-DC6B-A9AE-868563F900C8}"/>
                </a:ext>
              </a:extLst>
            </p:cNvPr>
            <p:cNvSpPr/>
            <p:nvPr/>
          </p:nvSpPr>
          <p:spPr>
            <a:xfrm>
              <a:off x="5933106" y="4225288"/>
              <a:ext cx="1376365" cy="327002"/>
            </a:xfrm>
            <a:custGeom>
              <a:avLst/>
              <a:gdLst/>
              <a:ahLst/>
              <a:cxnLst/>
              <a:rect l="l" t="t" r="r" b="b"/>
              <a:pathLst>
                <a:path w="8376" h="1990" extrusionOk="0">
                  <a:moveTo>
                    <a:pt x="754" y="1"/>
                  </a:moveTo>
                  <a:cubicBezTo>
                    <a:pt x="493" y="1"/>
                    <a:pt x="251" y="27"/>
                    <a:pt x="177" y="114"/>
                  </a:cubicBezTo>
                  <a:cubicBezTo>
                    <a:pt x="1" y="327"/>
                    <a:pt x="1068" y="945"/>
                    <a:pt x="2026" y="1076"/>
                  </a:cubicBezTo>
                  <a:cubicBezTo>
                    <a:pt x="1530" y="1318"/>
                    <a:pt x="1295" y="1942"/>
                    <a:pt x="2741" y="1942"/>
                  </a:cubicBezTo>
                  <a:cubicBezTo>
                    <a:pt x="2910" y="1942"/>
                    <a:pt x="3103" y="1934"/>
                    <a:pt x="3321" y="1915"/>
                  </a:cubicBezTo>
                  <a:cubicBezTo>
                    <a:pt x="3913" y="1843"/>
                    <a:pt x="4133" y="1687"/>
                    <a:pt x="4490" y="1687"/>
                  </a:cubicBezTo>
                  <a:cubicBezTo>
                    <a:pt x="4655" y="1687"/>
                    <a:pt x="4849" y="1720"/>
                    <a:pt x="5122" y="1810"/>
                  </a:cubicBezTo>
                  <a:cubicBezTo>
                    <a:pt x="5485" y="1931"/>
                    <a:pt x="5945" y="1990"/>
                    <a:pt x="6352" y="1990"/>
                  </a:cubicBezTo>
                  <a:cubicBezTo>
                    <a:pt x="6900" y="1990"/>
                    <a:pt x="7351" y="1883"/>
                    <a:pt x="7338" y="1679"/>
                  </a:cubicBezTo>
                  <a:cubicBezTo>
                    <a:pt x="7304" y="1323"/>
                    <a:pt x="6829" y="1133"/>
                    <a:pt x="6567" y="1110"/>
                  </a:cubicBezTo>
                  <a:cubicBezTo>
                    <a:pt x="7349" y="1076"/>
                    <a:pt x="8262" y="694"/>
                    <a:pt x="8322" y="399"/>
                  </a:cubicBezTo>
                  <a:cubicBezTo>
                    <a:pt x="8375" y="136"/>
                    <a:pt x="8184" y="50"/>
                    <a:pt x="7643" y="50"/>
                  </a:cubicBezTo>
                  <a:cubicBezTo>
                    <a:pt x="7574" y="50"/>
                    <a:pt x="7500" y="52"/>
                    <a:pt x="7420" y="54"/>
                  </a:cubicBezTo>
                  <a:cubicBezTo>
                    <a:pt x="7183" y="63"/>
                    <a:pt x="6451" y="66"/>
                    <a:pt x="5580" y="66"/>
                  </a:cubicBezTo>
                  <a:cubicBezTo>
                    <a:pt x="3839" y="66"/>
                    <a:pt x="1543" y="54"/>
                    <a:pt x="1543" y="54"/>
                  </a:cubicBezTo>
                  <a:cubicBezTo>
                    <a:pt x="1543" y="54"/>
                    <a:pt x="1130" y="1"/>
                    <a:pt x="754" y="1"/>
                  </a:cubicBezTo>
                  <a:close/>
                </a:path>
              </a:pathLst>
            </a:custGeom>
            <a:solidFill>
              <a:srgbClr val="272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43">
              <a:extLst>
                <a:ext uri="{FF2B5EF4-FFF2-40B4-BE49-F238E27FC236}">
                  <a16:creationId xmlns:a16="http://schemas.microsoft.com/office/drawing/2014/main" id="{10DAEADF-A711-054B-1CE8-F6EF43100E3F}"/>
                </a:ext>
              </a:extLst>
            </p:cNvPr>
            <p:cNvSpPr/>
            <p:nvPr/>
          </p:nvSpPr>
          <p:spPr>
            <a:xfrm>
              <a:off x="6133747" y="4074766"/>
              <a:ext cx="1042133" cy="278198"/>
            </a:xfrm>
            <a:custGeom>
              <a:avLst/>
              <a:gdLst/>
              <a:ahLst/>
              <a:cxnLst/>
              <a:rect l="l" t="t" r="r" b="b"/>
              <a:pathLst>
                <a:path w="6342" h="1693" extrusionOk="0">
                  <a:moveTo>
                    <a:pt x="5562" y="1"/>
                  </a:moveTo>
                  <a:cubicBezTo>
                    <a:pt x="5156" y="1"/>
                    <a:pt x="4670" y="20"/>
                    <a:pt x="4305" y="94"/>
                  </a:cubicBezTo>
                  <a:cubicBezTo>
                    <a:pt x="3910" y="174"/>
                    <a:pt x="3280" y="193"/>
                    <a:pt x="2764" y="193"/>
                  </a:cubicBezTo>
                  <a:cubicBezTo>
                    <a:pt x="2287" y="193"/>
                    <a:pt x="1909" y="177"/>
                    <a:pt x="1909" y="177"/>
                  </a:cubicBezTo>
                  <a:cubicBezTo>
                    <a:pt x="1909" y="177"/>
                    <a:pt x="1071" y="2"/>
                    <a:pt x="375" y="2"/>
                  </a:cubicBezTo>
                  <a:cubicBezTo>
                    <a:pt x="243" y="2"/>
                    <a:pt x="116" y="8"/>
                    <a:pt x="0" y="23"/>
                  </a:cubicBezTo>
                  <a:cubicBezTo>
                    <a:pt x="877" y="1266"/>
                    <a:pt x="3141" y="1693"/>
                    <a:pt x="3141" y="1693"/>
                  </a:cubicBezTo>
                  <a:cubicBezTo>
                    <a:pt x="3141" y="1693"/>
                    <a:pt x="5869" y="484"/>
                    <a:pt x="6069" y="356"/>
                  </a:cubicBezTo>
                  <a:cubicBezTo>
                    <a:pt x="6069" y="259"/>
                    <a:pt x="6342" y="23"/>
                    <a:pt x="6342" y="23"/>
                  </a:cubicBezTo>
                  <a:cubicBezTo>
                    <a:pt x="6342" y="23"/>
                    <a:pt x="5998" y="1"/>
                    <a:pt x="5562" y="1"/>
                  </a:cubicBezTo>
                  <a:close/>
                </a:path>
              </a:pathLst>
            </a:custGeom>
            <a:solidFill>
              <a:srgbClr val="9A6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43">
              <a:extLst>
                <a:ext uri="{FF2B5EF4-FFF2-40B4-BE49-F238E27FC236}">
                  <a16:creationId xmlns:a16="http://schemas.microsoft.com/office/drawing/2014/main" id="{A1F8F8D6-B5BD-9C5C-4C6E-76F329D4F4EB}"/>
                </a:ext>
              </a:extLst>
            </p:cNvPr>
            <p:cNvSpPr/>
            <p:nvPr/>
          </p:nvSpPr>
          <p:spPr>
            <a:xfrm>
              <a:off x="6459111" y="4074437"/>
              <a:ext cx="915441" cy="393552"/>
            </a:xfrm>
            <a:custGeom>
              <a:avLst/>
              <a:gdLst/>
              <a:ahLst/>
              <a:cxnLst/>
              <a:rect l="l" t="t" r="r" b="b"/>
              <a:pathLst>
                <a:path w="5571" h="2395" extrusionOk="0">
                  <a:moveTo>
                    <a:pt x="4149" y="0"/>
                  </a:moveTo>
                  <a:cubicBezTo>
                    <a:pt x="2803" y="0"/>
                    <a:pt x="0" y="1979"/>
                    <a:pt x="0" y="1979"/>
                  </a:cubicBezTo>
                  <a:lnTo>
                    <a:pt x="225" y="2395"/>
                  </a:lnTo>
                  <a:cubicBezTo>
                    <a:pt x="225" y="2395"/>
                    <a:pt x="2845" y="1908"/>
                    <a:pt x="3841" y="1496"/>
                  </a:cubicBezTo>
                  <a:cubicBezTo>
                    <a:pt x="4458" y="1245"/>
                    <a:pt x="5571" y="216"/>
                    <a:pt x="4327" y="14"/>
                  </a:cubicBezTo>
                  <a:cubicBezTo>
                    <a:pt x="4272" y="5"/>
                    <a:pt x="4212" y="0"/>
                    <a:pt x="4149" y="0"/>
                  </a:cubicBezTo>
                  <a:close/>
                </a:path>
              </a:pathLst>
            </a:custGeom>
            <a:solidFill>
              <a:srgbClr val="9A6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43">
              <a:extLst>
                <a:ext uri="{FF2B5EF4-FFF2-40B4-BE49-F238E27FC236}">
                  <a16:creationId xmlns:a16="http://schemas.microsoft.com/office/drawing/2014/main" id="{A79F65EF-E9A9-E9A8-DC9B-C4F0DEC2EE23}"/>
                </a:ext>
              </a:extLst>
            </p:cNvPr>
            <p:cNvSpPr/>
            <p:nvPr/>
          </p:nvSpPr>
          <p:spPr>
            <a:xfrm>
              <a:off x="6459111" y="4074437"/>
              <a:ext cx="804687" cy="393552"/>
            </a:xfrm>
            <a:custGeom>
              <a:avLst/>
              <a:gdLst/>
              <a:ahLst/>
              <a:cxnLst/>
              <a:rect l="l" t="t" r="r" b="b"/>
              <a:pathLst>
                <a:path w="4897" h="2395" extrusionOk="0">
                  <a:moveTo>
                    <a:pt x="4149" y="0"/>
                  </a:moveTo>
                  <a:cubicBezTo>
                    <a:pt x="2803" y="0"/>
                    <a:pt x="0" y="1979"/>
                    <a:pt x="0" y="1979"/>
                  </a:cubicBezTo>
                  <a:lnTo>
                    <a:pt x="225" y="2395"/>
                  </a:lnTo>
                  <a:lnTo>
                    <a:pt x="262" y="2395"/>
                  </a:lnTo>
                  <a:lnTo>
                    <a:pt x="214" y="2312"/>
                  </a:lnTo>
                  <a:cubicBezTo>
                    <a:pt x="214" y="2312"/>
                    <a:pt x="3018" y="319"/>
                    <a:pt x="4364" y="319"/>
                  </a:cubicBezTo>
                  <a:cubicBezTo>
                    <a:pt x="4426" y="319"/>
                    <a:pt x="4485" y="323"/>
                    <a:pt x="4541" y="332"/>
                  </a:cubicBezTo>
                  <a:cubicBezTo>
                    <a:pt x="4683" y="358"/>
                    <a:pt x="4800" y="403"/>
                    <a:pt x="4896" y="440"/>
                  </a:cubicBezTo>
                  <a:cubicBezTo>
                    <a:pt x="4896" y="250"/>
                    <a:pt x="4754" y="85"/>
                    <a:pt x="4327" y="14"/>
                  </a:cubicBezTo>
                  <a:cubicBezTo>
                    <a:pt x="4272" y="5"/>
                    <a:pt x="4212" y="0"/>
                    <a:pt x="41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43">
              <a:extLst>
                <a:ext uri="{FF2B5EF4-FFF2-40B4-BE49-F238E27FC236}">
                  <a16:creationId xmlns:a16="http://schemas.microsoft.com/office/drawing/2014/main" id="{3DEDB35D-4B0A-1657-0B24-8720CEBC1516}"/>
                </a:ext>
              </a:extLst>
            </p:cNvPr>
            <p:cNvSpPr/>
            <p:nvPr/>
          </p:nvSpPr>
          <p:spPr>
            <a:xfrm>
              <a:off x="6231028" y="4361185"/>
              <a:ext cx="346885" cy="149862"/>
            </a:xfrm>
            <a:custGeom>
              <a:avLst/>
              <a:gdLst/>
              <a:ahLst/>
              <a:cxnLst/>
              <a:rect l="l" t="t" r="r" b="b"/>
              <a:pathLst>
                <a:path w="2111" h="912" extrusionOk="0">
                  <a:moveTo>
                    <a:pt x="275" y="0"/>
                  </a:moveTo>
                  <a:cubicBezTo>
                    <a:pt x="183" y="0"/>
                    <a:pt x="119" y="34"/>
                    <a:pt x="85" y="129"/>
                  </a:cubicBezTo>
                  <a:cubicBezTo>
                    <a:pt x="0" y="365"/>
                    <a:pt x="262" y="650"/>
                    <a:pt x="512" y="758"/>
                  </a:cubicBezTo>
                  <a:cubicBezTo>
                    <a:pt x="706" y="835"/>
                    <a:pt x="1147" y="912"/>
                    <a:pt x="1431" y="912"/>
                  </a:cubicBezTo>
                  <a:cubicBezTo>
                    <a:pt x="1493" y="912"/>
                    <a:pt x="1548" y="908"/>
                    <a:pt x="1590" y="900"/>
                  </a:cubicBezTo>
                  <a:cubicBezTo>
                    <a:pt x="1827" y="840"/>
                    <a:pt x="1684" y="687"/>
                    <a:pt x="2111" y="556"/>
                  </a:cubicBezTo>
                  <a:cubicBezTo>
                    <a:pt x="1721" y="377"/>
                    <a:pt x="1696" y="294"/>
                    <a:pt x="1707" y="47"/>
                  </a:cubicBezTo>
                  <a:lnTo>
                    <a:pt x="1707" y="47"/>
                  </a:lnTo>
                  <a:cubicBezTo>
                    <a:pt x="1707" y="47"/>
                    <a:pt x="1471" y="157"/>
                    <a:pt x="1138" y="157"/>
                  </a:cubicBezTo>
                  <a:cubicBezTo>
                    <a:pt x="1049" y="157"/>
                    <a:pt x="953" y="149"/>
                    <a:pt x="854" y="129"/>
                  </a:cubicBezTo>
                  <a:cubicBezTo>
                    <a:pt x="608" y="73"/>
                    <a:pt x="411" y="0"/>
                    <a:pt x="275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43">
              <a:extLst>
                <a:ext uri="{FF2B5EF4-FFF2-40B4-BE49-F238E27FC236}">
                  <a16:creationId xmlns:a16="http://schemas.microsoft.com/office/drawing/2014/main" id="{29C6E72D-889B-AB09-A783-7BBAB0AE4218}"/>
                </a:ext>
              </a:extLst>
            </p:cNvPr>
            <p:cNvSpPr/>
            <p:nvPr/>
          </p:nvSpPr>
          <p:spPr>
            <a:xfrm>
              <a:off x="6252390" y="4360857"/>
              <a:ext cx="53076" cy="95471"/>
            </a:xfrm>
            <a:custGeom>
              <a:avLst/>
              <a:gdLst/>
              <a:ahLst/>
              <a:cxnLst/>
              <a:rect l="l" t="t" r="r" b="b"/>
              <a:pathLst>
                <a:path w="323" h="581" extrusionOk="0">
                  <a:moveTo>
                    <a:pt x="143" y="0"/>
                  </a:moveTo>
                  <a:cubicBezTo>
                    <a:pt x="203" y="165"/>
                    <a:pt x="132" y="322"/>
                    <a:pt x="1" y="438"/>
                  </a:cubicBezTo>
                  <a:cubicBezTo>
                    <a:pt x="38" y="487"/>
                    <a:pt x="72" y="535"/>
                    <a:pt x="120" y="581"/>
                  </a:cubicBezTo>
                  <a:cubicBezTo>
                    <a:pt x="274" y="450"/>
                    <a:pt x="322" y="225"/>
                    <a:pt x="285" y="12"/>
                  </a:cubicBezTo>
                  <a:cubicBezTo>
                    <a:pt x="240" y="12"/>
                    <a:pt x="192" y="0"/>
                    <a:pt x="143" y="0"/>
                  </a:cubicBezTo>
                  <a:close/>
                </a:path>
              </a:pathLst>
            </a:custGeom>
            <a:solidFill>
              <a:srgbClr val="F4B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43">
              <a:extLst>
                <a:ext uri="{FF2B5EF4-FFF2-40B4-BE49-F238E27FC236}">
                  <a16:creationId xmlns:a16="http://schemas.microsoft.com/office/drawing/2014/main" id="{7CD68293-444A-6B5C-DC9A-FA1F1004D421}"/>
                </a:ext>
              </a:extLst>
            </p:cNvPr>
            <p:cNvSpPr/>
            <p:nvPr/>
          </p:nvSpPr>
          <p:spPr>
            <a:xfrm>
              <a:off x="6295443" y="4368744"/>
              <a:ext cx="64250" cy="124556"/>
            </a:xfrm>
            <a:custGeom>
              <a:avLst/>
              <a:gdLst/>
              <a:ahLst/>
              <a:cxnLst/>
              <a:rect l="l" t="t" r="r" b="b"/>
              <a:pathLst>
                <a:path w="391" h="758" extrusionOk="0">
                  <a:moveTo>
                    <a:pt x="154" y="1"/>
                  </a:moveTo>
                  <a:cubicBezTo>
                    <a:pt x="214" y="225"/>
                    <a:pt x="154" y="473"/>
                    <a:pt x="1" y="652"/>
                  </a:cubicBezTo>
                  <a:cubicBezTo>
                    <a:pt x="35" y="675"/>
                    <a:pt x="72" y="700"/>
                    <a:pt x="120" y="712"/>
                  </a:cubicBezTo>
                  <a:cubicBezTo>
                    <a:pt x="154" y="723"/>
                    <a:pt x="203" y="746"/>
                    <a:pt x="262" y="757"/>
                  </a:cubicBezTo>
                  <a:cubicBezTo>
                    <a:pt x="390" y="544"/>
                    <a:pt x="356" y="260"/>
                    <a:pt x="274" y="35"/>
                  </a:cubicBezTo>
                  <a:cubicBezTo>
                    <a:pt x="225" y="23"/>
                    <a:pt x="191" y="12"/>
                    <a:pt x="154" y="1"/>
                  </a:cubicBezTo>
                  <a:close/>
                </a:path>
              </a:pathLst>
            </a:custGeom>
            <a:solidFill>
              <a:srgbClr val="F4B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43">
              <a:extLst>
                <a:ext uri="{FF2B5EF4-FFF2-40B4-BE49-F238E27FC236}">
                  <a16:creationId xmlns:a16="http://schemas.microsoft.com/office/drawing/2014/main" id="{6C1683CC-47C6-B582-1695-CC65BB68D4D9}"/>
                </a:ext>
              </a:extLst>
            </p:cNvPr>
            <p:cNvSpPr/>
            <p:nvPr/>
          </p:nvSpPr>
          <p:spPr>
            <a:xfrm>
              <a:off x="6361831" y="4378604"/>
              <a:ext cx="72138" cy="130636"/>
            </a:xfrm>
            <a:custGeom>
              <a:avLst/>
              <a:gdLst/>
              <a:ahLst/>
              <a:cxnLst/>
              <a:rect l="l" t="t" r="r" b="b"/>
              <a:pathLst>
                <a:path w="439" h="795" extrusionOk="0">
                  <a:moveTo>
                    <a:pt x="1" y="0"/>
                  </a:moveTo>
                  <a:lnTo>
                    <a:pt x="1" y="0"/>
                  </a:lnTo>
                  <a:cubicBezTo>
                    <a:pt x="154" y="214"/>
                    <a:pt x="188" y="510"/>
                    <a:pt x="95" y="757"/>
                  </a:cubicBezTo>
                  <a:cubicBezTo>
                    <a:pt x="188" y="768"/>
                    <a:pt x="271" y="783"/>
                    <a:pt x="356" y="794"/>
                  </a:cubicBezTo>
                  <a:cubicBezTo>
                    <a:pt x="439" y="544"/>
                    <a:pt x="402" y="248"/>
                    <a:pt x="248" y="46"/>
                  </a:cubicBezTo>
                  <a:cubicBezTo>
                    <a:pt x="188" y="35"/>
                    <a:pt x="129" y="35"/>
                    <a:pt x="58" y="23"/>
                  </a:cubicBezTo>
                  <a:cubicBezTo>
                    <a:pt x="35" y="12"/>
                    <a:pt x="23" y="12"/>
                    <a:pt x="1" y="0"/>
                  </a:cubicBezTo>
                  <a:close/>
                </a:path>
              </a:pathLst>
            </a:custGeom>
            <a:solidFill>
              <a:srgbClr val="F4B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43">
              <a:extLst>
                <a:ext uri="{FF2B5EF4-FFF2-40B4-BE49-F238E27FC236}">
                  <a16:creationId xmlns:a16="http://schemas.microsoft.com/office/drawing/2014/main" id="{830565E8-52F3-6641-8FE6-00ABD00E925D}"/>
                </a:ext>
              </a:extLst>
            </p:cNvPr>
            <p:cNvSpPr/>
            <p:nvPr/>
          </p:nvSpPr>
          <p:spPr>
            <a:xfrm>
              <a:off x="6425918" y="4384191"/>
              <a:ext cx="54884" cy="126857"/>
            </a:xfrm>
            <a:custGeom>
              <a:avLst/>
              <a:gdLst/>
              <a:ahLst/>
              <a:cxnLst/>
              <a:rect l="l" t="t" r="r" b="b"/>
              <a:pathLst>
                <a:path w="334" h="772" extrusionOk="0">
                  <a:moveTo>
                    <a:pt x="131" y="1"/>
                  </a:moveTo>
                  <a:cubicBezTo>
                    <a:pt x="94" y="12"/>
                    <a:pt x="49" y="12"/>
                    <a:pt x="0" y="12"/>
                  </a:cubicBezTo>
                  <a:cubicBezTo>
                    <a:pt x="120" y="251"/>
                    <a:pt x="143" y="510"/>
                    <a:pt x="94" y="771"/>
                  </a:cubicBezTo>
                  <a:lnTo>
                    <a:pt x="308" y="771"/>
                  </a:lnTo>
                  <a:cubicBezTo>
                    <a:pt x="333" y="498"/>
                    <a:pt x="308" y="214"/>
                    <a:pt x="131" y="1"/>
                  </a:cubicBezTo>
                  <a:close/>
                </a:path>
              </a:pathLst>
            </a:custGeom>
            <a:solidFill>
              <a:srgbClr val="F4B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43">
              <a:extLst>
                <a:ext uri="{FF2B5EF4-FFF2-40B4-BE49-F238E27FC236}">
                  <a16:creationId xmlns:a16="http://schemas.microsoft.com/office/drawing/2014/main" id="{0A15E1F7-EA8E-2386-7A11-54CDE59469D9}"/>
                </a:ext>
              </a:extLst>
            </p:cNvPr>
            <p:cNvSpPr/>
            <p:nvPr/>
          </p:nvSpPr>
          <p:spPr>
            <a:xfrm>
              <a:off x="6472586" y="4374331"/>
              <a:ext cx="76410" cy="109603"/>
            </a:xfrm>
            <a:custGeom>
              <a:avLst/>
              <a:gdLst/>
              <a:ahLst/>
              <a:cxnLst/>
              <a:rect l="l" t="t" r="r" b="b"/>
              <a:pathLst>
                <a:path w="465" h="667" extrusionOk="0">
                  <a:moveTo>
                    <a:pt x="132" y="1"/>
                  </a:moveTo>
                  <a:cubicBezTo>
                    <a:pt x="95" y="12"/>
                    <a:pt x="49" y="26"/>
                    <a:pt x="1" y="38"/>
                  </a:cubicBezTo>
                  <a:cubicBezTo>
                    <a:pt x="95" y="251"/>
                    <a:pt x="166" y="499"/>
                    <a:pt x="308" y="666"/>
                  </a:cubicBezTo>
                  <a:cubicBezTo>
                    <a:pt x="345" y="629"/>
                    <a:pt x="393" y="581"/>
                    <a:pt x="465" y="547"/>
                  </a:cubicBezTo>
                  <a:cubicBezTo>
                    <a:pt x="297" y="405"/>
                    <a:pt x="166" y="214"/>
                    <a:pt x="132" y="1"/>
                  </a:cubicBezTo>
                  <a:close/>
                </a:path>
              </a:pathLst>
            </a:custGeom>
            <a:solidFill>
              <a:srgbClr val="F4B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43">
              <a:extLst>
                <a:ext uri="{FF2B5EF4-FFF2-40B4-BE49-F238E27FC236}">
                  <a16:creationId xmlns:a16="http://schemas.microsoft.com/office/drawing/2014/main" id="{009A2E07-D26C-8D68-F6FF-FC15E72AE16B}"/>
                </a:ext>
              </a:extLst>
            </p:cNvPr>
            <p:cNvSpPr/>
            <p:nvPr/>
          </p:nvSpPr>
          <p:spPr>
            <a:xfrm>
              <a:off x="5915359" y="4074437"/>
              <a:ext cx="915934" cy="393552"/>
            </a:xfrm>
            <a:custGeom>
              <a:avLst/>
              <a:gdLst/>
              <a:ahLst/>
              <a:cxnLst/>
              <a:rect l="l" t="t" r="r" b="b"/>
              <a:pathLst>
                <a:path w="5574" h="2395" extrusionOk="0">
                  <a:moveTo>
                    <a:pt x="1425" y="0"/>
                  </a:moveTo>
                  <a:cubicBezTo>
                    <a:pt x="1362" y="0"/>
                    <a:pt x="1303" y="5"/>
                    <a:pt x="1247" y="14"/>
                  </a:cubicBezTo>
                  <a:cubicBezTo>
                    <a:pt x="1" y="216"/>
                    <a:pt x="1116" y="1245"/>
                    <a:pt x="1733" y="1496"/>
                  </a:cubicBezTo>
                  <a:cubicBezTo>
                    <a:pt x="2729" y="1908"/>
                    <a:pt x="5349" y="2395"/>
                    <a:pt x="5349" y="2395"/>
                  </a:cubicBezTo>
                  <a:lnTo>
                    <a:pt x="5574" y="1979"/>
                  </a:lnTo>
                  <a:cubicBezTo>
                    <a:pt x="5574" y="1979"/>
                    <a:pt x="2771" y="0"/>
                    <a:pt x="14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43">
              <a:extLst>
                <a:ext uri="{FF2B5EF4-FFF2-40B4-BE49-F238E27FC236}">
                  <a16:creationId xmlns:a16="http://schemas.microsoft.com/office/drawing/2014/main" id="{AD7B1072-48A6-247B-1E13-1A60A70FB671}"/>
                </a:ext>
              </a:extLst>
            </p:cNvPr>
            <p:cNvSpPr/>
            <p:nvPr/>
          </p:nvSpPr>
          <p:spPr>
            <a:xfrm>
              <a:off x="6018719" y="4074437"/>
              <a:ext cx="812575" cy="348692"/>
            </a:xfrm>
            <a:custGeom>
              <a:avLst/>
              <a:gdLst/>
              <a:ahLst/>
              <a:cxnLst/>
              <a:rect l="l" t="t" r="r" b="b"/>
              <a:pathLst>
                <a:path w="4945" h="2122" extrusionOk="0">
                  <a:moveTo>
                    <a:pt x="796" y="0"/>
                  </a:moveTo>
                  <a:cubicBezTo>
                    <a:pt x="733" y="0"/>
                    <a:pt x="674" y="5"/>
                    <a:pt x="618" y="14"/>
                  </a:cubicBezTo>
                  <a:cubicBezTo>
                    <a:pt x="120" y="96"/>
                    <a:pt x="1" y="309"/>
                    <a:pt x="72" y="557"/>
                  </a:cubicBezTo>
                  <a:cubicBezTo>
                    <a:pt x="120" y="440"/>
                    <a:pt x="285" y="332"/>
                    <a:pt x="641" y="287"/>
                  </a:cubicBezTo>
                  <a:cubicBezTo>
                    <a:pt x="700" y="277"/>
                    <a:pt x="762" y="272"/>
                    <a:pt x="829" y="272"/>
                  </a:cubicBezTo>
                  <a:cubicBezTo>
                    <a:pt x="2057" y="272"/>
                    <a:pt x="4469" y="1865"/>
                    <a:pt x="4874" y="2122"/>
                  </a:cubicBezTo>
                  <a:lnTo>
                    <a:pt x="4945" y="1979"/>
                  </a:lnTo>
                  <a:cubicBezTo>
                    <a:pt x="4945" y="1979"/>
                    <a:pt x="2142" y="0"/>
                    <a:pt x="796" y="0"/>
                  </a:cubicBezTo>
                  <a:close/>
                </a:path>
              </a:pathLst>
            </a:custGeom>
            <a:solidFill>
              <a:srgbClr val="9A6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43">
              <a:extLst>
                <a:ext uri="{FF2B5EF4-FFF2-40B4-BE49-F238E27FC236}">
                  <a16:creationId xmlns:a16="http://schemas.microsoft.com/office/drawing/2014/main" id="{984FDDC1-1E9A-53E3-A7E7-11BA94FBE217}"/>
                </a:ext>
              </a:extLst>
            </p:cNvPr>
            <p:cNvSpPr/>
            <p:nvPr/>
          </p:nvSpPr>
          <p:spPr>
            <a:xfrm>
              <a:off x="6719896" y="4358556"/>
              <a:ext cx="347049" cy="152656"/>
            </a:xfrm>
            <a:custGeom>
              <a:avLst/>
              <a:gdLst/>
              <a:ahLst/>
              <a:cxnLst/>
              <a:rect l="l" t="t" r="r" b="b"/>
              <a:pathLst>
                <a:path w="2112" h="929" extrusionOk="0">
                  <a:moveTo>
                    <a:pt x="1800" y="0"/>
                  </a:moveTo>
                  <a:cubicBezTo>
                    <a:pt x="1665" y="0"/>
                    <a:pt x="1482" y="61"/>
                    <a:pt x="1258" y="134"/>
                  </a:cubicBezTo>
                  <a:cubicBezTo>
                    <a:pt x="1160" y="161"/>
                    <a:pt x="1060" y="172"/>
                    <a:pt x="964" y="172"/>
                  </a:cubicBezTo>
                  <a:cubicBezTo>
                    <a:pt x="655" y="172"/>
                    <a:pt x="394" y="63"/>
                    <a:pt x="393" y="63"/>
                  </a:cubicBezTo>
                  <a:lnTo>
                    <a:pt x="393" y="63"/>
                  </a:lnTo>
                  <a:cubicBezTo>
                    <a:pt x="416" y="310"/>
                    <a:pt x="263" y="535"/>
                    <a:pt x="1" y="583"/>
                  </a:cubicBezTo>
                  <a:cubicBezTo>
                    <a:pt x="416" y="714"/>
                    <a:pt x="285" y="856"/>
                    <a:pt x="524" y="916"/>
                  </a:cubicBezTo>
                  <a:cubicBezTo>
                    <a:pt x="568" y="925"/>
                    <a:pt x="624" y="929"/>
                    <a:pt x="689" y="929"/>
                  </a:cubicBezTo>
                  <a:cubicBezTo>
                    <a:pt x="960" y="929"/>
                    <a:pt x="1375" y="859"/>
                    <a:pt x="1566" y="774"/>
                  </a:cubicBezTo>
                  <a:cubicBezTo>
                    <a:pt x="1805" y="677"/>
                    <a:pt x="2112" y="381"/>
                    <a:pt x="2029" y="145"/>
                  </a:cubicBezTo>
                  <a:cubicBezTo>
                    <a:pt x="1986" y="40"/>
                    <a:pt x="1908" y="0"/>
                    <a:pt x="1800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43">
              <a:extLst>
                <a:ext uri="{FF2B5EF4-FFF2-40B4-BE49-F238E27FC236}">
                  <a16:creationId xmlns:a16="http://schemas.microsoft.com/office/drawing/2014/main" id="{8669EE6C-479A-C101-F341-BD2BB45682A4}"/>
                </a:ext>
              </a:extLst>
            </p:cNvPr>
            <p:cNvSpPr/>
            <p:nvPr/>
          </p:nvSpPr>
          <p:spPr>
            <a:xfrm>
              <a:off x="6948144" y="4362664"/>
              <a:ext cx="62278" cy="116998"/>
            </a:xfrm>
            <a:custGeom>
              <a:avLst/>
              <a:gdLst/>
              <a:ahLst/>
              <a:cxnLst/>
              <a:rect l="l" t="t" r="r" b="b"/>
              <a:pathLst>
                <a:path w="379" h="712" extrusionOk="0">
                  <a:moveTo>
                    <a:pt x="214" y="1"/>
                  </a:moveTo>
                  <a:lnTo>
                    <a:pt x="214" y="1"/>
                  </a:lnTo>
                  <a:cubicBezTo>
                    <a:pt x="165" y="12"/>
                    <a:pt x="105" y="38"/>
                    <a:pt x="34" y="49"/>
                  </a:cubicBezTo>
                  <a:cubicBezTo>
                    <a:pt x="0" y="285"/>
                    <a:pt x="71" y="570"/>
                    <a:pt x="259" y="712"/>
                  </a:cubicBezTo>
                  <a:cubicBezTo>
                    <a:pt x="296" y="689"/>
                    <a:pt x="344" y="666"/>
                    <a:pt x="379" y="641"/>
                  </a:cubicBezTo>
                  <a:cubicBezTo>
                    <a:pt x="330" y="618"/>
                    <a:pt x="307" y="581"/>
                    <a:pt x="285" y="535"/>
                  </a:cubicBezTo>
                  <a:cubicBezTo>
                    <a:pt x="214" y="368"/>
                    <a:pt x="131" y="180"/>
                    <a:pt x="214" y="1"/>
                  </a:cubicBezTo>
                  <a:close/>
                </a:path>
              </a:pathLst>
            </a:custGeom>
            <a:solidFill>
              <a:srgbClr val="F4B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43">
              <a:extLst>
                <a:ext uri="{FF2B5EF4-FFF2-40B4-BE49-F238E27FC236}">
                  <a16:creationId xmlns:a16="http://schemas.microsoft.com/office/drawing/2014/main" id="{40FDB9D4-F03B-A1F4-56C9-0319B0F07011}"/>
                </a:ext>
              </a:extLst>
            </p:cNvPr>
            <p:cNvSpPr/>
            <p:nvPr/>
          </p:nvSpPr>
          <p:spPr>
            <a:xfrm>
              <a:off x="6887836" y="4378604"/>
              <a:ext cx="67865" cy="122585"/>
            </a:xfrm>
            <a:custGeom>
              <a:avLst/>
              <a:gdLst/>
              <a:ahLst/>
              <a:cxnLst/>
              <a:rect l="l" t="t" r="r" b="b"/>
              <a:pathLst>
                <a:path w="413" h="746" extrusionOk="0">
                  <a:moveTo>
                    <a:pt x="248" y="0"/>
                  </a:moveTo>
                  <a:cubicBezTo>
                    <a:pt x="236" y="0"/>
                    <a:pt x="236" y="0"/>
                    <a:pt x="236" y="12"/>
                  </a:cubicBezTo>
                  <a:cubicBezTo>
                    <a:pt x="177" y="23"/>
                    <a:pt x="128" y="35"/>
                    <a:pt x="83" y="35"/>
                  </a:cubicBezTo>
                  <a:cubicBezTo>
                    <a:pt x="0" y="271"/>
                    <a:pt x="71" y="544"/>
                    <a:pt x="214" y="746"/>
                  </a:cubicBezTo>
                  <a:cubicBezTo>
                    <a:pt x="285" y="734"/>
                    <a:pt x="356" y="712"/>
                    <a:pt x="413" y="697"/>
                  </a:cubicBezTo>
                  <a:cubicBezTo>
                    <a:pt x="248" y="521"/>
                    <a:pt x="177" y="237"/>
                    <a:pt x="248" y="0"/>
                  </a:cubicBezTo>
                  <a:close/>
                </a:path>
              </a:pathLst>
            </a:custGeom>
            <a:solidFill>
              <a:srgbClr val="F4B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43">
              <a:extLst>
                <a:ext uri="{FF2B5EF4-FFF2-40B4-BE49-F238E27FC236}">
                  <a16:creationId xmlns:a16="http://schemas.microsoft.com/office/drawing/2014/main" id="{C72797EE-241C-572D-3518-600C39AAFBD4}"/>
                </a:ext>
              </a:extLst>
            </p:cNvPr>
            <p:cNvSpPr/>
            <p:nvPr/>
          </p:nvSpPr>
          <p:spPr>
            <a:xfrm>
              <a:off x="6747502" y="4372524"/>
              <a:ext cx="68030" cy="107138"/>
            </a:xfrm>
            <a:custGeom>
              <a:avLst/>
              <a:gdLst/>
              <a:ahLst/>
              <a:cxnLst/>
              <a:rect l="l" t="t" r="r" b="b"/>
              <a:pathLst>
                <a:path w="414" h="652" extrusionOk="0">
                  <a:moveTo>
                    <a:pt x="308" y="0"/>
                  </a:moveTo>
                  <a:lnTo>
                    <a:pt x="308" y="0"/>
                  </a:lnTo>
                  <a:cubicBezTo>
                    <a:pt x="342" y="237"/>
                    <a:pt x="200" y="450"/>
                    <a:pt x="1" y="558"/>
                  </a:cubicBezTo>
                  <a:cubicBezTo>
                    <a:pt x="58" y="592"/>
                    <a:pt x="95" y="618"/>
                    <a:pt x="129" y="652"/>
                  </a:cubicBezTo>
                  <a:cubicBezTo>
                    <a:pt x="342" y="547"/>
                    <a:pt x="413" y="274"/>
                    <a:pt x="413" y="37"/>
                  </a:cubicBezTo>
                  <a:cubicBezTo>
                    <a:pt x="368" y="23"/>
                    <a:pt x="331" y="12"/>
                    <a:pt x="308" y="0"/>
                  </a:cubicBezTo>
                  <a:close/>
                </a:path>
              </a:pathLst>
            </a:custGeom>
            <a:solidFill>
              <a:srgbClr val="F4B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43">
              <a:extLst>
                <a:ext uri="{FF2B5EF4-FFF2-40B4-BE49-F238E27FC236}">
                  <a16:creationId xmlns:a16="http://schemas.microsoft.com/office/drawing/2014/main" id="{FFEF75AE-771C-FE2D-29C2-E6FEBA87ACC0}"/>
                </a:ext>
              </a:extLst>
            </p:cNvPr>
            <p:cNvSpPr/>
            <p:nvPr/>
          </p:nvSpPr>
          <p:spPr>
            <a:xfrm>
              <a:off x="6799922" y="4382383"/>
              <a:ext cx="60471" cy="128665"/>
            </a:xfrm>
            <a:custGeom>
              <a:avLst/>
              <a:gdLst/>
              <a:ahLst/>
              <a:cxnLst/>
              <a:rect l="l" t="t" r="r" b="b"/>
              <a:pathLst>
                <a:path w="368" h="783" extrusionOk="0">
                  <a:moveTo>
                    <a:pt x="236" y="0"/>
                  </a:moveTo>
                  <a:cubicBezTo>
                    <a:pt x="214" y="34"/>
                    <a:pt x="191" y="60"/>
                    <a:pt x="191" y="94"/>
                  </a:cubicBezTo>
                  <a:cubicBezTo>
                    <a:pt x="165" y="307"/>
                    <a:pt x="165" y="603"/>
                    <a:pt x="0" y="760"/>
                  </a:cubicBezTo>
                  <a:cubicBezTo>
                    <a:pt x="12" y="760"/>
                    <a:pt x="23" y="760"/>
                    <a:pt x="37" y="771"/>
                  </a:cubicBezTo>
                  <a:cubicBezTo>
                    <a:pt x="94" y="782"/>
                    <a:pt x="191" y="782"/>
                    <a:pt x="296" y="782"/>
                  </a:cubicBezTo>
                  <a:cubicBezTo>
                    <a:pt x="367" y="532"/>
                    <a:pt x="251" y="262"/>
                    <a:pt x="345" y="23"/>
                  </a:cubicBezTo>
                  <a:cubicBezTo>
                    <a:pt x="308" y="12"/>
                    <a:pt x="273" y="12"/>
                    <a:pt x="236" y="0"/>
                  </a:cubicBezTo>
                  <a:close/>
                </a:path>
              </a:pathLst>
            </a:custGeom>
            <a:solidFill>
              <a:srgbClr val="F4B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43">
              <a:extLst>
                <a:ext uri="{FF2B5EF4-FFF2-40B4-BE49-F238E27FC236}">
                  <a16:creationId xmlns:a16="http://schemas.microsoft.com/office/drawing/2014/main" id="{5CB632F5-9439-DF84-81B7-F813A87D8EBD}"/>
                </a:ext>
              </a:extLst>
            </p:cNvPr>
            <p:cNvSpPr/>
            <p:nvPr/>
          </p:nvSpPr>
          <p:spPr>
            <a:xfrm>
              <a:off x="6848562" y="4385999"/>
              <a:ext cx="46832" cy="123242"/>
            </a:xfrm>
            <a:custGeom>
              <a:avLst/>
              <a:gdLst/>
              <a:ahLst/>
              <a:cxnLst/>
              <a:rect l="l" t="t" r="r" b="b"/>
              <a:pathLst>
                <a:path w="285" h="750" extrusionOk="0">
                  <a:moveTo>
                    <a:pt x="142" y="1"/>
                  </a:moveTo>
                  <a:cubicBezTo>
                    <a:pt x="0" y="214"/>
                    <a:pt x="60" y="510"/>
                    <a:pt x="168" y="749"/>
                  </a:cubicBezTo>
                  <a:cubicBezTo>
                    <a:pt x="214" y="738"/>
                    <a:pt x="251" y="738"/>
                    <a:pt x="285" y="738"/>
                  </a:cubicBezTo>
                  <a:cubicBezTo>
                    <a:pt x="179" y="499"/>
                    <a:pt x="120" y="226"/>
                    <a:pt x="225" y="1"/>
                  </a:cubicBezTo>
                  <a:close/>
                </a:path>
              </a:pathLst>
            </a:custGeom>
            <a:solidFill>
              <a:srgbClr val="F4B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43">
              <a:extLst>
                <a:ext uri="{FF2B5EF4-FFF2-40B4-BE49-F238E27FC236}">
                  <a16:creationId xmlns:a16="http://schemas.microsoft.com/office/drawing/2014/main" id="{525F0D7D-3823-ADF1-CCEE-C3B295F0887C}"/>
                </a:ext>
              </a:extLst>
            </p:cNvPr>
            <p:cNvSpPr/>
            <p:nvPr/>
          </p:nvSpPr>
          <p:spPr>
            <a:xfrm>
              <a:off x="6993004" y="4358885"/>
              <a:ext cx="52419" cy="85776"/>
            </a:xfrm>
            <a:custGeom>
              <a:avLst/>
              <a:gdLst/>
              <a:ahLst/>
              <a:cxnLst/>
              <a:rect l="l" t="t" r="r" b="b"/>
              <a:pathLst>
                <a:path w="319" h="522" extrusionOk="0">
                  <a:moveTo>
                    <a:pt x="83" y="1"/>
                  </a:moveTo>
                  <a:cubicBezTo>
                    <a:pt x="0" y="203"/>
                    <a:pt x="106" y="379"/>
                    <a:pt x="236" y="522"/>
                  </a:cubicBezTo>
                  <a:cubicBezTo>
                    <a:pt x="271" y="499"/>
                    <a:pt x="296" y="462"/>
                    <a:pt x="319" y="428"/>
                  </a:cubicBezTo>
                  <a:cubicBezTo>
                    <a:pt x="199" y="308"/>
                    <a:pt x="177" y="155"/>
                    <a:pt x="188" y="1"/>
                  </a:cubicBezTo>
                  <a:close/>
                </a:path>
              </a:pathLst>
            </a:custGeom>
            <a:solidFill>
              <a:srgbClr val="F4B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43">
              <a:extLst>
                <a:ext uri="{FF2B5EF4-FFF2-40B4-BE49-F238E27FC236}">
                  <a16:creationId xmlns:a16="http://schemas.microsoft.com/office/drawing/2014/main" id="{BD3A2A4F-C3E8-846E-7543-23D9B202079D}"/>
                </a:ext>
              </a:extLst>
            </p:cNvPr>
            <p:cNvSpPr/>
            <p:nvPr/>
          </p:nvSpPr>
          <p:spPr>
            <a:xfrm>
              <a:off x="6447444" y="2995640"/>
              <a:ext cx="352636" cy="331274"/>
            </a:xfrm>
            <a:custGeom>
              <a:avLst/>
              <a:gdLst/>
              <a:ahLst/>
              <a:cxnLst/>
              <a:rect l="l" t="t" r="r" b="b"/>
              <a:pathLst>
                <a:path w="2146" h="2016" extrusionOk="0">
                  <a:moveTo>
                    <a:pt x="980" y="1"/>
                  </a:moveTo>
                  <a:cubicBezTo>
                    <a:pt x="947" y="1"/>
                    <a:pt x="912" y="4"/>
                    <a:pt x="877" y="10"/>
                  </a:cubicBezTo>
                  <a:cubicBezTo>
                    <a:pt x="1056" y="47"/>
                    <a:pt x="1127" y="152"/>
                    <a:pt x="1127" y="152"/>
                  </a:cubicBezTo>
                  <a:cubicBezTo>
                    <a:pt x="1127" y="152"/>
                    <a:pt x="956" y="67"/>
                    <a:pt x="763" y="67"/>
                  </a:cubicBezTo>
                  <a:cubicBezTo>
                    <a:pt x="687" y="67"/>
                    <a:pt x="607" y="81"/>
                    <a:pt x="532" y="118"/>
                  </a:cubicBezTo>
                  <a:cubicBezTo>
                    <a:pt x="711" y="129"/>
                    <a:pt x="760" y="178"/>
                    <a:pt x="760" y="178"/>
                  </a:cubicBezTo>
                  <a:cubicBezTo>
                    <a:pt x="760" y="178"/>
                    <a:pt x="745" y="177"/>
                    <a:pt x="719" y="177"/>
                  </a:cubicBezTo>
                  <a:cubicBezTo>
                    <a:pt x="614" y="177"/>
                    <a:pt x="331" y="193"/>
                    <a:pt x="225" y="365"/>
                  </a:cubicBezTo>
                  <a:cubicBezTo>
                    <a:pt x="344" y="343"/>
                    <a:pt x="416" y="343"/>
                    <a:pt x="416" y="343"/>
                  </a:cubicBezTo>
                  <a:lnTo>
                    <a:pt x="416" y="343"/>
                  </a:lnTo>
                  <a:cubicBezTo>
                    <a:pt x="416" y="343"/>
                    <a:pt x="71" y="402"/>
                    <a:pt x="0" y="721"/>
                  </a:cubicBezTo>
                  <a:cubicBezTo>
                    <a:pt x="106" y="638"/>
                    <a:pt x="236" y="579"/>
                    <a:pt x="236" y="579"/>
                  </a:cubicBezTo>
                  <a:lnTo>
                    <a:pt x="236" y="579"/>
                  </a:lnTo>
                  <a:cubicBezTo>
                    <a:pt x="236" y="579"/>
                    <a:pt x="49" y="758"/>
                    <a:pt x="60" y="983"/>
                  </a:cubicBezTo>
                  <a:cubicBezTo>
                    <a:pt x="232" y="752"/>
                    <a:pt x="599" y="533"/>
                    <a:pt x="1024" y="533"/>
                  </a:cubicBezTo>
                  <a:cubicBezTo>
                    <a:pt x="1034" y="533"/>
                    <a:pt x="1045" y="533"/>
                    <a:pt x="1056" y="533"/>
                  </a:cubicBezTo>
                  <a:cubicBezTo>
                    <a:pt x="1502" y="544"/>
                    <a:pt x="1612" y="1279"/>
                    <a:pt x="1647" y="1279"/>
                  </a:cubicBezTo>
                  <a:cubicBezTo>
                    <a:pt x="1647" y="1279"/>
                    <a:pt x="1647" y="1279"/>
                    <a:pt x="1647" y="1279"/>
                  </a:cubicBezTo>
                  <a:cubicBezTo>
                    <a:pt x="1648" y="1278"/>
                    <a:pt x="1648" y="1278"/>
                    <a:pt x="1648" y="1278"/>
                  </a:cubicBezTo>
                  <a:cubicBezTo>
                    <a:pt x="1670" y="1278"/>
                    <a:pt x="1625" y="2015"/>
                    <a:pt x="1625" y="2015"/>
                  </a:cubicBezTo>
                  <a:cubicBezTo>
                    <a:pt x="1625" y="2015"/>
                    <a:pt x="2145" y="1290"/>
                    <a:pt x="2097" y="818"/>
                  </a:cubicBezTo>
                  <a:cubicBezTo>
                    <a:pt x="2065" y="490"/>
                    <a:pt x="1949" y="442"/>
                    <a:pt x="1884" y="442"/>
                  </a:cubicBezTo>
                  <a:cubicBezTo>
                    <a:pt x="1857" y="442"/>
                    <a:pt x="1838" y="451"/>
                    <a:pt x="1838" y="451"/>
                  </a:cubicBezTo>
                  <a:cubicBezTo>
                    <a:pt x="1838" y="451"/>
                    <a:pt x="1670" y="47"/>
                    <a:pt x="1280" y="10"/>
                  </a:cubicBezTo>
                  <a:lnTo>
                    <a:pt x="1280" y="10"/>
                  </a:lnTo>
                  <a:cubicBezTo>
                    <a:pt x="1411" y="106"/>
                    <a:pt x="1423" y="189"/>
                    <a:pt x="1423" y="189"/>
                  </a:cubicBezTo>
                  <a:cubicBezTo>
                    <a:pt x="1423" y="189"/>
                    <a:pt x="1253" y="1"/>
                    <a:pt x="9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43">
              <a:extLst>
                <a:ext uri="{FF2B5EF4-FFF2-40B4-BE49-F238E27FC236}">
                  <a16:creationId xmlns:a16="http://schemas.microsoft.com/office/drawing/2014/main" id="{C6139861-8843-88F9-25D4-27CE7B7E05B8}"/>
                </a:ext>
              </a:extLst>
            </p:cNvPr>
            <p:cNvSpPr/>
            <p:nvPr/>
          </p:nvSpPr>
          <p:spPr>
            <a:xfrm>
              <a:off x="6250582" y="3447371"/>
              <a:ext cx="251742" cy="592876"/>
            </a:xfrm>
            <a:custGeom>
              <a:avLst/>
              <a:gdLst/>
              <a:ahLst/>
              <a:cxnLst/>
              <a:rect l="l" t="t" r="r" b="b"/>
              <a:pathLst>
                <a:path w="1532" h="3608" extrusionOk="0">
                  <a:moveTo>
                    <a:pt x="1531" y="0"/>
                  </a:moveTo>
                  <a:cubicBezTo>
                    <a:pt x="1531" y="0"/>
                    <a:pt x="1221" y="83"/>
                    <a:pt x="1008" y="367"/>
                  </a:cubicBezTo>
                  <a:cubicBezTo>
                    <a:pt x="843" y="592"/>
                    <a:pt x="678" y="925"/>
                    <a:pt x="535" y="1258"/>
                  </a:cubicBezTo>
                  <a:cubicBezTo>
                    <a:pt x="308" y="1838"/>
                    <a:pt x="1" y="3070"/>
                    <a:pt x="120" y="3403"/>
                  </a:cubicBezTo>
                  <a:cubicBezTo>
                    <a:pt x="172" y="3539"/>
                    <a:pt x="275" y="3608"/>
                    <a:pt x="388" y="3608"/>
                  </a:cubicBezTo>
                  <a:cubicBezTo>
                    <a:pt x="560" y="3608"/>
                    <a:pt x="755" y="3447"/>
                    <a:pt x="820" y="3118"/>
                  </a:cubicBezTo>
                  <a:cubicBezTo>
                    <a:pt x="937" y="2561"/>
                    <a:pt x="1531" y="0"/>
                    <a:pt x="1531" y="0"/>
                  </a:cubicBezTo>
                  <a:close/>
                </a:path>
              </a:pathLst>
            </a:custGeom>
            <a:solidFill>
              <a:srgbClr val="FF71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43">
              <a:extLst>
                <a:ext uri="{FF2B5EF4-FFF2-40B4-BE49-F238E27FC236}">
                  <a16:creationId xmlns:a16="http://schemas.microsoft.com/office/drawing/2014/main" id="{0013C4E0-C638-EA28-E10A-AAFBEF397A77}"/>
                </a:ext>
              </a:extLst>
            </p:cNvPr>
            <p:cNvSpPr/>
            <p:nvPr/>
          </p:nvSpPr>
          <p:spPr>
            <a:xfrm>
              <a:off x="6347863" y="3419436"/>
              <a:ext cx="596162" cy="749475"/>
            </a:xfrm>
            <a:custGeom>
              <a:avLst/>
              <a:gdLst/>
              <a:ahLst/>
              <a:cxnLst/>
              <a:rect l="l" t="t" r="r" b="b"/>
              <a:pathLst>
                <a:path w="3628" h="4561" extrusionOk="0">
                  <a:moveTo>
                    <a:pt x="1858" y="0"/>
                  </a:moveTo>
                  <a:cubicBezTo>
                    <a:pt x="1730" y="0"/>
                    <a:pt x="1593" y="4"/>
                    <a:pt x="1471" y="17"/>
                  </a:cubicBezTo>
                  <a:cubicBezTo>
                    <a:pt x="1352" y="28"/>
                    <a:pt x="1022" y="99"/>
                    <a:pt x="868" y="219"/>
                  </a:cubicBezTo>
                  <a:cubicBezTo>
                    <a:pt x="749" y="290"/>
                    <a:pt x="640" y="361"/>
                    <a:pt x="584" y="478"/>
                  </a:cubicBezTo>
                  <a:cubicBezTo>
                    <a:pt x="475" y="668"/>
                    <a:pt x="310" y="987"/>
                    <a:pt x="191" y="1297"/>
                  </a:cubicBezTo>
                  <a:cubicBezTo>
                    <a:pt x="0" y="1783"/>
                    <a:pt x="26" y="2020"/>
                    <a:pt x="168" y="2293"/>
                  </a:cubicBezTo>
                  <a:cubicBezTo>
                    <a:pt x="299" y="2577"/>
                    <a:pt x="427" y="3109"/>
                    <a:pt x="191" y="4093"/>
                  </a:cubicBezTo>
                  <a:cubicBezTo>
                    <a:pt x="268" y="4269"/>
                    <a:pt x="844" y="4560"/>
                    <a:pt x="1663" y="4560"/>
                  </a:cubicBezTo>
                  <a:cubicBezTo>
                    <a:pt x="2227" y="4560"/>
                    <a:pt x="2906" y="4422"/>
                    <a:pt x="3616" y="4011"/>
                  </a:cubicBezTo>
                  <a:cubicBezTo>
                    <a:pt x="3628" y="3880"/>
                    <a:pt x="3096" y="3761"/>
                    <a:pt x="3130" y="3169"/>
                  </a:cubicBezTo>
                  <a:cubicBezTo>
                    <a:pt x="3178" y="2552"/>
                    <a:pt x="3261" y="1499"/>
                    <a:pt x="3320" y="372"/>
                  </a:cubicBezTo>
                  <a:cubicBezTo>
                    <a:pt x="2763" y="99"/>
                    <a:pt x="2336" y="17"/>
                    <a:pt x="2336" y="17"/>
                  </a:cubicBezTo>
                  <a:cubicBezTo>
                    <a:pt x="2336" y="17"/>
                    <a:pt x="2115" y="0"/>
                    <a:pt x="1858" y="0"/>
                  </a:cubicBezTo>
                  <a:close/>
                </a:path>
              </a:pathLst>
            </a:custGeom>
            <a:solidFill>
              <a:srgbClr val="FF71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43">
              <a:extLst>
                <a:ext uri="{FF2B5EF4-FFF2-40B4-BE49-F238E27FC236}">
                  <a16:creationId xmlns:a16="http://schemas.microsoft.com/office/drawing/2014/main" id="{0DCD4110-B95B-0828-C215-02C4004609FF}"/>
                </a:ext>
              </a:extLst>
            </p:cNvPr>
            <p:cNvSpPr/>
            <p:nvPr/>
          </p:nvSpPr>
          <p:spPr>
            <a:xfrm>
              <a:off x="6387137" y="3941991"/>
              <a:ext cx="549494" cy="226929"/>
            </a:xfrm>
            <a:custGeom>
              <a:avLst/>
              <a:gdLst/>
              <a:ahLst/>
              <a:cxnLst/>
              <a:rect l="l" t="t" r="r" b="b"/>
              <a:pathLst>
                <a:path w="3344" h="1381" extrusionOk="0">
                  <a:moveTo>
                    <a:pt x="2891" y="0"/>
                  </a:moveTo>
                  <a:lnTo>
                    <a:pt x="2891" y="0"/>
                  </a:lnTo>
                  <a:cubicBezTo>
                    <a:pt x="2322" y="30"/>
                    <a:pt x="1745" y="68"/>
                    <a:pt x="1167" y="68"/>
                  </a:cubicBezTo>
                  <a:cubicBezTo>
                    <a:pt x="806" y="68"/>
                    <a:pt x="443" y="53"/>
                    <a:pt x="83" y="12"/>
                  </a:cubicBezTo>
                  <a:cubicBezTo>
                    <a:pt x="83" y="225"/>
                    <a:pt x="60" y="464"/>
                    <a:pt x="0" y="748"/>
                  </a:cubicBezTo>
                  <a:cubicBezTo>
                    <a:pt x="94" y="723"/>
                    <a:pt x="188" y="689"/>
                    <a:pt x="248" y="606"/>
                  </a:cubicBezTo>
                  <a:cubicBezTo>
                    <a:pt x="273" y="925"/>
                    <a:pt x="438" y="1138"/>
                    <a:pt x="652" y="1292"/>
                  </a:cubicBezTo>
                  <a:cubicBezTo>
                    <a:pt x="868" y="1345"/>
                    <a:pt x="1125" y="1381"/>
                    <a:pt x="1413" y="1381"/>
                  </a:cubicBezTo>
                  <a:cubicBezTo>
                    <a:pt x="1835" y="1381"/>
                    <a:pt x="2323" y="1304"/>
                    <a:pt x="2845" y="1093"/>
                  </a:cubicBezTo>
                  <a:cubicBezTo>
                    <a:pt x="2999" y="973"/>
                    <a:pt x="3175" y="865"/>
                    <a:pt x="3343" y="760"/>
                  </a:cubicBezTo>
                  <a:cubicBezTo>
                    <a:pt x="3224" y="652"/>
                    <a:pt x="2868" y="475"/>
                    <a:pt x="2891" y="0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43">
              <a:extLst>
                <a:ext uri="{FF2B5EF4-FFF2-40B4-BE49-F238E27FC236}">
                  <a16:creationId xmlns:a16="http://schemas.microsoft.com/office/drawing/2014/main" id="{0C208BAC-681A-EC83-D88B-330DB085C688}"/>
                </a:ext>
              </a:extLst>
            </p:cNvPr>
            <p:cNvSpPr/>
            <p:nvPr/>
          </p:nvSpPr>
          <p:spPr>
            <a:xfrm>
              <a:off x="6519747" y="3256589"/>
              <a:ext cx="258808" cy="262916"/>
            </a:xfrm>
            <a:custGeom>
              <a:avLst/>
              <a:gdLst/>
              <a:ahLst/>
              <a:cxnLst/>
              <a:rect l="l" t="t" r="r" b="b"/>
              <a:pathLst>
                <a:path w="1575" h="1600" extrusionOk="0">
                  <a:moveTo>
                    <a:pt x="1173" y="1"/>
                  </a:moveTo>
                  <a:lnTo>
                    <a:pt x="402" y="854"/>
                  </a:lnTo>
                  <a:cubicBezTo>
                    <a:pt x="402" y="854"/>
                    <a:pt x="425" y="1008"/>
                    <a:pt x="331" y="1053"/>
                  </a:cubicBezTo>
                  <a:cubicBezTo>
                    <a:pt x="260" y="1090"/>
                    <a:pt x="249" y="1079"/>
                    <a:pt x="141" y="1124"/>
                  </a:cubicBezTo>
                  <a:cubicBezTo>
                    <a:pt x="0" y="1183"/>
                    <a:pt x="159" y="1600"/>
                    <a:pt x="735" y="1600"/>
                  </a:cubicBezTo>
                  <a:cubicBezTo>
                    <a:pt x="742" y="1600"/>
                    <a:pt x="750" y="1600"/>
                    <a:pt x="758" y="1599"/>
                  </a:cubicBezTo>
                  <a:cubicBezTo>
                    <a:pt x="1327" y="1588"/>
                    <a:pt x="1574" y="1161"/>
                    <a:pt x="1492" y="1124"/>
                  </a:cubicBezTo>
                  <a:cubicBezTo>
                    <a:pt x="1338" y="1053"/>
                    <a:pt x="1267" y="959"/>
                    <a:pt x="1256" y="865"/>
                  </a:cubicBezTo>
                  <a:cubicBezTo>
                    <a:pt x="1244" y="757"/>
                    <a:pt x="1173" y="1"/>
                    <a:pt x="1173" y="1"/>
                  </a:cubicBezTo>
                  <a:close/>
                </a:path>
              </a:pathLst>
            </a:custGeom>
            <a:solidFill>
              <a:srgbClr val="D8A1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43">
              <a:extLst>
                <a:ext uri="{FF2B5EF4-FFF2-40B4-BE49-F238E27FC236}">
                  <a16:creationId xmlns:a16="http://schemas.microsoft.com/office/drawing/2014/main" id="{774233AE-5842-5717-B437-83CA1F6EA1DB}"/>
                </a:ext>
              </a:extLst>
            </p:cNvPr>
            <p:cNvSpPr/>
            <p:nvPr/>
          </p:nvSpPr>
          <p:spPr>
            <a:xfrm>
              <a:off x="6581534" y="3256589"/>
              <a:ext cx="138524" cy="177961"/>
            </a:xfrm>
            <a:custGeom>
              <a:avLst/>
              <a:gdLst/>
              <a:ahLst/>
              <a:cxnLst/>
              <a:rect l="l" t="t" r="r" b="b"/>
              <a:pathLst>
                <a:path w="843" h="1083" extrusionOk="0">
                  <a:moveTo>
                    <a:pt x="797" y="1"/>
                  </a:moveTo>
                  <a:lnTo>
                    <a:pt x="26" y="854"/>
                  </a:lnTo>
                  <a:cubicBezTo>
                    <a:pt x="26" y="854"/>
                    <a:pt x="38" y="948"/>
                    <a:pt x="1" y="1019"/>
                  </a:cubicBezTo>
                  <a:cubicBezTo>
                    <a:pt x="89" y="1057"/>
                    <a:pt x="174" y="1083"/>
                    <a:pt x="262" y="1083"/>
                  </a:cubicBezTo>
                  <a:cubicBezTo>
                    <a:pt x="364" y="1083"/>
                    <a:pt x="469" y="1048"/>
                    <a:pt x="584" y="959"/>
                  </a:cubicBezTo>
                  <a:cubicBezTo>
                    <a:pt x="701" y="840"/>
                    <a:pt x="783" y="663"/>
                    <a:pt x="843" y="498"/>
                  </a:cubicBezTo>
                  <a:cubicBezTo>
                    <a:pt x="820" y="260"/>
                    <a:pt x="797" y="1"/>
                    <a:pt x="797" y="1"/>
                  </a:cubicBezTo>
                  <a:close/>
                </a:path>
              </a:pathLst>
            </a:custGeom>
            <a:solidFill>
              <a:srgbClr val="D58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43">
              <a:extLst>
                <a:ext uri="{FF2B5EF4-FFF2-40B4-BE49-F238E27FC236}">
                  <a16:creationId xmlns:a16="http://schemas.microsoft.com/office/drawing/2014/main" id="{85138217-1E17-6148-473F-C3A81720FABA}"/>
                </a:ext>
              </a:extLst>
            </p:cNvPr>
            <p:cNvSpPr/>
            <p:nvPr/>
          </p:nvSpPr>
          <p:spPr>
            <a:xfrm>
              <a:off x="6486225" y="3076324"/>
              <a:ext cx="270803" cy="324701"/>
            </a:xfrm>
            <a:custGeom>
              <a:avLst/>
              <a:gdLst/>
              <a:ahLst/>
              <a:cxnLst/>
              <a:rect l="l" t="t" r="r" b="b"/>
              <a:pathLst>
                <a:path w="1648" h="1976" extrusionOk="0">
                  <a:moveTo>
                    <a:pt x="710" y="1"/>
                  </a:moveTo>
                  <a:cubicBezTo>
                    <a:pt x="532" y="1"/>
                    <a:pt x="416" y="88"/>
                    <a:pt x="416" y="88"/>
                  </a:cubicBezTo>
                  <a:cubicBezTo>
                    <a:pt x="416" y="88"/>
                    <a:pt x="0" y="386"/>
                    <a:pt x="97" y="1061"/>
                  </a:cubicBezTo>
                  <a:cubicBezTo>
                    <a:pt x="191" y="1738"/>
                    <a:pt x="427" y="1937"/>
                    <a:pt x="618" y="1974"/>
                  </a:cubicBezTo>
                  <a:cubicBezTo>
                    <a:pt x="629" y="1975"/>
                    <a:pt x="641" y="1976"/>
                    <a:pt x="655" y="1976"/>
                  </a:cubicBezTo>
                  <a:cubicBezTo>
                    <a:pt x="869" y="1976"/>
                    <a:pt x="1345" y="1798"/>
                    <a:pt x="1411" y="1251"/>
                  </a:cubicBezTo>
                  <a:cubicBezTo>
                    <a:pt x="1591" y="1169"/>
                    <a:pt x="1648" y="967"/>
                    <a:pt x="1636" y="825"/>
                  </a:cubicBezTo>
                  <a:cubicBezTo>
                    <a:pt x="1636" y="749"/>
                    <a:pt x="1573" y="706"/>
                    <a:pt x="1510" y="706"/>
                  </a:cubicBezTo>
                  <a:cubicBezTo>
                    <a:pt x="1455" y="706"/>
                    <a:pt x="1399" y="740"/>
                    <a:pt x="1389" y="813"/>
                  </a:cubicBezTo>
                  <a:cubicBezTo>
                    <a:pt x="1329" y="634"/>
                    <a:pt x="1318" y="256"/>
                    <a:pt x="996" y="76"/>
                  </a:cubicBezTo>
                  <a:cubicBezTo>
                    <a:pt x="891" y="20"/>
                    <a:pt x="793" y="1"/>
                    <a:pt x="710" y="1"/>
                  </a:cubicBezTo>
                  <a:close/>
                </a:path>
              </a:pathLst>
            </a:custGeom>
            <a:solidFill>
              <a:srgbClr val="D8A1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43">
              <a:extLst>
                <a:ext uri="{FF2B5EF4-FFF2-40B4-BE49-F238E27FC236}">
                  <a16:creationId xmlns:a16="http://schemas.microsoft.com/office/drawing/2014/main" id="{584A2A9A-7467-407F-4C59-419FED1B6350}"/>
                </a:ext>
              </a:extLst>
            </p:cNvPr>
            <p:cNvSpPr/>
            <p:nvPr/>
          </p:nvSpPr>
          <p:spPr>
            <a:xfrm>
              <a:off x="6297415" y="3541201"/>
              <a:ext cx="761635" cy="693277"/>
            </a:xfrm>
            <a:custGeom>
              <a:avLst/>
              <a:gdLst/>
              <a:ahLst/>
              <a:cxnLst/>
              <a:rect l="l" t="t" r="r" b="b"/>
              <a:pathLst>
                <a:path w="4635" h="4219" extrusionOk="0">
                  <a:moveTo>
                    <a:pt x="2300" y="1"/>
                  </a:moveTo>
                  <a:cubicBezTo>
                    <a:pt x="2179" y="1"/>
                    <a:pt x="2031" y="111"/>
                    <a:pt x="1872" y="388"/>
                  </a:cubicBezTo>
                  <a:cubicBezTo>
                    <a:pt x="1542" y="971"/>
                    <a:pt x="592" y="1185"/>
                    <a:pt x="592" y="1185"/>
                  </a:cubicBezTo>
                  <a:cubicBezTo>
                    <a:pt x="378" y="1219"/>
                    <a:pt x="0" y="1623"/>
                    <a:pt x="296" y="1882"/>
                  </a:cubicBezTo>
                  <a:cubicBezTo>
                    <a:pt x="606" y="2143"/>
                    <a:pt x="1115" y="3116"/>
                    <a:pt x="1329" y="3506"/>
                  </a:cubicBezTo>
                  <a:cubicBezTo>
                    <a:pt x="1471" y="3766"/>
                    <a:pt x="1638" y="4218"/>
                    <a:pt x="1867" y="4218"/>
                  </a:cubicBezTo>
                  <a:cubicBezTo>
                    <a:pt x="1921" y="4218"/>
                    <a:pt x="1979" y="4193"/>
                    <a:pt x="2040" y="4135"/>
                  </a:cubicBezTo>
                  <a:cubicBezTo>
                    <a:pt x="2370" y="3816"/>
                    <a:pt x="3556" y="2963"/>
                    <a:pt x="3852" y="2963"/>
                  </a:cubicBezTo>
                  <a:cubicBezTo>
                    <a:pt x="4148" y="2963"/>
                    <a:pt x="4634" y="2013"/>
                    <a:pt x="4043" y="1705"/>
                  </a:cubicBezTo>
                  <a:cubicBezTo>
                    <a:pt x="3462" y="1384"/>
                    <a:pt x="2654" y="661"/>
                    <a:pt x="2572" y="317"/>
                  </a:cubicBezTo>
                  <a:cubicBezTo>
                    <a:pt x="2529" y="131"/>
                    <a:pt x="2431" y="1"/>
                    <a:pt x="2300" y="1"/>
                  </a:cubicBezTo>
                  <a:close/>
                </a:path>
              </a:pathLst>
            </a:custGeom>
            <a:solidFill>
              <a:srgbClr val="F6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43">
              <a:extLst>
                <a:ext uri="{FF2B5EF4-FFF2-40B4-BE49-F238E27FC236}">
                  <a16:creationId xmlns:a16="http://schemas.microsoft.com/office/drawing/2014/main" id="{0220EE6E-0313-CDA8-74B3-D587C4A84ABE}"/>
                </a:ext>
              </a:extLst>
            </p:cNvPr>
            <p:cNvSpPr/>
            <p:nvPr/>
          </p:nvSpPr>
          <p:spPr>
            <a:xfrm>
              <a:off x="6297415" y="3541201"/>
              <a:ext cx="767715" cy="693277"/>
            </a:xfrm>
            <a:custGeom>
              <a:avLst/>
              <a:gdLst/>
              <a:ahLst/>
              <a:cxnLst/>
              <a:rect l="l" t="t" r="r" b="b"/>
              <a:pathLst>
                <a:path w="4672" h="4219" extrusionOk="0">
                  <a:moveTo>
                    <a:pt x="2300" y="1"/>
                  </a:moveTo>
                  <a:cubicBezTo>
                    <a:pt x="2179" y="1"/>
                    <a:pt x="2031" y="111"/>
                    <a:pt x="1872" y="388"/>
                  </a:cubicBezTo>
                  <a:cubicBezTo>
                    <a:pt x="1542" y="971"/>
                    <a:pt x="629" y="1444"/>
                    <a:pt x="629" y="1444"/>
                  </a:cubicBezTo>
                  <a:cubicBezTo>
                    <a:pt x="427" y="1481"/>
                    <a:pt x="0" y="1623"/>
                    <a:pt x="296" y="1882"/>
                  </a:cubicBezTo>
                  <a:cubicBezTo>
                    <a:pt x="606" y="2143"/>
                    <a:pt x="1115" y="3116"/>
                    <a:pt x="1329" y="3506"/>
                  </a:cubicBezTo>
                  <a:cubicBezTo>
                    <a:pt x="1471" y="3766"/>
                    <a:pt x="1638" y="4218"/>
                    <a:pt x="1867" y="4218"/>
                  </a:cubicBezTo>
                  <a:cubicBezTo>
                    <a:pt x="1921" y="4218"/>
                    <a:pt x="1979" y="4193"/>
                    <a:pt x="2040" y="4135"/>
                  </a:cubicBezTo>
                  <a:cubicBezTo>
                    <a:pt x="2370" y="3816"/>
                    <a:pt x="3556" y="2963"/>
                    <a:pt x="3852" y="2963"/>
                  </a:cubicBezTo>
                  <a:cubicBezTo>
                    <a:pt x="4148" y="2963"/>
                    <a:pt x="4671" y="2618"/>
                    <a:pt x="4077" y="2308"/>
                  </a:cubicBezTo>
                  <a:cubicBezTo>
                    <a:pt x="3485" y="2001"/>
                    <a:pt x="2654" y="661"/>
                    <a:pt x="2572" y="317"/>
                  </a:cubicBezTo>
                  <a:cubicBezTo>
                    <a:pt x="2529" y="131"/>
                    <a:pt x="2431" y="1"/>
                    <a:pt x="2300" y="1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43">
              <a:extLst>
                <a:ext uri="{FF2B5EF4-FFF2-40B4-BE49-F238E27FC236}">
                  <a16:creationId xmlns:a16="http://schemas.microsoft.com/office/drawing/2014/main" id="{71B527CB-9448-0284-9652-928607E9B2A5}"/>
                </a:ext>
              </a:extLst>
            </p:cNvPr>
            <p:cNvSpPr/>
            <p:nvPr/>
          </p:nvSpPr>
          <p:spPr>
            <a:xfrm>
              <a:off x="6332416" y="3604959"/>
              <a:ext cx="695741" cy="628698"/>
            </a:xfrm>
            <a:custGeom>
              <a:avLst/>
              <a:gdLst/>
              <a:ahLst/>
              <a:cxnLst/>
              <a:rect l="l" t="t" r="r" b="b"/>
              <a:pathLst>
                <a:path w="4234" h="3826" extrusionOk="0">
                  <a:moveTo>
                    <a:pt x="2090" y="1"/>
                  </a:moveTo>
                  <a:cubicBezTo>
                    <a:pt x="1980" y="1"/>
                    <a:pt x="1843" y="101"/>
                    <a:pt x="1696" y="356"/>
                  </a:cubicBezTo>
                  <a:cubicBezTo>
                    <a:pt x="1400" y="891"/>
                    <a:pt x="569" y="1317"/>
                    <a:pt x="569" y="1317"/>
                  </a:cubicBezTo>
                  <a:cubicBezTo>
                    <a:pt x="379" y="1351"/>
                    <a:pt x="0" y="1482"/>
                    <a:pt x="274" y="1707"/>
                  </a:cubicBezTo>
                  <a:cubicBezTo>
                    <a:pt x="547" y="1946"/>
                    <a:pt x="1008" y="2834"/>
                    <a:pt x="1210" y="3189"/>
                  </a:cubicBezTo>
                  <a:cubicBezTo>
                    <a:pt x="1333" y="3419"/>
                    <a:pt x="1481" y="3825"/>
                    <a:pt x="1689" y="3825"/>
                  </a:cubicBezTo>
                  <a:cubicBezTo>
                    <a:pt x="1739" y="3825"/>
                    <a:pt x="1792" y="3802"/>
                    <a:pt x="1850" y="3747"/>
                  </a:cubicBezTo>
                  <a:cubicBezTo>
                    <a:pt x="2145" y="3462"/>
                    <a:pt x="3224" y="2691"/>
                    <a:pt x="3485" y="2691"/>
                  </a:cubicBezTo>
                  <a:cubicBezTo>
                    <a:pt x="3759" y="2691"/>
                    <a:pt x="4234" y="2384"/>
                    <a:pt x="3699" y="2100"/>
                  </a:cubicBezTo>
                  <a:cubicBezTo>
                    <a:pt x="3167" y="1815"/>
                    <a:pt x="2407" y="606"/>
                    <a:pt x="2336" y="285"/>
                  </a:cubicBezTo>
                  <a:cubicBezTo>
                    <a:pt x="2299" y="119"/>
                    <a:pt x="2210" y="1"/>
                    <a:pt x="2090" y="1"/>
                  </a:cubicBezTo>
                  <a:close/>
                </a:path>
              </a:pathLst>
            </a:custGeom>
            <a:solidFill>
              <a:srgbClr val="695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43">
              <a:extLst>
                <a:ext uri="{FF2B5EF4-FFF2-40B4-BE49-F238E27FC236}">
                  <a16:creationId xmlns:a16="http://schemas.microsoft.com/office/drawing/2014/main" id="{6DD70356-D592-6B71-B38A-AC593F2A12A5}"/>
                </a:ext>
              </a:extLst>
            </p:cNvPr>
            <p:cNvSpPr/>
            <p:nvPr/>
          </p:nvSpPr>
          <p:spPr>
            <a:xfrm>
              <a:off x="6433805" y="3997369"/>
              <a:ext cx="142303" cy="109767"/>
            </a:xfrm>
            <a:custGeom>
              <a:avLst/>
              <a:gdLst/>
              <a:ahLst/>
              <a:cxnLst/>
              <a:rect l="l" t="t" r="r" b="b"/>
              <a:pathLst>
                <a:path w="866" h="668" extrusionOk="0">
                  <a:moveTo>
                    <a:pt x="260" y="0"/>
                  </a:moveTo>
                  <a:cubicBezTo>
                    <a:pt x="191" y="0"/>
                    <a:pt x="128" y="12"/>
                    <a:pt x="83" y="44"/>
                  </a:cubicBezTo>
                  <a:cubicBezTo>
                    <a:pt x="1" y="90"/>
                    <a:pt x="95" y="161"/>
                    <a:pt x="106" y="161"/>
                  </a:cubicBezTo>
                  <a:cubicBezTo>
                    <a:pt x="35" y="258"/>
                    <a:pt x="117" y="315"/>
                    <a:pt x="154" y="315"/>
                  </a:cubicBezTo>
                  <a:cubicBezTo>
                    <a:pt x="106" y="386"/>
                    <a:pt x="166" y="457"/>
                    <a:pt x="237" y="471"/>
                  </a:cubicBezTo>
                  <a:cubicBezTo>
                    <a:pt x="203" y="554"/>
                    <a:pt x="260" y="576"/>
                    <a:pt x="308" y="588"/>
                  </a:cubicBezTo>
                  <a:cubicBezTo>
                    <a:pt x="317" y="634"/>
                    <a:pt x="355" y="667"/>
                    <a:pt x="411" y="667"/>
                  </a:cubicBezTo>
                  <a:cubicBezTo>
                    <a:pt x="426" y="667"/>
                    <a:pt x="444" y="665"/>
                    <a:pt x="462" y="659"/>
                  </a:cubicBezTo>
                  <a:cubicBezTo>
                    <a:pt x="450" y="565"/>
                    <a:pt x="544" y="599"/>
                    <a:pt x="641" y="565"/>
                  </a:cubicBezTo>
                  <a:cubicBezTo>
                    <a:pt x="735" y="528"/>
                    <a:pt x="866" y="363"/>
                    <a:pt x="866" y="363"/>
                  </a:cubicBezTo>
                  <a:lnTo>
                    <a:pt x="701" y="56"/>
                  </a:lnTo>
                  <a:cubicBezTo>
                    <a:pt x="701" y="56"/>
                    <a:pt x="570" y="56"/>
                    <a:pt x="439" y="19"/>
                  </a:cubicBezTo>
                  <a:cubicBezTo>
                    <a:pt x="379" y="8"/>
                    <a:pt x="317" y="0"/>
                    <a:pt x="260" y="0"/>
                  </a:cubicBezTo>
                  <a:close/>
                </a:path>
              </a:pathLst>
            </a:custGeom>
            <a:solidFill>
              <a:srgbClr val="D8A1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43">
              <a:extLst>
                <a:ext uri="{FF2B5EF4-FFF2-40B4-BE49-F238E27FC236}">
                  <a16:creationId xmlns:a16="http://schemas.microsoft.com/office/drawing/2014/main" id="{B93EB5F7-D05B-3CE6-86C5-603428C9103E}"/>
                </a:ext>
              </a:extLst>
            </p:cNvPr>
            <p:cNvSpPr/>
            <p:nvPr/>
          </p:nvSpPr>
          <p:spPr>
            <a:xfrm>
              <a:off x="6538973" y="3479415"/>
              <a:ext cx="485080" cy="604871"/>
            </a:xfrm>
            <a:custGeom>
              <a:avLst/>
              <a:gdLst/>
              <a:ahLst/>
              <a:cxnLst/>
              <a:rect l="l" t="t" r="r" b="b"/>
              <a:pathLst>
                <a:path w="2952" h="3681" extrusionOk="0">
                  <a:moveTo>
                    <a:pt x="2123" y="0"/>
                  </a:moveTo>
                  <a:cubicBezTo>
                    <a:pt x="2077" y="0"/>
                    <a:pt x="2053" y="53"/>
                    <a:pt x="2004" y="209"/>
                  </a:cubicBezTo>
                  <a:cubicBezTo>
                    <a:pt x="1955" y="386"/>
                    <a:pt x="1910" y="719"/>
                    <a:pt x="1910" y="741"/>
                  </a:cubicBezTo>
                  <a:cubicBezTo>
                    <a:pt x="1884" y="835"/>
                    <a:pt x="1861" y="1037"/>
                    <a:pt x="1896" y="1262"/>
                  </a:cubicBezTo>
                  <a:cubicBezTo>
                    <a:pt x="1933" y="1475"/>
                    <a:pt x="2038" y="2130"/>
                    <a:pt x="1884" y="2414"/>
                  </a:cubicBezTo>
                  <a:cubicBezTo>
                    <a:pt x="1731" y="2699"/>
                    <a:pt x="1" y="3125"/>
                    <a:pt x="1" y="3125"/>
                  </a:cubicBezTo>
                  <a:lnTo>
                    <a:pt x="143" y="3680"/>
                  </a:lnTo>
                  <a:cubicBezTo>
                    <a:pt x="143" y="3680"/>
                    <a:pt x="2786" y="3623"/>
                    <a:pt x="2869" y="2354"/>
                  </a:cubicBezTo>
                  <a:cubicBezTo>
                    <a:pt x="2951" y="1086"/>
                    <a:pt x="2228" y="30"/>
                    <a:pt x="2157" y="7"/>
                  </a:cubicBezTo>
                  <a:cubicBezTo>
                    <a:pt x="2144" y="3"/>
                    <a:pt x="2133" y="0"/>
                    <a:pt x="2123" y="0"/>
                  </a:cubicBezTo>
                  <a:close/>
                </a:path>
              </a:pathLst>
            </a:custGeom>
            <a:solidFill>
              <a:srgbClr val="FF71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43">
              <a:extLst>
                <a:ext uri="{FF2B5EF4-FFF2-40B4-BE49-F238E27FC236}">
                  <a16:creationId xmlns:a16="http://schemas.microsoft.com/office/drawing/2014/main" id="{B8C77FD3-0852-E1E2-EA99-B01627090053}"/>
                </a:ext>
              </a:extLst>
            </p:cNvPr>
            <p:cNvSpPr/>
            <p:nvPr/>
          </p:nvSpPr>
          <p:spPr>
            <a:xfrm>
              <a:off x="6538973" y="3682685"/>
              <a:ext cx="206060" cy="235967"/>
            </a:xfrm>
            <a:custGeom>
              <a:avLst/>
              <a:gdLst/>
              <a:ahLst/>
              <a:cxnLst/>
              <a:rect l="l" t="t" r="r" b="b"/>
              <a:pathLst>
                <a:path w="1254" h="1436" extrusionOk="0">
                  <a:moveTo>
                    <a:pt x="919" y="1"/>
                  </a:moveTo>
                  <a:cubicBezTo>
                    <a:pt x="913" y="1"/>
                    <a:pt x="907" y="1"/>
                    <a:pt x="900" y="2"/>
                  </a:cubicBezTo>
                  <a:cubicBezTo>
                    <a:pt x="686" y="62"/>
                    <a:pt x="356" y="418"/>
                    <a:pt x="356" y="418"/>
                  </a:cubicBezTo>
                  <a:cubicBezTo>
                    <a:pt x="356" y="418"/>
                    <a:pt x="331" y="369"/>
                    <a:pt x="379" y="287"/>
                  </a:cubicBezTo>
                  <a:cubicBezTo>
                    <a:pt x="416" y="193"/>
                    <a:pt x="462" y="144"/>
                    <a:pt x="428" y="110"/>
                  </a:cubicBezTo>
                  <a:cubicBezTo>
                    <a:pt x="419" y="99"/>
                    <a:pt x="411" y="94"/>
                    <a:pt x="402" y="94"/>
                  </a:cubicBezTo>
                  <a:cubicBezTo>
                    <a:pt x="373" y="94"/>
                    <a:pt x="340" y="147"/>
                    <a:pt x="285" y="193"/>
                  </a:cubicBezTo>
                  <a:cubicBezTo>
                    <a:pt x="214" y="253"/>
                    <a:pt x="189" y="335"/>
                    <a:pt x="177" y="466"/>
                  </a:cubicBezTo>
                  <a:cubicBezTo>
                    <a:pt x="154" y="594"/>
                    <a:pt x="143" y="725"/>
                    <a:pt x="61" y="796"/>
                  </a:cubicBezTo>
                  <a:cubicBezTo>
                    <a:pt x="46" y="822"/>
                    <a:pt x="24" y="833"/>
                    <a:pt x="1" y="856"/>
                  </a:cubicBezTo>
                  <a:lnTo>
                    <a:pt x="1" y="1436"/>
                  </a:lnTo>
                  <a:cubicBezTo>
                    <a:pt x="72" y="1365"/>
                    <a:pt x="143" y="1305"/>
                    <a:pt x="214" y="1234"/>
                  </a:cubicBezTo>
                  <a:cubicBezTo>
                    <a:pt x="308" y="1092"/>
                    <a:pt x="581" y="938"/>
                    <a:pt x="746" y="833"/>
                  </a:cubicBezTo>
                  <a:cubicBezTo>
                    <a:pt x="900" y="736"/>
                    <a:pt x="1031" y="608"/>
                    <a:pt x="1139" y="560"/>
                  </a:cubicBezTo>
                  <a:cubicBezTo>
                    <a:pt x="1236" y="515"/>
                    <a:pt x="1253" y="450"/>
                    <a:pt x="1219" y="450"/>
                  </a:cubicBezTo>
                  <a:cubicBezTo>
                    <a:pt x="1216" y="450"/>
                    <a:pt x="1213" y="451"/>
                    <a:pt x="1210" y="452"/>
                  </a:cubicBezTo>
                  <a:cubicBezTo>
                    <a:pt x="1150" y="466"/>
                    <a:pt x="829" y="594"/>
                    <a:pt x="829" y="594"/>
                  </a:cubicBezTo>
                  <a:cubicBezTo>
                    <a:pt x="829" y="594"/>
                    <a:pt x="1068" y="358"/>
                    <a:pt x="1150" y="309"/>
                  </a:cubicBezTo>
                  <a:cubicBezTo>
                    <a:pt x="1215" y="268"/>
                    <a:pt x="1240" y="214"/>
                    <a:pt x="1180" y="214"/>
                  </a:cubicBezTo>
                  <a:cubicBezTo>
                    <a:pt x="1175" y="214"/>
                    <a:pt x="1169" y="215"/>
                    <a:pt x="1162" y="216"/>
                  </a:cubicBezTo>
                  <a:cubicBezTo>
                    <a:pt x="1079" y="227"/>
                    <a:pt x="712" y="489"/>
                    <a:pt x="712" y="489"/>
                  </a:cubicBezTo>
                  <a:cubicBezTo>
                    <a:pt x="712" y="489"/>
                    <a:pt x="1056" y="216"/>
                    <a:pt x="1113" y="156"/>
                  </a:cubicBezTo>
                  <a:cubicBezTo>
                    <a:pt x="1178" y="101"/>
                    <a:pt x="1196" y="49"/>
                    <a:pt x="1133" y="49"/>
                  </a:cubicBezTo>
                  <a:cubicBezTo>
                    <a:pt x="1127" y="49"/>
                    <a:pt x="1121" y="50"/>
                    <a:pt x="1113" y="51"/>
                  </a:cubicBezTo>
                  <a:cubicBezTo>
                    <a:pt x="1042" y="62"/>
                    <a:pt x="795" y="227"/>
                    <a:pt x="593" y="358"/>
                  </a:cubicBezTo>
                  <a:cubicBezTo>
                    <a:pt x="593" y="358"/>
                    <a:pt x="843" y="156"/>
                    <a:pt x="900" y="96"/>
                  </a:cubicBezTo>
                  <a:cubicBezTo>
                    <a:pt x="955" y="54"/>
                    <a:pt x="981" y="1"/>
                    <a:pt x="919" y="1"/>
                  </a:cubicBezTo>
                  <a:close/>
                </a:path>
              </a:pathLst>
            </a:custGeom>
            <a:solidFill>
              <a:srgbClr val="D8A1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43">
              <a:extLst>
                <a:ext uri="{FF2B5EF4-FFF2-40B4-BE49-F238E27FC236}">
                  <a16:creationId xmlns:a16="http://schemas.microsoft.com/office/drawing/2014/main" id="{F32671EE-CDD3-A542-F312-FC6B12E678D5}"/>
                </a:ext>
              </a:extLst>
            </p:cNvPr>
            <p:cNvSpPr/>
            <p:nvPr/>
          </p:nvSpPr>
          <p:spPr>
            <a:xfrm>
              <a:off x="6266029" y="3809709"/>
              <a:ext cx="327330" cy="249935"/>
            </a:xfrm>
            <a:custGeom>
              <a:avLst/>
              <a:gdLst/>
              <a:ahLst/>
              <a:cxnLst/>
              <a:rect l="l" t="t" r="r" b="b"/>
              <a:pathLst>
                <a:path w="1992" h="1521" extrusionOk="0">
                  <a:moveTo>
                    <a:pt x="1722" y="0"/>
                  </a:moveTo>
                  <a:cubicBezTo>
                    <a:pt x="1067" y="509"/>
                    <a:pt x="251" y="700"/>
                    <a:pt x="251" y="700"/>
                  </a:cubicBezTo>
                  <a:cubicBezTo>
                    <a:pt x="97" y="782"/>
                    <a:pt x="0" y="984"/>
                    <a:pt x="0" y="1115"/>
                  </a:cubicBezTo>
                  <a:cubicBezTo>
                    <a:pt x="0" y="1218"/>
                    <a:pt x="62" y="1521"/>
                    <a:pt x="421" y="1521"/>
                  </a:cubicBezTo>
                  <a:cubicBezTo>
                    <a:pt x="511" y="1521"/>
                    <a:pt x="619" y="1502"/>
                    <a:pt x="749" y="1457"/>
                  </a:cubicBezTo>
                  <a:cubicBezTo>
                    <a:pt x="1389" y="1232"/>
                    <a:pt x="1992" y="379"/>
                    <a:pt x="1992" y="379"/>
                  </a:cubicBezTo>
                  <a:cubicBezTo>
                    <a:pt x="1992" y="379"/>
                    <a:pt x="1898" y="225"/>
                    <a:pt x="1722" y="0"/>
                  </a:cubicBezTo>
                  <a:close/>
                </a:path>
              </a:pathLst>
            </a:custGeom>
            <a:solidFill>
              <a:srgbClr val="FF71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43">
              <a:extLst>
                <a:ext uri="{FF2B5EF4-FFF2-40B4-BE49-F238E27FC236}">
                  <a16:creationId xmlns:a16="http://schemas.microsoft.com/office/drawing/2014/main" id="{498E1980-A87D-B3D3-4001-1F4E276B0E4B}"/>
                </a:ext>
              </a:extLst>
            </p:cNvPr>
            <p:cNvSpPr/>
            <p:nvPr/>
          </p:nvSpPr>
          <p:spPr>
            <a:xfrm>
              <a:off x="6546039" y="3246730"/>
              <a:ext cx="49790" cy="60635"/>
            </a:xfrm>
            <a:custGeom>
              <a:avLst/>
              <a:gdLst/>
              <a:ahLst/>
              <a:cxnLst/>
              <a:rect l="l" t="t" r="r" b="b"/>
              <a:pathLst>
                <a:path w="303" h="369" extrusionOk="0">
                  <a:moveTo>
                    <a:pt x="146" y="1"/>
                  </a:moveTo>
                  <a:cubicBezTo>
                    <a:pt x="146" y="1"/>
                    <a:pt x="111" y="203"/>
                    <a:pt x="40" y="285"/>
                  </a:cubicBezTo>
                  <a:cubicBezTo>
                    <a:pt x="1" y="340"/>
                    <a:pt x="90" y="368"/>
                    <a:pt x="180" y="368"/>
                  </a:cubicBezTo>
                  <a:cubicBezTo>
                    <a:pt x="226" y="368"/>
                    <a:pt x="273" y="361"/>
                    <a:pt x="302" y="345"/>
                  </a:cubicBezTo>
                  <a:cubicBezTo>
                    <a:pt x="205" y="331"/>
                    <a:pt x="160" y="308"/>
                    <a:pt x="146" y="260"/>
                  </a:cubicBezTo>
                  <a:lnTo>
                    <a:pt x="146" y="1"/>
                  </a:lnTo>
                  <a:close/>
                </a:path>
              </a:pathLst>
            </a:custGeom>
            <a:solidFill>
              <a:srgbClr val="D58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43">
              <a:extLst>
                <a:ext uri="{FF2B5EF4-FFF2-40B4-BE49-F238E27FC236}">
                  <a16:creationId xmlns:a16="http://schemas.microsoft.com/office/drawing/2014/main" id="{B15574C8-1C34-F854-3C83-53031F541982}"/>
                </a:ext>
              </a:extLst>
            </p:cNvPr>
            <p:cNvSpPr/>
            <p:nvPr/>
          </p:nvSpPr>
          <p:spPr>
            <a:xfrm>
              <a:off x="6572167" y="3326756"/>
              <a:ext cx="56363" cy="19226"/>
            </a:xfrm>
            <a:custGeom>
              <a:avLst/>
              <a:gdLst/>
              <a:ahLst/>
              <a:cxnLst/>
              <a:rect l="l" t="t" r="r" b="b"/>
              <a:pathLst>
                <a:path w="343" h="117" extrusionOk="0">
                  <a:moveTo>
                    <a:pt x="166" y="0"/>
                  </a:moveTo>
                  <a:cubicBezTo>
                    <a:pt x="58" y="12"/>
                    <a:pt x="1" y="117"/>
                    <a:pt x="1" y="117"/>
                  </a:cubicBezTo>
                  <a:cubicBezTo>
                    <a:pt x="1" y="117"/>
                    <a:pt x="72" y="83"/>
                    <a:pt x="154" y="57"/>
                  </a:cubicBezTo>
                  <a:cubicBezTo>
                    <a:pt x="166" y="55"/>
                    <a:pt x="177" y="53"/>
                    <a:pt x="188" y="53"/>
                  </a:cubicBezTo>
                  <a:cubicBezTo>
                    <a:pt x="270" y="53"/>
                    <a:pt x="342" y="117"/>
                    <a:pt x="342" y="117"/>
                  </a:cubicBezTo>
                  <a:cubicBezTo>
                    <a:pt x="342" y="117"/>
                    <a:pt x="285" y="0"/>
                    <a:pt x="166" y="0"/>
                  </a:cubicBezTo>
                  <a:close/>
                </a:path>
              </a:pathLst>
            </a:custGeom>
            <a:solidFill>
              <a:srgbClr val="D58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43">
              <a:extLst>
                <a:ext uri="{FF2B5EF4-FFF2-40B4-BE49-F238E27FC236}">
                  <a16:creationId xmlns:a16="http://schemas.microsoft.com/office/drawing/2014/main" id="{FBE4AAE6-E8C4-857E-E164-EB243E7A667E}"/>
                </a:ext>
              </a:extLst>
            </p:cNvPr>
            <p:cNvSpPr/>
            <p:nvPr/>
          </p:nvSpPr>
          <p:spPr>
            <a:xfrm>
              <a:off x="6603060" y="3184122"/>
              <a:ext cx="62771" cy="29578"/>
            </a:xfrm>
            <a:custGeom>
              <a:avLst/>
              <a:gdLst/>
              <a:ahLst/>
              <a:cxnLst/>
              <a:rect l="l" t="t" r="r" b="b"/>
              <a:pathLst>
                <a:path w="382" h="180" extrusionOk="0">
                  <a:moveTo>
                    <a:pt x="56" y="1"/>
                  </a:moveTo>
                  <a:cubicBezTo>
                    <a:pt x="52" y="1"/>
                    <a:pt x="49" y="1"/>
                    <a:pt x="49" y="1"/>
                  </a:cubicBezTo>
                  <a:cubicBezTo>
                    <a:pt x="1" y="1"/>
                    <a:pt x="1" y="72"/>
                    <a:pt x="49" y="86"/>
                  </a:cubicBezTo>
                  <a:cubicBezTo>
                    <a:pt x="83" y="109"/>
                    <a:pt x="251" y="97"/>
                    <a:pt x="382" y="180"/>
                  </a:cubicBezTo>
                  <a:cubicBezTo>
                    <a:pt x="285" y="10"/>
                    <a:pt x="96" y="1"/>
                    <a:pt x="56" y="1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43">
              <a:extLst>
                <a:ext uri="{FF2B5EF4-FFF2-40B4-BE49-F238E27FC236}">
                  <a16:creationId xmlns:a16="http://schemas.microsoft.com/office/drawing/2014/main" id="{195BDA36-BDAE-B6B9-E115-9762E8FA0D0C}"/>
                </a:ext>
              </a:extLst>
            </p:cNvPr>
            <p:cNvSpPr/>
            <p:nvPr/>
          </p:nvSpPr>
          <p:spPr>
            <a:xfrm>
              <a:off x="6509559" y="3186422"/>
              <a:ext cx="53076" cy="27278"/>
            </a:xfrm>
            <a:custGeom>
              <a:avLst/>
              <a:gdLst/>
              <a:ahLst/>
              <a:cxnLst/>
              <a:rect l="l" t="t" r="r" b="b"/>
              <a:pathLst>
                <a:path w="323" h="166" extrusionOk="0">
                  <a:moveTo>
                    <a:pt x="274" y="1"/>
                  </a:moveTo>
                  <a:cubicBezTo>
                    <a:pt x="274" y="1"/>
                    <a:pt x="83" y="1"/>
                    <a:pt x="1" y="166"/>
                  </a:cubicBezTo>
                  <a:cubicBezTo>
                    <a:pt x="97" y="95"/>
                    <a:pt x="240" y="95"/>
                    <a:pt x="274" y="83"/>
                  </a:cubicBezTo>
                  <a:cubicBezTo>
                    <a:pt x="322" y="72"/>
                    <a:pt x="322" y="1"/>
                    <a:pt x="274" y="1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43">
              <a:extLst>
                <a:ext uri="{FF2B5EF4-FFF2-40B4-BE49-F238E27FC236}">
                  <a16:creationId xmlns:a16="http://schemas.microsoft.com/office/drawing/2014/main" id="{130B70C1-4BE5-5E22-ABAB-8250F8F8D02E}"/>
                </a:ext>
              </a:extLst>
            </p:cNvPr>
            <p:cNvSpPr/>
            <p:nvPr/>
          </p:nvSpPr>
          <p:spPr>
            <a:xfrm>
              <a:off x="6614727" y="3221588"/>
              <a:ext cx="17911" cy="23498"/>
            </a:xfrm>
            <a:custGeom>
              <a:avLst/>
              <a:gdLst/>
              <a:ahLst/>
              <a:cxnLst/>
              <a:rect l="l" t="t" r="r" b="b"/>
              <a:pathLst>
                <a:path w="109" h="143" extrusionOk="0">
                  <a:moveTo>
                    <a:pt x="60" y="0"/>
                  </a:moveTo>
                  <a:cubicBezTo>
                    <a:pt x="26" y="0"/>
                    <a:pt x="1" y="23"/>
                    <a:pt x="1" y="71"/>
                  </a:cubicBezTo>
                  <a:cubicBezTo>
                    <a:pt x="1" y="106"/>
                    <a:pt x="26" y="143"/>
                    <a:pt x="60" y="143"/>
                  </a:cubicBezTo>
                  <a:cubicBezTo>
                    <a:pt x="83" y="143"/>
                    <a:pt x="109" y="106"/>
                    <a:pt x="109" y="71"/>
                  </a:cubicBezTo>
                  <a:cubicBezTo>
                    <a:pt x="109" y="23"/>
                    <a:pt x="83" y="0"/>
                    <a:pt x="60" y="0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43">
              <a:extLst>
                <a:ext uri="{FF2B5EF4-FFF2-40B4-BE49-F238E27FC236}">
                  <a16:creationId xmlns:a16="http://schemas.microsoft.com/office/drawing/2014/main" id="{0EDC2423-843B-E747-80BA-B24EF0611A29}"/>
                </a:ext>
              </a:extLst>
            </p:cNvPr>
            <p:cNvSpPr/>
            <p:nvPr/>
          </p:nvSpPr>
          <p:spPr>
            <a:xfrm>
              <a:off x="6619000" y="3227175"/>
              <a:ext cx="5751" cy="8052"/>
            </a:xfrm>
            <a:custGeom>
              <a:avLst/>
              <a:gdLst/>
              <a:ahLst/>
              <a:cxnLst/>
              <a:rect l="l" t="t" r="r" b="b"/>
              <a:pathLst>
                <a:path w="35" h="49" extrusionOk="0">
                  <a:moveTo>
                    <a:pt x="12" y="0"/>
                  </a:moveTo>
                  <a:cubicBezTo>
                    <a:pt x="12" y="0"/>
                    <a:pt x="0" y="12"/>
                    <a:pt x="0" y="23"/>
                  </a:cubicBezTo>
                  <a:cubicBezTo>
                    <a:pt x="0" y="37"/>
                    <a:pt x="12" y="49"/>
                    <a:pt x="12" y="49"/>
                  </a:cubicBezTo>
                  <a:cubicBezTo>
                    <a:pt x="23" y="49"/>
                    <a:pt x="34" y="37"/>
                    <a:pt x="34" y="23"/>
                  </a:cubicBezTo>
                  <a:cubicBezTo>
                    <a:pt x="34" y="12"/>
                    <a:pt x="23" y="0"/>
                    <a:pt x="1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43">
              <a:extLst>
                <a:ext uri="{FF2B5EF4-FFF2-40B4-BE49-F238E27FC236}">
                  <a16:creationId xmlns:a16="http://schemas.microsoft.com/office/drawing/2014/main" id="{9BE84080-E918-6D5F-03BE-A6EE10B22B9F}"/>
                </a:ext>
              </a:extLst>
            </p:cNvPr>
            <p:cNvSpPr/>
            <p:nvPr/>
          </p:nvSpPr>
          <p:spPr>
            <a:xfrm>
              <a:off x="6529278" y="3227175"/>
              <a:ext cx="17418" cy="23498"/>
            </a:xfrm>
            <a:custGeom>
              <a:avLst/>
              <a:gdLst/>
              <a:ahLst/>
              <a:cxnLst/>
              <a:rect l="l" t="t" r="r" b="b"/>
              <a:pathLst>
                <a:path w="106" h="143" extrusionOk="0">
                  <a:moveTo>
                    <a:pt x="60" y="0"/>
                  </a:moveTo>
                  <a:cubicBezTo>
                    <a:pt x="23" y="0"/>
                    <a:pt x="0" y="23"/>
                    <a:pt x="0" y="72"/>
                  </a:cubicBezTo>
                  <a:cubicBezTo>
                    <a:pt x="0" y="109"/>
                    <a:pt x="23" y="143"/>
                    <a:pt x="60" y="143"/>
                  </a:cubicBezTo>
                  <a:cubicBezTo>
                    <a:pt x="83" y="143"/>
                    <a:pt x="105" y="109"/>
                    <a:pt x="105" y="72"/>
                  </a:cubicBezTo>
                  <a:cubicBezTo>
                    <a:pt x="105" y="23"/>
                    <a:pt x="83" y="0"/>
                    <a:pt x="60" y="0"/>
                  </a:cubicBezTo>
                  <a:close/>
                </a:path>
              </a:pathLst>
            </a:custGeom>
            <a:solidFill>
              <a:srgbClr val="393F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43">
              <a:extLst>
                <a:ext uri="{FF2B5EF4-FFF2-40B4-BE49-F238E27FC236}">
                  <a16:creationId xmlns:a16="http://schemas.microsoft.com/office/drawing/2014/main" id="{58D81B20-CC67-47D9-5DB5-EF24FFE9D95F}"/>
                </a:ext>
              </a:extLst>
            </p:cNvPr>
            <p:cNvSpPr/>
            <p:nvPr/>
          </p:nvSpPr>
          <p:spPr>
            <a:xfrm>
              <a:off x="6532893" y="3233255"/>
              <a:ext cx="6244" cy="7559"/>
            </a:xfrm>
            <a:custGeom>
              <a:avLst/>
              <a:gdLst/>
              <a:ahLst/>
              <a:cxnLst/>
              <a:rect l="l" t="t" r="r" b="b"/>
              <a:pathLst>
                <a:path w="38" h="46" extrusionOk="0">
                  <a:moveTo>
                    <a:pt x="12" y="0"/>
                  </a:moveTo>
                  <a:cubicBezTo>
                    <a:pt x="1" y="0"/>
                    <a:pt x="1" y="12"/>
                    <a:pt x="1" y="23"/>
                  </a:cubicBezTo>
                  <a:cubicBezTo>
                    <a:pt x="1" y="35"/>
                    <a:pt x="1" y="46"/>
                    <a:pt x="12" y="46"/>
                  </a:cubicBezTo>
                  <a:cubicBezTo>
                    <a:pt x="26" y="46"/>
                    <a:pt x="38" y="35"/>
                    <a:pt x="38" y="23"/>
                  </a:cubicBezTo>
                  <a:cubicBezTo>
                    <a:pt x="38" y="12"/>
                    <a:pt x="26" y="0"/>
                    <a:pt x="1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43">
              <a:extLst>
                <a:ext uri="{FF2B5EF4-FFF2-40B4-BE49-F238E27FC236}">
                  <a16:creationId xmlns:a16="http://schemas.microsoft.com/office/drawing/2014/main" id="{F2B4356D-00A6-133A-86A8-D3284558FA34}"/>
                </a:ext>
              </a:extLst>
            </p:cNvPr>
            <p:cNvSpPr/>
            <p:nvPr/>
          </p:nvSpPr>
          <p:spPr>
            <a:xfrm>
              <a:off x="6490497" y="3050689"/>
              <a:ext cx="260944" cy="221671"/>
            </a:xfrm>
            <a:custGeom>
              <a:avLst/>
              <a:gdLst/>
              <a:ahLst/>
              <a:cxnLst/>
              <a:rect l="l" t="t" r="r" b="b"/>
              <a:pathLst>
                <a:path w="1588" h="1349" extrusionOk="0">
                  <a:moveTo>
                    <a:pt x="685" y="0"/>
                  </a:moveTo>
                  <a:cubicBezTo>
                    <a:pt x="646" y="0"/>
                    <a:pt x="607" y="3"/>
                    <a:pt x="569" y="8"/>
                  </a:cubicBezTo>
                  <a:cubicBezTo>
                    <a:pt x="213" y="67"/>
                    <a:pt x="0" y="434"/>
                    <a:pt x="11" y="577"/>
                  </a:cubicBezTo>
                  <a:lnTo>
                    <a:pt x="23" y="707"/>
                  </a:lnTo>
                  <a:lnTo>
                    <a:pt x="176" y="554"/>
                  </a:lnTo>
                  <a:cubicBezTo>
                    <a:pt x="176" y="554"/>
                    <a:pt x="293" y="577"/>
                    <a:pt x="429" y="577"/>
                  </a:cubicBezTo>
                  <a:cubicBezTo>
                    <a:pt x="510" y="577"/>
                    <a:pt x="599" y="569"/>
                    <a:pt x="674" y="542"/>
                  </a:cubicBezTo>
                  <a:cubicBezTo>
                    <a:pt x="765" y="512"/>
                    <a:pt x="860" y="501"/>
                    <a:pt x="942" y="501"/>
                  </a:cubicBezTo>
                  <a:cubicBezTo>
                    <a:pt x="1053" y="501"/>
                    <a:pt x="1140" y="521"/>
                    <a:pt x="1161" y="542"/>
                  </a:cubicBezTo>
                  <a:cubicBezTo>
                    <a:pt x="1183" y="577"/>
                    <a:pt x="1161" y="742"/>
                    <a:pt x="1161" y="827"/>
                  </a:cubicBezTo>
                  <a:cubicBezTo>
                    <a:pt x="1149" y="921"/>
                    <a:pt x="1314" y="992"/>
                    <a:pt x="1280" y="1348"/>
                  </a:cubicBezTo>
                  <a:cubicBezTo>
                    <a:pt x="1282" y="1348"/>
                    <a:pt x="1284" y="1348"/>
                    <a:pt x="1286" y="1348"/>
                  </a:cubicBezTo>
                  <a:cubicBezTo>
                    <a:pt x="1319" y="1348"/>
                    <a:pt x="1363" y="1254"/>
                    <a:pt x="1363" y="1254"/>
                  </a:cubicBezTo>
                  <a:cubicBezTo>
                    <a:pt x="1363" y="1254"/>
                    <a:pt x="1374" y="898"/>
                    <a:pt x="1479" y="861"/>
                  </a:cubicBezTo>
                  <a:cubicBezTo>
                    <a:pt x="1587" y="827"/>
                    <a:pt x="1565" y="412"/>
                    <a:pt x="1479" y="292"/>
                  </a:cubicBezTo>
                  <a:cubicBezTo>
                    <a:pt x="1405" y="175"/>
                    <a:pt x="1027" y="0"/>
                    <a:pt x="6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0" name="Google Shape;1480;p43">
            <a:extLst>
              <a:ext uri="{FF2B5EF4-FFF2-40B4-BE49-F238E27FC236}">
                <a16:creationId xmlns:a16="http://schemas.microsoft.com/office/drawing/2014/main" id="{49C40CB3-FCE9-9481-3F6A-FE6CF91005FA}"/>
              </a:ext>
            </a:extLst>
          </p:cNvPr>
          <p:cNvGrpSpPr/>
          <p:nvPr/>
        </p:nvGrpSpPr>
        <p:grpSpPr>
          <a:xfrm rot="-4220192" flipH="1">
            <a:off x="498153" y="1393913"/>
            <a:ext cx="851702" cy="870244"/>
            <a:chOff x="8666383" y="2375725"/>
            <a:chExt cx="851689" cy="870231"/>
          </a:xfrm>
        </p:grpSpPr>
        <p:sp>
          <p:nvSpPr>
            <p:cNvPr id="1481" name="Google Shape;1481;p43">
              <a:extLst>
                <a:ext uri="{FF2B5EF4-FFF2-40B4-BE49-F238E27FC236}">
                  <a16:creationId xmlns:a16="http://schemas.microsoft.com/office/drawing/2014/main" id="{C90279EE-1BE8-8300-AE0E-2A58A65C4B4C}"/>
                </a:ext>
              </a:extLst>
            </p:cNvPr>
            <p:cNvSpPr/>
            <p:nvPr/>
          </p:nvSpPr>
          <p:spPr>
            <a:xfrm>
              <a:off x="9482364" y="2621544"/>
              <a:ext cx="35708" cy="37286"/>
            </a:xfrm>
            <a:custGeom>
              <a:avLst/>
              <a:gdLst/>
              <a:ahLst/>
              <a:cxnLst/>
              <a:rect l="l" t="t" r="r" b="b"/>
              <a:pathLst>
                <a:path w="181" h="189" extrusionOk="0">
                  <a:moveTo>
                    <a:pt x="98" y="1"/>
                  </a:moveTo>
                  <a:cubicBezTo>
                    <a:pt x="38" y="1"/>
                    <a:pt x="1" y="46"/>
                    <a:pt x="1" y="95"/>
                  </a:cubicBezTo>
                  <a:cubicBezTo>
                    <a:pt x="1" y="143"/>
                    <a:pt x="38" y="189"/>
                    <a:pt x="98" y="189"/>
                  </a:cubicBezTo>
                  <a:cubicBezTo>
                    <a:pt x="143" y="189"/>
                    <a:pt x="180" y="143"/>
                    <a:pt x="180" y="95"/>
                  </a:cubicBezTo>
                  <a:cubicBezTo>
                    <a:pt x="180" y="46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43">
              <a:extLst>
                <a:ext uri="{FF2B5EF4-FFF2-40B4-BE49-F238E27FC236}">
                  <a16:creationId xmlns:a16="http://schemas.microsoft.com/office/drawing/2014/main" id="{D3C4CE66-47F8-57FF-7A44-92E51164A92E}"/>
                </a:ext>
              </a:extLst>
            </p:cNvPr>
            <p:cNvSpPr/>
            <p:nvPr/>
          </p:nvSpPr>
          <p:spPr>
            <a:xfrm>
              <a:off x="9110872" y="2649559"/>
              <a:ext cx="68062" cy="68260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7" y="1"/>
                  </a:moveTo>
                  <a:cubicBezTo>
                    <a:pt x="83" y="1"/>
                    <a:pt x="1" y="72"/>
                    <a:pt x="1" y="166"/>
                  </a:cubicBezTo>
                  <a:cubicBezTo>
                    <a:pt x="1" y="260"/>
                    <a:pt x="83" y="345"/>
                    <a:pt x="177" y="345"/>
                  </a:cubicBezTo>
                  <a:cubicBezTo>
                    <a:pt x="274" y="345"/>
                    <a:pt x="345" y="260"/>
                    <a:pt x="345" y="166"/>
                  </a:cubicBezTo>
                  <a:cubicBezTo>
                    <a:pt x="345" y="72"/>
                    <a:pt x="274" y="1"/>
                    <a:pt x="177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43">
              <a:extLst>
                <a:ext uri="{FF2B5EF4-FFF2-40B4-BE49-F238E27FC236}">
                  <a16:creationId xmlns:a16="http://schemas.microsoft.com/office/drawing/2014/main" id="{9724BEB5-CD0B-716C-CBEF-D768ACD35D2B}"/>
                </a:ext>
              </a:extLst>
            </p:cNvPr>
            <p:cNvSpPr/>
            <p:nvPr/>
          </p:nvSpPr>
          <p:spPr>
            <a:xfrm>
              <a:off x="9365767" y="2838757"/>
              <a:ext cx="44389" cy="42416"/>
            </a:xfrm>
            <a:custGeom>
              <a:avLst/>
              <a:gdLst/>
              <a:ahLst/>
              <a:cxnLst/>
              <a:rect l="l" t="t" r="r" b="b"/>
              <a:pathLst>
                <a:path w="225" h="215" extrusionOk="0">
                  <a:moveTo>
                    <a:pt x="120" y="1"/>
                  </a:moveTo>
                  <a:cubicBezTo>
                    <a:pt x="49" y="1"/>
                    <a:pt x="0" y="49"/>
                    <a:pt x="0" y="109"/>
                  </a:cubicBezTo>
                  <a:cubicBezTo>
                    <a:pt x="0" y="169"/>
                    <a:pt x="49" y="214"/>
                    <a:pt x="120" y="214"/>
                  </a:cubicBezTo>
                  <a:cubicBezTo>
                    <a:pt x="179" y="214"/>
                    <a:pt x="225" y="169"/>
                    <a:pt x="225" y="109"/>
                  </a:cubicBezTo>
                  <a:cubicBezTo>
                    <a:pt x="225" y="49"/>
                    <a:pt x="179" y="1"/>
                    <a:pt x="12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43">
              <a:extLst>
                <a:ext uri="{FF2B5EF4-FFF2-40B4-BE49-F238E27FC236}">
                  <a16:creationId xmlns:a16="http://schemas.microsoft.com/office/drawing/2014/main" id="{95C3AEA1-0B3E-4362-E148-FA80C72B9E6E}"/>
                </a:ext>
              </a:extLst>
            </p:cNvPr>
            <p:cNvSpPr/>
            <p:nvPr/>
          </p:nvSpPr>
          <p:spPr>
            <a:xfrm>
              <a:off x="9305002" y="2375725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43">
              <a:extLst>
                <a:ext uri="{FF2B5EF4-FFF2-40B4-BE49-F238E27FC236}">
                  <a16:creationId xmlns:a16="http://schemas.microsoft.com/office/drawing/2014/main" id="{9C80350F-A1C1-DC97-C2E8-C5C6C988ED91}"/>
                </a:ext>
              </a:extLst>
            </p:cNvPr>
            <p:cNvSpPr/>
            <p:nvPr/>
          </p:nvSpPr>
          <p:spPr>
            <a:xfrm>
              <a:off x="9052474" y="2495281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06"/>
                    <a:pt x="35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43">
              <a:extLst>
                <a:ext uri="{FF2B5EF4-FFF2-40B4-BE49-F238E27FC236}">
                  <a16:creationId xmlns:a16="http://schemas.microsoft.com/office/drawing/2014/main" id="{C11D4393-7BD7-DE76-4AC2-FAB96BFF0112}"/>
                </a:ext>
              </a:extLst>
            </p:cNvPr>
            <p:cNvSpPr/>
            <p:nvPr/>
          </p:nvSpPr>
          <p:spPr>
            <a:xfrm>
              <a:off x="9305002" y="2555848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43">
              <a:extLst>
                <a:ext uri="{FF2B5EF4-FFF2-40B4-BE49-F238E27FC236}">
                  <a16:creationId xmlns:a16="http://schemas.microsoft.com/office/drawing/2014/main" id="{CCB1AD9E-9B4D-E0E2-8119-015532E8760B}"/>
                </a:ext>
              </a:extLst>
            </p:cNvPr>
            <p:cNvSpPr/>
            <p:nvPr/>
          </p:nvSpPr>
          <p:spPr>
            <a:xfrm>
              <a:off x="8825791" y="2621544"/>
              <a:ext cx="60763" cy="60763"/>
            </a:xfrm>
            <a:custGeom>
              <a:avLst/>
              <a:gdLst/>
              <a:ahLst/>
              <a:cxnLst/>
              <a:rect l="l" t="t" r="r" b="b"/>
              <a:pathLst>
                <a:path w="308" h="308" extrusionOk="0">
                  <a:moveTo>
                    <a:pt x="154" y="1"/>
                  </a:moveTo>
                  <a:cubicBezTo>
                    <a:pt x="72" y="1"/>
                    <a:pt x="0" y="72"/>
                    <a:pt x="0" y="154"/>
                  </a:cubicBezTo>
                  <a:cubicBezTo>
                    <a:pt x="0" y="237"/>
                    <a:pt x="72" y="308"/>
                    <a:pt x="154" y="308"/>
                  </a:cubicBezTo>
                  <a:cubicBezTo>
                    <a:pt x="237" y="308"/>
                    <a:pt x="308" y="237"/>
                    <a:pt x="308" y="154"/>
                  </a:cubicBezTo>
                  <a:cubicBezTo>
                    <a:pt x="308" y="72"/>
                    <a:pt x="237" y="1"/>
                    <a:pt x="15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43">
              <a:extLst>
                <a:ext uri="{FF2B5EF4-FFF2-40B4-BE49-F238E27FC236}">
                  <a16:creationId xmlns:a16="http://schemas.microsoft.com/office/drawing/2014/main" id="{4A0C55FE-4C3D-F2E7-2CD1-64D38F7E6386}"/>
                </a:ext>
              </a:extLst>
            </p:cNvPr>
            <p:cNvSpPr/>
            <p:nvPr/>
          </p:nvSpPr>
          <p:spPr>
            <a:xfrm>
              <a:off x="8687690" y="2951013"/>
              <a:ext cx="34919" cy="35511"/>
            </a:xfrm>
            <a:custGeom>
              <a:avLst/>
              <a:gdLst/>
              <a:ahLst/>
              <a:cxnLst/>
              <a:rect l="l" t="t" r="r" b="b"/>
              <a:pathLst>
                <a:path w="177" h="180" extrusionOk="0">
                  <a:moveTo>
                    <a:pt x="94" y="1"/>
                  </a:moveTo>
                  <a:cubicBezTo>
                    <a:pt x="35" y="1"/>
                    <a:pt x="1" y="49"/>
                    <a:pt x="1" y="97"/>
                  </a:cubicBezTo>
                  <a:cubicBezTo>
                    <a:pt x="1" y="143"/>
                    <a:pt x="35" y="180"/>
                    <a:pt x="94" y="180"/>
                  </a:cubicBezTo>
                  <a:cubicBezTo>
                    <a:pt x="143" y="180"/>
                    <a:pt x="177" y="143"/>
                    <a:pt x="177" y="97"/>
                  </a:cubicBezTo>
                  <a:cubicBezTo>
                    <a:pt x="177" y="49"/>
                    <a:pt x="143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43">
              <a:extLst>
                <a:ext uri="{FF2B5EF4-FFF2-40B4-BE49-F238E27FC236}">
                  <a16:creationId xmlns:a16="http://schemas.microsoft.com/office/drawing/2014/main" id="{8BC60B20-0018-8730-08CD-EAE2337F4A2A}"/>
                </a:ext>
              </a:extLst>
            </p:cNvPr>
            <p:cNvSpPr/>
            <p:nvPr/>
          </p:nvSpPr>
          <p:spPr>
            <a:xfrm>
              <a:off x="8942585" y="2860064"/>
              <a:ext cx="34919" cy="35116"/>
            </a:xfrm>
            <a:custGeom>
              <a:avLst/>
              <a:gdLst/>
              <a:ahLst/>
              <a:cxnLst/>
              <a:rect l="l" t="t" r="r" b="b"/>
              <a:pathLst>
                <a:path w="177" h="178" extrusionOk="0">
                  <a:moveTo>
                    <a:pt x="83" y="1"/>
                  </a:moveTo>
                  <a:cubicBezTo>
                    <a:pt x="34" y="1"/>
                    <a:pt x="0" y="35"/>
                    <a:pt x="0" y="83"/>
                  </a:cubicBezTo>
                  <a:cubicBezTo>
                    <a:pt x="0" y="143"/>
                    <a:pt x="34" y="177"/>
                    <a:pt x="83" y="177"/>
                  </a:cubicBezTo>
                  <a:cubicBezTo>
                    <a:pt x="131" y="177"/>
                    <a:pt x="177" y="143"/>
                    <a:pt x="177" y="83"/>
                  </a:cubicBezTo>
                  <a:cubicBezTo>
                    <a:pt x="177" y="35"/>
                    <a:pt x="131" y="1"/>
                    <a:pt x="8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43">
              <a:extLst>
                <a:ext uri="{FF2B5EF4-FFF2-40B4-BE49-F238E27FC236}">
                  <a16:creationId xmlns:a16="http://schemas.microsoft.com/office/drawing/2014/main" id="{737073CC-F947-5F24-8571-A21A3106F331}"/>
                </a:ext>
              </a:extLst>
            </p:cNvPr>
            <p:cNvSpPr/>
            <p:nvPr/>
          </p:nvSpPr>
          <p:spPr>
            <a:xfrm>
              <a:off x="8666383" y="3189533"/>
              <a:ext cx="56226" cy="56423"/>
            </a:xfrm>
            <a:custGeom>
              <a:avLst/>
              <a:gdLst/>
              <a:ahLst/>
              <a:cxnLst/>
              <a:rect l="l" t="t" r="r" b="b"/>
              <a:pathLst>
                <a:path w="285" h="28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26"/>
                    <a:pt x="72" y="285"/>
                    <a:pt x="143" y="285"/>
                  </a:cubicBezTo>
                  <a:cubicBezTo>
                    <a:pt x="225" y="285"/>
                    <a:pt x="285" y="226"/>
                    <a:pt x="285" y="143"/>
                  </a:cubicBezTo>
                  <a:cubicBezTo>
                    <a:pt x="285" y="72"/>
                    <a:pt x="225" y="1"/>
                    <a:pt x="14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91" name="Google Shape;1491;p43">
            <a:extLst>
              <a:ext uri="{FF2B5EF4-FFF2-40B4-BE49-F238E27FC236}">
                <a16:creationId xmlns:a16="http://schemas.microsoft.com/office/drawing/2014/main" id="{592E926C-9357-D7E9-1041-5A5A0090573E}"/>
              </a:ext>
            </a:extLst>
          </p:cNvPr>
          <p:cNvGrpSpPr/>
          <p:nvPr/>
        </p:nvGrpSpPr>
        <p:grpSpPr>
          <a:xfrm>
            <a:off x="2961803" y="1281599"/>
            <a:ext cx="665028" cy="1255685"/>
            <a:chOff x="8034601" y="378891"/>
            <a:chExt cx="665028" cy="1255685"/>
          </a:xfrm>
        </p:grpSpPr>
        <p:grpSp>
          <p:nvGrpSpPr>
            <p:cNvPr id="1492" name="Google Shape;1492;p43">
              <a:extLst>
                <a:ext uri="{FF2B5EF4-FFF2-40B4-BE49-F238E27FC236}">
                  <a16:creationId xmlns:a16="http://schemas.microsoft.com/office/drawing/2014/main" id="{1D5CBAAD-1E0D-1E88-9CC6-D815C7F39137}"/>
                </a:ext>
              </a:extLst>
            </p:cNvPr>
            <p:cNvGrpSpPr/>
            <p:nvPr/>
          </p:nvGrpSpPr>
          <p:grpSpPr>
            <a:xfrm>
              <a:off x="8034601" y="378891"/>
              <a:ext cx="590428" cy="638707"/>
              <a:chOff x="8034601" y="378891"/>
              <a:chExt cx="590428" cy="638707"/>
            </a:xfrm>
          </p:grpSpPr>
          <p:grpSp>
            <p:nvGrpSpPr>
              <p:cNvPr id="1493" name="Google Shape;1493;p43">
                <a:extLst>
                  <a:ext uri="{FF2B5EF4-FFF2-40B4-BE49-F238E27FC236}">
                    <a16:creationId xmlns:a16="http://schemas.microsoft.com/office/drawing/2014/main" id="{D26C2258-B701-41AF-6C70-6A0668837125}"/>
                  </a:ext>
                </a:extLst>
              </p:cNvPr>
              <p:cNvGrpSpPr/>
              <p:nvPr/>
            </p:nvGrpSpPr>
            <p:grpSpPr>
              <a:xfrm>
                <a:off x="8034601" y="378891"/>
                <a:ext cx="590428" cy="638707"/>
                <a:chOff x="9544651" y="2393791"/>
                <a:chExt cx="590428" cy="638707"/>
              </a:xfrm>
            </p:grpSpPr>
            <p:sp>
              <p:nvSpPr>
                <p:cNvPr id="1494" name="Google Shape;1494;p43">
                  <a:extLst>
                    <a:ext uri="{FF2B5EF4-FFF2-40B4-BE49-F238E27FC236}">
                      <a16:creationId xmlns:a16="http://schemas.microsoft.com/office/drawing/2014/main" id="{A8A0AC6D-3AB1-6DCE-5C72-E04A9E697983}"/>
                    </a:ext>
                  </a:extLst>
                </p:cNvPr>
                <p:cNvSpPr/>
                <p:nvPr/>
              </p:nvSpPr>
              <p:spPr>
                <a:xfrm>
                  <a:off x="9544651" y="2668546"/>
                  <a:ext cx="16572" cy="163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" h="83" extrusionOk="0">
                      <a:moveTo>
                        <a:pt x="35" y="0"/>
                      </a:moveTo>
                      <a:cubicBezTo>
                        <a:pt x="12" y="0"/>
                        <a:pt x="1" y="12"/>
                        <a:pt x="1" y="34"/>
                      </a:cubicBezTo>
                      <a:cubicBezTo>
                        <a:pt x="1" y="60"/>
                        <a:pt x="12" y="83"/>
                        <a:pt x="35" y="83"/>
                      </a:cubicBezTo>
                      <a:cubicBezTo>
                        <a:pt x="61" y="83"/>
                        <a:pt x="83" y="60"/>
                        <a:pt x="83" y="34"/>
                      </a:cubicBezTo>
                      <a:cubicBezTo>
                        <a:pt x="83" y="12"/>
                        <a:pt x="61" y="0"/>
                        <a:pt x="35" y="0"/>
                      </a:cubicBezTo>
                      <a:close/>
                    </a:path>
                  </a:pathLst>
                </a:custGeom>
                <a:solidFill>
                  <a:srgbClr val="EAE3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5" name="Google Shape;1495;p43">
                  <a:extLst>
                    <a:ext uri="{FF2B5EF4-FFF2-40B4-BE49-F238E27FC236}">
                      <a16:creationId xmlns:a16="http://schemas.microsoft.com/office/drawing/2014/main" id="{69A96F47-F8B4-0A2A-AC32-037ABD7F2E89}"/>
                    </a:ext>
                  </a:extLst>
                </p:cNvPr>
                <p:cNvSpPr/>
                <p:nvPr/>
              </p:nvSpPr>
              <p:spPr>
                <a:xfrm>
                  <a:off x="10043646" y="2908991"/>
                  <a:ext cx="28409" cy="282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" h="143" extrusionOk="0">
                      <a:moveTo>
                        <a:pt x="72" y="0"/>
                      </a:moveTo>
                      <a:cubicBezTo>
                        <a:pt x="38" y="0"/>
                        <a:pt x="1" y="37"/>
                        <a:pt x="1" y="71"/>
                      </a:cubicBezTo>
                      <a:cubicBezTo>
                        <a:pt x="1" y="120"/>
                        <a:pt x="38" y="143"/>
                        <a:pt x="72" y="143"/>
                      </a:cubicBezTo>
                      <a:cubicBezTo>
                        <a:pt x="120" y="143"/>
                        <a:pt x="143" y="120"/>
                        <a:pt x="143" y="71"/>
                      </a:cubicBezTo>
                      <a:cubicBezTo>
                        <a:pt x="143" y="37"/>
                        <a:pt x="120" y="0"/>
                        <a:pt x="72" y="0"/>
                      </a:cubicBezTo>
                      <a:close/>
                    </a:path>
                  </a:pathLst>
                </a:custGeom>
                <a:solidFill>
                  <a:srgbClr val="EAE3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6" name="Google Shape;1496;p43">
                  <a:extLst>
                    <a:ext uri="{FF2B5EF4-FFF2-40B4-BE49-F238E27FC236}">
                      <a16:creationId xmlns:a16="http://schemas.microsoft.com/office/drawing/2014/main" id="{93EC7612-BD19-F91A-7790-B15CA4D8C202}"/>
                    </a:ext>
                  </a:extLst>
                </p:cNvPr>
                <p:cNvSpPr/>
                <p:nvPr/>
              </p:nvSpPr>
              <p:spPr>
                <a:xfrm>
                  <a:off x="9803360" y="2995211"/>
                  <a:ext cx="37681" cy="372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" h="189" extrusionOk="0">
                      <a:moveTo>
                        <a:pt x="97" y="0"/>
                      </a:moveTo>
                      <a:cubicBezTo>
                        <a:pt x="49" y="0"/>
                        <a:pt x="0" y="46"/>
                        <a:pt x="0" y="94"/>
                      </a:cubicBezTo>
                      <a:cubicBezTo>
                        <a:pt x="0" y="143"/>
                        <a:pt x="49" y="188"/>
                        <a:pt x="97" y="188"/>
                      </a:cubicBezTo>
                      <a:cubicBezTo>
                        <a:pt x="157" y="188"/>
                        <a:pt x="191" y="143"/>
                        <a:pt x="191" y="94"/>
                      </a:cubicBezTo>
                      <a:cubicBezTo>
                        <a:pt x="191" y="46"/>
                        <a:pt x="157" y="0"/>
                        <a:pt x="97" y="0"/>
                      </a:cubicBezTo>
                      <a:close/>
                    </a:path>
                  </a:pathLst>
                </a:custGeom>
                <a:solidFill>
                  <a:srgbClr val="EAE3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7" name="Google Shape;1497;p43">
                  <a:extLst>
                    <a:ext uri="{FF2B5EF4-FFF2-40B4-BE49-F238E27FC236}">
                      <a16:creationId xmlns:a16="http://schemas.microsoft.com/office/drawing/2014/main" id="{C76A5B91-8779-01AB-1985-286DC4946CA3}"/>
                    </a:ext>
                  </a:extLst>
                </p:cNvPr>
                <p:cNvSpPr/>
                <p:nvPr/>
              </p:nvSpPr>
              <p:spPr>
                <a:xfrm>
                  <a:off x="10083176" y="2554909"/>
                  <a:ext cx="23674" cy="23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" h="120" extrusionOk="0">
                      <a:moveTo>
                        <a:pt x="60" y="1"/>
                      </a:moveTo>
                      <a:cubicBezTo>
                        <a:pt x="37" y="1"/>
                        <a:pt x="0" y="26"/>
                        <a:pt x="0" y="60"/>
                      </a:cubicBezTo>
                      <a:cubicBezTo>
                        <a:pt x="0" y="97"/>
                        <a:pt x="37" y="120"/>
                        <a:pt x="60" y="120"/>
                      </a:cubicBezTo>
                      <a:cubicBezTo>
                        <a:pt x="97" y="120"/>
                        <a:pt x="120" y="97"/>
                        <a:pt x="120" y="60"/>
                      </a:cubicBezTo>
                      <a:cubicBezTo>
                        <a:pt x="120" y="26"/>
                        <a:pt x="97" y="1"/>
                        <a:pt x="60" y="1"/>
                      </a:cubicBezTo>
                      <a:close/>
                    </a:path>
                  </a:pathLst>
                </a:custGeom>
                <a:solidFill>
                  <a:srgbClr val="EAE3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8" name="Google Shape;1498;p43">
                  <a:extLst>
                    <a:ext uri="{FF2B5EF4-FFF2-40B4-BE49-F238E27FC236}">
                      <a16:creationId xmlns:a16="http://schemas.microsoft.com/office/drawing/2014/main" id="{04CDDC80-09A6-849D-73BE-EC4EAC71D2A7}"/>
                    </a:ext>
                  </a:extLst>
                </p:cNvPr>
                <p:cNvSpPr/>
                <p:nvPr/>
              </p:nvSpPr>
              <p:spPr>
                <a:xfrm>
                  <a:off x="9923143" y="2393791"/>
                  <a:ext cx="33341" cy="32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" h="166" extrusionOk="0">
                      <a:moveTo>
                        <a:pt x="86" y="0"/>
                      </a:moveTo>
                      <a:cubicBezTo>
                        <a:pt x="37" y="0"/>
                        <a:pt x="0" y="35"/>
                        <a:pt x="0" y="83"/>
                      </a:cubicBezTo>
                      <a:cubicBezTo>
                        <a:pt x="0" y="131"/>
                        <a:pt x="37" y="165"/>
                        <a:pt x="86" y="165"/>
                      </a:cubicBezTo>
                      <a:cubicBezTo>
                        <a:pt x="120" y="165"/>
                        <a:pt x="168" y="131"/>
                        <a:pt x="168" y="83"/>
                      </a:cubicBezTo>
                      <a:cubicBezTo>
                        <a:pt x="168" y="35"/>
                        <a:pt x="120" y="0"/>
                        <a:pt x="86" y="0"/>
                      </a:cubicBezTo>
                      <a:close/>
                    </a:path>
                  </a:pathLst>
                </a:custGeom>
                <a:solidFill>
                  <a:srgbClr val="EAE3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9" name="Google Shape;1499;p43">
                  <a:extLst>
                    <a:ext uri="{FF2B5EF4-FFF2-40B4-BE49-F238E27FC236}">
                      <a16:creationId xmlns:a16="http://schemas.microsoft.com/office/drawing/2014/main" id="{BB8075A1-8038-7206-521E-A4C35556F436}"/>
                    </a:ext>
                  </a:extLst>
                </p:cNvPr>
                <p:cNvSpPr/>
                <p:nvPr/>
              </p:nvSpPr>
              <p:spPr>
                <a:xfrm>
                  <a:off x="10095031" y="2715767"/>
                  <a:ext cx="40048" cy="40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203" extrusionOk="0">
                      <a:moveTo>
                        <a:pt x="97" y="0"/>
                      </a:moveTo>
                      <a:cubicBezTo>
                        <a:pt x="49" y="0"/>
                        <a:pt x="0" y="46"/>
                        <a:pt x="0" y="106"/>
                      </a:cubicBezTo>
                      <a:cubicBezTo>
                        <a:pt x="0" y="154"/>
                        <a:pt x="49" y="202"/>
                        <a:pt x="97" y="202"/>
                      </a:cubicBezTo>
                      <a:cubicBezTo>
                        <a:pt x="157" y="202"/>
                        <a:pt x="202" y="154"/>
                        <a:pt x="202" y="106"/>
                      </a:cubicBezTo>
                      <a:cubicBezTo>
                        <a:pt x="202" y="46"/>
                        <a:pt x="157" y="0"/>
                        <a:pt x="97" y="0"/>
                      </a:cubicBezTo>
                      <a:close/>
                    </a:path>
                  </a:pathLst>
                </a:custGeom>
                <a:solidFill>
                  <a:srgbClr val="EAE3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500" name="Google Shape;1500;p43">
                <a:extLst>
                  <a:ext uri="{FF2B5EF4-FFF2-40B4-BE49-F238E27FC236}">
                    <a16:creationId xmlns:a16="http://schemas.microsoft.com/office/drawing/2014/main" id="{AF893669-4CCF-885D-CA32-64067605FDCA}"/>
                  </a:ext>
                </a:extLst>
              </p:cNvPr>
              <p:cNvSpPr/>
              <p:nvPr/>
            </p:nvSpPr>
            <p:spPr>
              <a:xfrm>
                <a:off x="8293296" y="686153"/>
                <a:ext cx="28409" cy="28211"/>
              </a:xfrm>
              <a:custGeom>
                <a:avLst/>
                <a:gdLst/>
                <a:ahLst/>
                <a:cxnLst/>
                <a:rect l="l" t="t" r="r" b="b"/>
                <a:pathLst>
                  <a:path w="144" h="143" extrusionOk="0">
                    <a:moveTo>
                      <a:pt x="72" y="0"/>
                    </a:moveTo>
                    <a:cubicBezTo>
                      <a:pt x="38" y="0"/>
                      <a:pt x="1" y="37"/>
                      <a:pt x="1" y="71"/>
                    </a:cubicBezTo>
                    <a:cubicBezTo>
                      <a:pt x="1" y="120"/>
                      <a:pt x="38" y="143"/>
                      <a:pt x="72" y="143"/>
                    </a:cubicBezTo>
                    <a:cubicBezTo>
                      <a:pt x="120" y="143"/>
                      <a:pt x="143" y="120"/>
                      <a:pt x="143" y="71"/>
                    </a:cubicBezTo>
                    <a:cubicBezTo>
                      <a:pt x="143" y="37"/>
                      <a:pt x="120" y="0"/>
                      <a:pt x="72" y="0"/>
                    </a:cubicBezTo>
                    <a:close/>
                  </a:path>
                </a:pathLst>
              </a:custGeom>
              <a:solidFill>
                <a:srgbClr val="EAE3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43">
                <a:extLst>
                  <a:ext uri="{FF2B5EF4-FFF2-40B4-BE49-F238E27FC236}">
                    <a16:creationId xmlns:a16="http://schemas.microsoft.com/office/drawing/2014/main" id="{FC48C86F-8D40-61DB-1DF8-454ACCE4BE26}"/>
                  </a:ext>
                </a:extLst>
              </p:cNvPr>
              <p:cNvSpPr/>
              <p:nvPr/>
            </p:nvSpPr>
            <p:spPr>
              <a:xfrm>
                <a:off x="8153918" y="591391"/>
                <a:ext cx="33341" cy="32749"/>
              </a:xfrm>
              <a:custGeom>
                <a:avLst/>
                <a:gdLst/>
                <a:ahLst/>
                <a:cxnLst/>
                <a:rect l="l" t="t" r="r" b="b"/>
                <a:pathLst>
                  <a:path w="169" h="166" extrusionOk="0">
                    <a:moveTo>
                      <a:pt x="86" y="0"/>
                    </a:moveTo>
                    <a:cubicBezTo>
                      <a:pt x="37" y="0"/>
                      <a:pt x="0" y="35"/>
                      <a:pt x="0" y="83"/>
                    </a:cubicBezTo>
                    <a:cubicBezTo>
                      <a:pt x="0" y="131"/>
                      <a:pt x="37" y="165"/>
                      <a:pt x="86" y="165"/>
                    </a:cubicBezTo>
                    <a:cubicBezTo>
                      <a:pt x="120" y="165"/>
                      <a:pt x="168" y="131"/>
                      <a:pt x="168" y="83"/>
                    </a:cubicBezTo>
                    <a:cubicBezTo>
                      <a:pt x="168" y="35"/>
                      <a:pt x="120" y="0"/>
                      <a:pt x="86" y="0"/>
                    </a:cubicBezTo>
                    <a:close/>
                  </a:path>
                </a:pathLst>
              </a:custGeom>
              <a:solidFill>
                <a:srgbClr val="EAE3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02" name="Google Shape;1502;p43">
              <a:extLst>
                <a:ext uri="{FF2B5EF4-FFF2-40B4-BE49-F238E27FC236}">
                  <a16:creationId xmlns:a16="http://schemas.microsoft.com/office/drawing/2014/main" id="{C710695F-78AA-92AA-F5D7-4181FC8E5BE7}"/>
                </a:ext>
              </a:extLst>
            </p:cNvPr>
            <p:cNvSpPr/>
            <p:nvPr/>
          </p:nvSpPr>
          <p:spPr>
            <a:xfrm>
              <a:off x="8659581" y="1065567"/>
              <a:ext cx="40048" cy="40048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7" y="0"/>
                  </a:moveTo>
                  <a:cubicBezTo>
                    <a:pt x="49" y="0"/>
                    <a:pt x="0" y="46"/>
                    <a:pt x="0" y="106"/>
                  </a:cubicBezTo>
                  <a:cubicBezTo>
                    <a:pt x="0" y="154"/>
                    <a:pt x="49" y="202"/>
                    <a:pt x="97" y="202"/>
                  </a:cubicBezTo>
                  <a:cubicBezTo>
                    <a:pt x="157" y="202"/>
                    <a:pt x="202" y="154"/>
                    <a:pt x="202" y="106"/>
                  </a:cubicBezTo>
                  <a:cubicBezTo>
                    <a:pt x="202" y="46"/>
                    <a:pt x="157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43">
              <a:extLst>
                <a:ext uri="{FF2B5EF4-FFF2-40B4-BE49-F238E27FC236}">
                  <a16:creationId xmlns:a16="http://schemas.microsoft.com/office/drawing/2014/main" id="{909AFD6B-218D-3981-9372-5EA37B9A94BE}"/>
                </a:ext>
              </a:extLst>
            </p:cNvPr>
            <p:cNvSpPr/>
            <p:nvPr/>
          </p:nvSpPr>
          <p:spPr>
            <a:xfrm>
              <a:off x="8395596" y="1248841"/>
              <a:ext cx="28409" cy="28211"/>
            </a:xfrm>
            <a:custGeom>
              <a:avLst/>
              <a:gdLst/>
              <a:ahLst/>
              <a:cxnLst/>
              <a:rect l="l" t="t" r="r" b="b"/>
              <a:pathLst>
                <a:path w="144" h="143" extrusionOk="0">
                  <a:moveTo>
                    <a:pt x="72" y="0"/>
                  </a:moveTo>
                  <a:cubicBezTo>
                    <a:pt x="38" y="0"/>
                    <a:pt x="1" y="37"/>
                    <a:pt x="1" y="71"/>
                  </a:cubicBezTo>
                  <a:cubicBezTo>
                    <a:pt x="1" y="120"/>
                    <a:pt x="38" y="143"/>
                    <a:pt x="72" y="143"/>
                  </a:cubicBezTo>
                  <a:cubicBezTo>
                    <a:pt x="120" y="143"/>
                    <a:pt x="143" y="120"/>
                    <a:pt x="143" y="71"/>
                  </a:cubicBezTo>
                  <a:cubicBezTo>
                    <a:pt x="143" y="37"/>
                    <a:pt x="120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43">
              <a:extLst>
                <a:ext uri="{FF2B5EF4-FFF2-40B4-BE49-F238E27FC236}">
                  <a16:creationId xmlns:a16="http://schemas.microsoft.com/office/drawing/2014/main" id="{A5E03968-CDF0-9EC3-25A6-84CE4294037B}"/>
                </a:ext>
              </a:extLst>
            </p:cNvPr>
            <p:cNvSpPr/>
            <p:nvPr/>
          </p:nvSpPr>
          <p:spPr>
            <a:xfrm>
              <a:off x="8567577" y="1405701"/>
              <a:ext cx="26200" cy="26175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7" y="0"/>
                  </a:moveTo>
                  <a:cubicBezTo>
                    <a:pt x="49" y="0"/>
                    <a:pt x="0" y="46"/>
                    <a:pt x="0" y="106"/>
                  </a:cubicBezTo>
                  <a:cubicBezTo>
                    <a:pt x="0" y="154"/>
                    <a:pt x="49" y="202"/>
                    <a:pt x="97" y="202"/>
                  </a:cubicBezTo>
                  <a:cubicBezTo>
                    <a:pt x="157" y="202"/>
                    <a:pt x="202" y="154"/>
                    <a:pt x="202" y="106"/>
                  </a:cubicBezTo>
                  <a:cubicBezTo>
                    <a:pt x="202" y="46"/>
                    <a:pt x="157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43">
              <a:extLst>
                <a:ext uri="{FF2B5EF4-FFF2-40B4-BE49-F238E27FC236}">
                  <a16:creationId xmlns:a16="http://schemas.microsoft.com/office/drawing/2014/main" id="{9E3B3CF5-A36B-A83D-CFC1-E762E8C1B9FD}"/>
                </a:ext>
              </a:extLst>
            </p:cNvPr>
            <p:cNvSpPr/>
            <p:nvPr/>
          </p:nvSpPr>
          <p:spPr>
            <a:xfrm>
              <a:off x="8504575" y="1104915"/>
              <a:ext cx="48700" cy="48350"/>
            </a:xfrm>
            <a:custGeom>
              <a:avLst/>
              <a:gdLst/>
              <a:ahLst/>
              <a:cxnLst/>
              <a:rect l="l" t="t" r="r" b="b"/>
              <a:pathLst>
                <a:path w="144" h="143" extrusionOk="0">
                  <a:moveTo>
                    <a:pt x="72" y="0"/>
                  </a:moveTo>
                  <a:cubicBezTo>
                    <a:pt x="38" y="0"/>
                    <a:pt x="1" y="37"/>
                    <a:pt x="1" y="71"/>
                  </a:cubicBezTo>
                  <a:cubicBezTo>
                    <a:pt x="1" y="120"/>
                    <a:pt x="38" y="143"/>
                    <a:pt x="72" y="143"/>
                  </a:cubicBezTo>
                  <a:cubicBezTo>
                    <a:pt x="120" y="143"/>
                    <a:pt x="143" y="120"/>
                    <a:pt x="143" y="71"/>
                  </a:cubicBezTo>
                  <a:cubicBezTo>
                    <a:pt x="143" y="37"/>
                    <a:pt x="120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43">
              <a:extLst>
                <a:ext uri="{FF2B5EF4-FFF2-40B4-BE49-F238E27FC236}">
                  <a16:creationId xmlns:a16="http://schemas.microsoft.com/office/drawing/2014/main" id="{D177F51A-2083-4799-CFF7-0466869D4433}"/>
                </a:ext>
              </a:extLst>
            </p:cNvPr>
            <p:cNvSpPr/>
            <p:nvPr/>
          </p:nvSpPr>
          <p:spPr>
            <a:xfrm>
              <a:off x="8625024" y="1600901"/>
              <a:ext cx="33675" cy="33675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7" y="0"/>
                  </a:moveTo>
                  <a:cubicBezTo>
                    <a:pt x="49" y="0"/>
                    <a:pt x="0" y="46"/>
                    <a:pt x="0" y="106"/>
                  </a:cubicBezTo>
                  <a:cubicBezTo>
                    <a:pt x="0" y="154"/>
                    <a:pt x="49" y="202"/>
                    <a:pt x="97" y="202"/>
                  </a:cubicBezTo>
                  <a:cubicBezTo>
                    <a:pt x="157" y="202"/>
                    <a:pt x="202" y="154"/>
                    <a:pt x="202" y="106"/>
                  </a:cubicBezTo>
                  <a:cubicBezTo>
                    <a:pt x="202" y="46"/>
                    <a:pt x="157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07" name="Google Shape;1507;p43">
            <a:extLst>
              <a:ext uri="{FF2B5EF4-FFF2-40B4-BE49-F238E27FC236}">
                <a16:creationId xmlns:a16="http://schemas.microsoft.com/office/drawing/2014/main" id="{6FFEDC79-DF15-F7F7-6E8E-104D7C23D891}"/>
              </a:ext>
            </a:extLst>
          </p:cNvPr>
          <p:cNvGrpSpPr/>
          <p:nvPr/>
        </p:nvGrpSpPr>
        <p:grpSpPr>
          <a:xfrm>
            <a:off x="7359966" y="358426"/>
            <a:ext cx="1721913" cy="923174"/>
            <a:chOff x="7128900" y="211575"/>
            <a:chExt cx="1736325" cy="930901"/>
          </a:xfrm>
        </p:grpSpPr>
        <p:sp>
          <p:nvSpPr>
            <p:cNvPr id="1508" name="Google Shape;1508;p43">
              <a:extLst>
                <a:ext uri="{FF2B5EF4-FFF2-40B4-BE49-F238E27FC236}">
                  <a16:creationId xmlns:a16="http://schemas.microsoft.com/office/drawing/2014/main" id="{CEE921F2-758F-7212-C2A1-76BABA07479D}"/>
                </a:ext>
              </a:extLst>
            </p:cNvPr>
            <p:cNvSpPr/>
            <p:nvPr/>
          </p:nvSpPr>
          <p:spPr>
            <a:xfrm rot="-665562">
              <a:off x="7164234" y="578536"/>
              <a:ext cx="414494" cy="407534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lvl="0" algn="ctr"/>
              <a:r>
                <a:rPr b="0" i="0"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noFill/>
                  <a:latin typeface="Fredoka One"/>
                </a:rPr>
                <a:t>z</a:t>
              </a:r>
            </a:p>
          </p:txBody>
        </p:sp>
        <p:sp>
          <p:nvSpPr>
            <p:cNvPr id="1509" name="Google Shape;1509;p43">
              <a:extLst>
                <a:ext uri="{FF2B5EF4-FFF2-40B4-BE49-F238E27FC236}">
                  <a16:creationId xmlns:a16="http://schemas.microsoft.com/office/drawing/2014/main" id="{F0D42E20-E43B-F5DD-C29D-B082F84D05C0}"/>
                </a:ext>
              </a:extLst>
            </p:cNvPr>
            <p:cNvSpPr/>
            <p:nvPr/>
          </p:nvSpPr>
          <p:spPr>
            <a:xfrm rot="1035015">
              <a:off x="7718641" y="260278"/>
              <a:ext cx="404653" cy="502242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lvl="0" algn="ctr"/>
              <a:r>
                <a:rPr b="0" i="0"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noFill/>
                  <a:latin typeface="Fredoka One"/>
                </a:rPr>
                <a:t>Z</a:t>
              </a:r>
            </a:p>
          </p:txBody>
        </p:sp>
        <p:sp>
          <p:nvSpPr>
            <p:cNvPr id="1510" name="Google Shape;1510;p43">
              <a:extLst>
                <a:ext uri="{FF2B5EF4-FFF2-40B4-BE49-F238E27FC236}">
                  <a16:creationId xmlns:a16="http://schemas.microsoft.com/office/drawing/2014/main" id="{BEA5DA12-0DC0-A2B6-9FE7-A2FAB526904B}"/>
                </a:ext>
              </a:extLst>
            </p:cNvPr>
            <p:cNvSpPr/>
            <p:nvPr/>
          </p:nvSpPr>
          <p:spPr>
            <a:xfrm rot="552470">
              <a:off x="8241636" y="393176"/>
              <a:ext cx="570603" cy="708209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lvl="0" algn="ctr"/>
              <a:r>
                <a:rPr b="0" i="0" dirty="0"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noFill/>
                  <a:latin typeface="Fredoka One"/>
                </a:rPr>
                <a:t>Z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715694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4" name="Google Shape;3674;p68"/>
          <p:cNvSpPr txBox="1">
            <a:spLocks noGrp="1"/>
          </p:cNvSpPr>
          <p:nvPr>
            <p:ph type="subTitle" idx="1"/>
          </p:nvPr>
        </p:nvSpPr>
        <p:spPr>
          <a:xfrm>
            <a:off x="4074293" y="2326702"/>
            <a:ext cx="3852000" cy="10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sz="2000" b="1" dirty="0"/>
              <a:t>Въпроси?</a:t>
            </a:r>
            <a:endParaRPr sz="2000" dirty="0"/>
          </a:p>
        </p:txBody>
      </p:sp>
      <p:sp>
        <p:nvSpPr>
          <p:cNvPr id="3689" name="Google Shape;3689;p68"/>
          <p:cNvSpPr txBox="1">
            <a:spLocks noGrp="1"/>
          </p:cNvSpPr>
          <p:nvPr>
            <p:ph type="ctrTitle"/>
          </p:nvPr>
        </p:nvSpPr>
        <p:spPr>
          <a:xfrm flipH="1">
            <a:off x="4074293" y="1550793"/>
            <a:ext cx="4421433" cy="83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Благодарим за вниманието</a:t>
            </a:r>
            <a:r>
              <a:rPr lang="en" dirty="0">
                <a:solidFill>
                  <a:schemeClr val="accent3"/>
                </a:solidFill>
              </a:rPr>
              <a:t>!</a:t>
            </a:r>
            <a:endParaRPr dirty="0">
              <a:solidFill>
                <a:schemeClr val="accent3"/>
              </a:solidFill>
            </a:endParaRPr>
          </a:p>
        </p:txBody>
      </p:sp>
      <p:grpSp>
        <p:nvGrpSpPr>
          <p:cNvPr id="3690" name="Google Shape;3690;p68"/>
          <p:cNvGrpSpPr/>
          <p:nvPr/>
        </p:nvGrpSpPr>
        <p:grpSpPr>
          <a:xfrm>
            <a:off x="727611" y="1302286"/>
            <a:ext cx="3379783" cy="2999844"/>
            <a:chOff x="-3727551" y="1302286"/>
            <a:chExt cx="3379783" cy="2999844"/>
          </a:xfrm>
        </p:grpSpPr>
        <p:sp>
          <p:nvSpPr>
            <p:cNvPr id="3691" name="Google Shape;3691;p68"/>
            <p:cNvSpPr/>
            <p:nvPr/>
          </p:nvSpPr>
          <p:spPr>
            <a:xfrm>
              <a:off x="-682034" y="4004541"/>
              <a:ext cx="330546" cy="57764"/>
            </a:xfrm>
            <a:custGeom>
              <a:avLst/>
              <a:gdLst/>
              <a:ahLst/>
              <a:cxnLst/>
              <a:rect l="l" t="t" r="r" b="b"/>
              <a:pathLst>
                <a:path w="2123" h="371" extrusionOk="0">
                  <a:moveTo>
                    <a:pt x="1067" y="1"/>
                  </a:moveTo>
                  <a:cubicBezTo>
                    <a:pt x="476" y="1"/>
                    <a:pt x="0" y="86"/>
                    <a:pt x="0" y="180"/>
                  </a:cubicBezTo>
                  <a:cubicBezTo>
                    <a:pt x="0" y="285"/>
                    <a:pt x="476" y="371"/>
                    <a:pt x="1067" y="371"/>
                  </a:cubicBezTo>
                  <a:cubicBezTo>
                    <a:pt x="1648" y="371"/>
                    <a:pt x="2123" y="285"/>
                    <a:pt x="2123" y="180"/>
                  </a:cubicBezTo>
                  <a:cubicBezTo>
                    <a:pt x="2123" y="86"/>
                    <a:pt x="1648" y="1"/>
                    <a:pt x="1067" y="1"/>
                  </a:cubicBezTo>
                  <a:close/>
                </a:path>
              </a:pathLst>
            </a:custGeom>
            <a:solidFill>
              <a:srgbClr val="EAE3FF">
                <a:alpha val="8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92" name="Google Shape;3692;p68"/>
            <p:cNvGrpSpPr/>
            <p:nvPr/>
          </p:nvGrpSpPr>
          <p:grpSpPr>
            <a:xfrm>
              <a:off x="-3727551" y="1302286"/>
              <a:ext cx="3379783" cy="2999844"/>
              <a:chOff x="741499" y="1217261"/>
              <a:chExt cx="3379783" cy="2999844"/>
            </a:xfrm>
          </p:grpSpPr>
          <p:sp>
            <p:nvSpPr>
              <p:cNvPr id="3693" name="Google Shape;3693;p68"/>
              <p:cNvSpPr/>
              <p:nvPr/>
            </p:nvSpPr>
            <p:spPr>
              <a:xfrm>
                <a:off x="1505125" y="3649275"/>
                <a:ext cx="1662300" cy="150000"/>
              </a:xfrm>
              <a:prstGeom prst="ellipse">
                <a:avLst/>
              </a:prstGeom>
              <a:solidFill>
                <a:srgbClr val="EAE3FF">
                  <a:alpha val="88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694" name="Google Shape;3694;p68"/>
              <p:cNvGrpSpPr/>
              <p:nvPr/>
            </p:nvGrpSpPr>
            <p:grpSpPr>
              <a:xfrm>
                <a:off x="1564977" y="1217261"/>
                <a:ext cx="1806667" cy="2534632"/>
                <a:chOff x="4975425" y="3825357"/>
                <a:chExt cx="242499" cy="340205"/>
              </a:xfrm>
            </p:grpSpPr>
            <p:sp>
              <p:nvSpPr>
                <p:cNvPr id="3695" name="Google Shape;3695;p68"/>
                <p:cNvSpPr/>
                <p:nvPr/>
              </p:nvSpPr>
              <p:spPr>
                <a:xfrm>
                  <a:off x="5001317" y="4117267"/>
                  <a:ext cx="31199" cy="402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1" h="1305" extrusionOk="0">
                      <a:moveTo>
                        <a:pt x="659" y="0"/>
                      </a:moveTo>
                      <a:cubicBezTo>
                        <a:pt x="540" y="0"/>
                        <a:pt x="427" y="70"/>
                        <a:pt x="381" y="189"/>
                      </a:cubicBezTo>
                      <a:lnTo>
                        <a:pt x="26" y="1077"/>
                      </a:lnTo>
                      <a:cubicBezTo>
                        <a:pt x="0" y="1137"/>
                        <a:pt x="26" y="1219"/>
                        <a:pt x="86" y="1267"/>
                      </a:cubicBezTo>
                      <a:cubicBezTo>
                        <a:pt x="115" y="1292"/>
                        <a:pt x="150" y="1304"/>
                        <a:pt x="185" y="1304"/>
                      </a:cubicBezTo>
                      <a:cubicBezTo>
                        <a:pt x="235" y="1304"/>
                        <a:pt x="286" y="1279"/>
                        <a:pt x="322" y="1231"/>
                      </a:cubicBezTo>
                      <a:lnTo>
                        <a:pt x="902" y="497"/>
                      </a:lnTo>
                      <a:cubicBezTo>
                        <a:pt x="913" y="474"/>
                        <a:pt x="939" y="437"/>
                        <a:pt x="939" y="414"/>
                      </a:cubicBezTo>
                      <a:cubicBezTo>
                        <a:pt x="1010" y="260"/>
                        <a:pt x="925" y="81"/>
                        <a:pt x="771" y="21"/>
                      </a:cubicBezTo>
                      <a:cubicBezTo>
                        <a:pt x="735" y="7"/>
                        <a:pt x="697" y="0"/>
                        <a:pt x="65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96" name="Google Shape;3696;p68"/>
                <p:cNvSpPr/>
                <p:nvPr/>
              </p:nvSpPr>
              <p:spPr>
                <a:xfrm>
                  <a:off x="5118062" y="4119520"/>
                  <a:ext cx="31138" cy="403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9" h="1306" extrusionOk="0">
                      <a:moveTo>
                        <a:pt x="341" y="0"/>
                      </a:moveTo>
                      <a:cubicBezTo>
                        <a:pt x="276" y="0"/>
                        <a:pt x="210" y="22"/>
                        <a:pt x="155" y="68"/>
                      </a:cubicBezTo>
                      <a:cubicBezTo>
                        <a:pt x="24" y="173"/>
                        <a:pt x="1" y="364"/>
                        <a:pt x="95" y="495"/>
                      </a:cubicBezTo>
                      <a:lnTo>
                        <a:pt x="675" y="1240"/>
                      </a:lnTo>
                      <a:cubicBezTo>
                        <a:pt x="708" y="1281"/>
                        <a:pt x="757" y="1306"/>
                        <a:pt x="807" y="1306"/>
                      </a:cubicBezTo>
                      <a:cubicBezTo>
                        <a:pt x="831" y="1306"/>
                        <a:pt x="855" y="1300"/>
                        <a:pt x="877" y="1288"/>
                      </a:cubicBezTo>
                      <a:cubicBezTo>
                        <a:pt x="960" y="1254"/>
                        <a:pt x="1008" y="1158"/>
                        <a:pt x="971" y="1075"/>
                      </a:cubicBezTo>
                      <a:lnTo>
                        <a:pt x="615" y="199"/>
                      </a:lnTo>
                      <a:cubicBezTo>
                        <a:pt x="604" y="162"/>
                        <a:pt x="593" y="139"/>
                        <a:pt x="581" y="116"/>
                      </a:cubicBezTo>
                      <a:cubicBezTo>
                        <a:pt x="519" y="41"/>
                        <a:pt x="430" y="0"/>
                        <a:pt x="34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97" name="Google Shape;3697;p68"/>
                <p:cNvSpPr/>
                <p:nvPr/>
              </p:nvSpPr>
              <p:spPr>
                <a:xfrm>
                  <a:off x="5088405" y="3825357"/>
                  <a:ext cx="104677" cy="938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2" h="3042" extrusionOk="0">
                      <a:moveTo>
                        <a:pt x="1287" y="0"/>
                      </a:moveTo>
                      <a:cubicBezTo>
                        <a:pt x="995" y="0"/>
                        <a:pt x="726" y="93"/>
                        <a:pt x="521" y="283"/>
                      </a:cubicBezTo>
                      <a:cubicBezTo>
                        <a:pt x="0" y="781"/>
                        <a:pt x="251" y="1634"/>
                        <a:pt x="891" y="2323"/>
                      </a:cubicBezTo>
                      <a:cubicBezTo>
                        <a:pt x="1311" y="2773"/>
                        <a:pt x="1796" y="3041"/>
                        <a:pt x="2227" y="3041"/>
                      </a:cubicBezTo>
                      <a:cubicBezTo>
                        <a:pt x="2463" y="3041"/>
                        <a:pt x="2683" y="2960"/>
                        <a:pt x="2868" y="2784"/>
                      </a:cubicBezTo>
                      <a:cubicBezTo>
                        <a:pt x="3392" y="2297"/>
                        <a:pt x="3295" y="1338"/>
                        <a:pt x="2643" y="650"/>
                      </a:cubicBezTo>
                      <a:cubicBezTo>
                        <a:pt x="2247" y="224"/>
                        <a:pt x="1740" y="0"/>
                        <a:pt x="1287" y="0"/>
                      </a:cubicBezTo>
                      <a:close/>
                    </a:path>
                  </a:pathLst>
                </a:custGeom>
                <a:solidFill>
                  <a:srgbClr val="695EA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98" name="Google Shape;3698;p68"/>
                <p:cNvSpPr/>
                <p:nvPr/>
              </p:nvSpPr>
              <p:spPr>
                <a:xfrm>
                  <a:off x="5093497" y="3839461"/>
                  <a:ext cx="78354" cy="70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9" h="2284" extrusionOk="0">
                      <a:moveTo>
                        <a:pt x="728" y="1"/>
                      </a:moveTo>
                      <a:cubicBezTo>
                        <a:pt x="568" y="1"/>
                        <a:pt x="427" y="47"/>
                        <a:pt x="322" y="145"/>
                      </a:cubicBezTo>
                      <a:cubicBezTo>
                        <a:pt x="0" y="455"/>
                        <a:pt x="251" y="1095"/>
                        <a:pt x="771" y="1652"/>
                      </a:cubicBezTo>
                      <a:cubicBezTo>
                        <a:pt x="1130" y="2043"/>
                        <a:pt x="1531" y="2283"/>
                        <a:pt x="1853" y="2283"/>
                      </a:cubicBezTo>
                      <a:cubicBezTo>
                        <a:pt x="1987" y="2283"/>
                        <a:pt x="2108" y="2241"/>
                        <a:pt x="2205" y="2150"/>
                      </a:cubicBezTo>
                      <a:cubicBezTo>
                        <a:pt x="2538" y="1840"/>
                        <a:pt x="2384" y="1140"/>
                        <a:pt x="1864" y="597"/>
                      </a:cubicBezTo>
                      <a:cubicBezTo>
                        <a:pt x="1506" y="216"/>
                        <a:pt x="1073" y="1"/>
                        <a:pt x="7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99" name="Google Shape;3699;p68"/>
                <p:cNvSpPr/>
                <p:nvPr/>
              </p:nvSpPr>
              <p:spPr>
                <a:xfrm>
                  <a:off x="4975425" y="3862267"/>
                  <a:ext cx="166027" cy="2831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80" h="9175" extrusionOk="0">
                      <a:moveTo>
                        <a:pt x="2654" y="0"/>
                      </a:moveTo>
                      <a:cubicBezTo>
                        <a:pt x="1183" y="0"/>
                        <a:pt x="0" y="2051"/>
                        <a:pt x="0" y="4586"/>
                      </a:cubicBezTo>
                      <a:cubicBezTo>
                        <a:pt x="0" y="7112"/>
                        <a:pt x="1183" y="9175"/>
                        <a:pt x="2654" y="9175"/>
                      </a:cubicBezTo>
                      <a:lnTo>
                        <a:pt x="5226" y="9175"/>
                      </a:lnTo>
                      <a:lnTo>
                        <a:pt x="5380" y="11"/>
                      </a:lnTo>
                      <a:cubicBezTo>
                        <a:pt x="5380" y="11"/>
                        <a:pt x="2939" y="0"/>
                        <a:pt x="265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00" name="Google Shape;3700;p68"/>
                <p:cNvSpPr/>
                <p:nvPr/>
              </p:nvSpPr>
              <p:spPr>
                <a:xfrm>
                  <a:off x="5024400" y="3862267"/>
                  <a:ext cx="84124" cy="2831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6" h="9175" extrusionOk="0">
                      <a:moveTo>
                        <a:pt x="2655" y="0"/>
                      </a:moveTo>
                      <a:cubicBezTo>
                        <a:pt x="1187" y="0"/>
                        <a:pt x="0" y="2051"/>
                        <a:pt x="0" y="4586"/>
                      </a:cubicBezTo>
                      <a:cubicBezTo>
                        <a:pt x="0" y="7112"/>
                        <a:pt x="1187" y="9175"/>
                        <a:pt x="2655" y="9175"/>
                      </a:cubicBezTo>
                      <a:lnTo>
                        <a:pt x="2726" y="9175"/>
                      </a:lnTo>
                      <a:cubicBezTo>
                        <a:pt x="1258" y="9175"/>
                        <a:pt x="60" y="7112"/>
                        <a:pt x="60" y="4586"/>
                      </a:cubicBezTo>
                      <a:cubicBezTo>
                        <a:pt x="60" y="2051"/>
                        <a:pt x="1244" y="0"/>
                        <a:pt x="271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01" name="Google Shape;3701;p68"/>
                <p:cNvSpPr/>
                <p:nvPr/>
              </p:nvSpPr>
              <p:spPr>
                <a:xfrm>
                  <a:off x="5053286" y="3862267"/>
                  <a:ext cx="164638" cy="2831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35" h="9175" extrusionOk="0">
                      <a:moveTo>
                        <a:pt x="2669" y="0"/>
                      </a:moveTo>
                      <a:cubicBezTo>
                        <a:pt x="1198" y="0"/>
                        <a:pt x="0" y="2051"/>
                        <a:pt x="0" y="4586"/>
                      </a:cubicBezTo>
                      <a:cubicBezTo>
                        <a:pt x="0" y="7112"/>
                        <a:pt x="1198" y="9175"/>
                        <a:pt x="2669" y="9175"/>
                      </a:cubicBezTo>
                      <a:cubicBezTo>
                        <a:pt x="4137" y="9175"/>
                        <a:pt x="5335" y="7112"/>
                        <a:pt x="5335" y="4586"/>
                      </a:cubicBezTo>
                      <a:cubicBezTo>
                        <a:pt x="5335" y="2051"/>
                        <a:pt x="4137" y="0"/>
                        <a:pt x="266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02" name="Google Shape;3702;p68"/>
                <p:cNvSpPr/>
                <p:nvPr/>
              </p:nvSpPr>
              <p:spPr>
                <a:xfrm>
                  <a:off x="5066463" y="3871370"/>
                  <a:ext cx="142326" cy="2644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12" h="8570" extrusionOk="0">
                      <a:moveTo>
                        <a:pt x="2299" y="1"/>
                      </a:moveTo>
                      <a:cubicBezTo>
                        <a:pt x="1033" y="1"/>
                        <a:pt x="0" y="1921"/>
                        <a:pt x="0" y="4291"/>
                      </a:cubicBezTo>
                      <a:cubicBezTo>
                        <a:pt x="0" y="6649"/>
                        <a:pt x="1033" y="8570"/>
                        <a:pt x="2299" y="8570"/>
                      </a:cubicBezTo>
                      <a:cubicBezTo>
                        <a:pt x="3579" y="8570"/>
                        <a:pt x="4612" y="6649"/>
                        <a:pt x="4612" y="4291"/>
                      </a:cubicBezTo>
                      <a:cubicBezTo>
                        <a:pt x="4612" y="1921"/>
                        <a:pt x="3579" y="1"/>
                        <a:pt x="229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03" name="Google Shape;3703;p68"/>
                <p:cNvSpPr/>
                <p:nvPr/>
              </p:nvSpPr>
              <p:spPr>
                <a:xfrm>
                  <a:off x="5120623" y="3884208"/>
                  <a:ext cx="13208" cy="245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" h="795" extrusionOk="0">
                      <a:moveTo>
                        <a:pt x="214" y="0"/>
                      </a:moveTo>
                      <a:cubicBezTo>
                        <a:pt x="94" y="0"/>
                        <a:pt x="0" y="177"/>
                        <a:pt x="0" y="401"/>
                      </a:cubicBezTo>
                      <a:cubicBezTo>
                        <a:pt x="0" y="615"/>
                        <a:pt x="94" y="794"/>
                        <a:pt x="214" y="794"/>
                      </a:cubicBezTo>
                      <a:cubicBezTo>
                        <a:pt x="330" y="794"/>
                        <a:pt x="427" y="615"/>
                        <a:pt x="427" y="401"/>
                      </a:cubicBezTo>
                      <a:cubicBezTo>
                        <a:pt x="427" y="177"/>
                        <a:pt x="330" y="0"/>
                        <a:pt x="214" y="0"/>
                      </a:cubicBezTo>
                      <a:close/>
                    </a:path>
                  </a:pathLst>
                </a:custGeom>
                <a:solidFill>
                  <a:srgbClr val="9A66A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04" name="Google Shape;3704;p68"/>
                <p:cNvSpPr/>
                <p:nvPr/>
              </p:nvSpPr>
              <p:spPr>
                <a:xfrm>
                  <a:off x="5120623" y="4097115"/>
                  <a:ext cx="13208" cy="24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" h="794" extrusionOk="0">
                      <a:moveTo>
                        <a:pt x="214" y="0"/>
                      </a:moveTo>
                      <a:cubicBezTo>
                        <a:pt x="94" y="0"/>
                        <a:pt x="0" y="177"/>
                        <a:pt x="0" y="390"/>
                      </a:cubicBezTo>
                      <a:cubicBezTo>
                        <a:pt x="0" y="615"/>
                        <a:pt x="94" y="794"/>
                        <a:pt x="214" y="794"/>
                      </a:cubicBezTo>
                      <a:cubicBezTo>
                        <a:pt x="330" y="794"/>
                        <a:pt x="427" y="615"/>
                        <a:pt x="427" y="390"/>
                      </a:cubicBezTo>
                      <a:cubicBezTo>
                        <a:pt x="427" y="177"/>
                        <a:pt x="330" y="0"/>
                        <a:pt x="214" y="0"/>
                      </a:cubicBezTo>
                      <a:close/>
                    </a:path>
                  </a:pathLst>
                </a:custGeom>
                <a:solidFill>
                  <a:srgbClr val="9A66A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05" name="Google Shape;3705;p68"/>
                <p:cNvSpPr/>
                <p:nvPr/>
              </p:nvSpPr>
              <p:spPr>
                <a:xfrm>
                  <a:off x="5174691" y="3986573"/>
                  <a:ext cx="13208" cy="246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" h="798" extrusionOk="0">
                      <a:moveTo>
                        <a:pt x="214" y="0"/>
                      </a:moveTo>
                      <a:cubicBezTo>
                        <a:pt x="98" y="0"/>
                        <a:pt x="1" y="180"/>
                        <a:pt x="1" y="404"/>
                      </a:cubicBezTo>
                      <a:cubicBezTo>
                        <a:pt x="1" y="618"/>
                        <a:pt x="98" y="797"/>
                        <a:pt x="214" y="797"/>
                      </a:cubicBezTo>
                      <a:cubicBezTo>
                        <a:pt x="334" y="797"/>
                        <a:pt x="428" y="618"/>
                        <a:pt x="428" y="404"/>
                      </a:cubicBezTo>
                      <a:cubicBezTo>
                        <a:pt x="428" y="180"/>
                        <a:pt x="334" y="0"/>
                        <a:pt x="214" y="0"/>
                      </a:cubicBezTo>
                      <a:close/>
                    </a:path>
                  </a:pathLst>
                </a:custGeom>
                <a:solidFill>
                  <a:srgbClr val="9A66A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06" name="Google Shape;3706;p68"/>
                <p:cNvSpPr/>
                <p:nvPr/>
              </p:nvSpPr>
              <p:spPr>
                <a:xfrm>
                  <a:off x="5074888" y="4003793"/>
                  <a:ext cx="13177" cy="24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" h="794" extrusionOk="0">
                      <a:moveTo>
                        <a:pt x="214" y="0"/>
                      </a:moveTo>
                      <a:cubicBezTo>
                        <a:pt x="94" y="0"/>
                        <a:pt x="0" y="179"/>
                        <a:pt x="0" y="404"/>
                      </a:cubicBezTo>
                      <a:cubicBezTo>
                        <a:pt x="0" y="617"/>
                        <a:pt x="94" y="794"/>
                        <a:pt x="214" y="794"/>
                      </a:cubicBezTo>
                      <a:cubicBezTo>
                        <a:pt x="333" y="794"/>
                        <a:pt x="427" y="617"/>
                        <a:pt x="427" y="404"/>
                      </a:cubicBezTo>
                      <a:cubicBezTo>
                        <a:pt x="427" y="179"/>
                        <a:pt x="333" y="0"/>
                        <a:pt x="214" y="0"/>
                      </a:cubicBezTo>
                      <a:close/>
                    </a:path>
                  </a:pathLst>
                </a:custGeom>
                <a:solidFill>
                  <a:srgbClr val="9A66A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07" name="Google Shape;3707;p68"/>
                <p:cNvSpPr/>
                <p:nvPr/>
              </p:nvSpPr>
              <p:spPr>
                <a:xfrm>
                  <a:off x="5132659" y="3885258"/>
                  <a:ext cx="39871" cy="1850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2" h="5997" extrusionOk="0">
                      <a:moveTo>
                        <a:pt x="296" y="0"/>
                      </a:moveTo>
                      <a:cubicBezTo>
                        <a:pt x="239" y="0"/>
                        <a:pt x="191" y="37"/>
                        <a:pt x="191" y="97"/>
                      </a:cubicBezTo>
                      <a:lnTo>
                        <a:pt x="0" y="3867"/>
                      </a:lnTo>
                      <a:lnTo>
                        <a:pt x="1104" y="5952"/>
                      </a:lnTo>
                      <a:cubicBezTo>
                        <a:pt x="1120" y="5976"/>
                        <a:pt x="1156" y="5997"/>
                        <a:pt x="1192" y="5997"/>
                      </a:cubicBezTo>
                      <a:cubicBezTo>
                        <a:pt x="1207" y="5997"/>
                        <a:pt x="1221" y="5993"/>
                        <a:pt x="1235" y="5986"/>
                      </a:cubicBezTo>
                      <a:cubicBezTo>
                        <a:pt x="1280" y="5963"/>
                        <a:pt x="1292" y="5904"/>
                        <a:pt x="1269" y="5858"/>
                      </a:cubicBezTo>
                      <a:lnTo>
                        <a:pt x="191" y="3818"/>
                      </a:lnTo>
                      <a:lnTo>
                        <a:pt x="381" y="97"/>
                      </a:lnTo>
                      <a:cubicBezTo>
                        <a:pt x="381" y="49"/>
                        <a:pt x="344" y="0"/>
                        <a:pt x="296" y="0"/>
                      </a:cubicBezTo>
                      <a:close/>
                    </a:path>
                  </a:pathLst>
                </a:custGeom>
                <a:solidFill>
                  <a:srgbClr val="17143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08" name="Google Shape;3708;p68"/>
                <p:cNvSpPr/>
                <p:nvPr/>
              </p:nvSpPr>
              <p:spPr>
                <a:xfrm>
                  <a:off x="5120284" y="3984011"/>
                  <a:ext cx="21170" cy="391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6" h="1270" extrusionOk="0">
                      <a:moveTo>
                        <a:pt x="341" y="1"/>
                      </a:moveTo>
                      <a:cubicBezTo>
                        <a:pt x="154" y="1"/>
                        <a:pt x="0" y="285"/>
                        <a:pt x="0" y="641"/>
                      </a:cubicBezTo>
                      <a:cubicBezTo>
                        <a:pt x="0" y="985"/>
                        <a:pt x="154" y="1270"/>
                        <a:pt x="341" y="1270"/>
                      </a:cubicBezTo>
                      <a:cubicBezTo>
                        <a:pt x="532" y="1270"/>
                        <a:pt x="686" y="985"/>
                        <a:pt x="686" y="641"/>
                      </a:cubicBezTo>
                      <a:cubicBezTo>
                        <a:pt x="686" y="285"/>
                        <a:pt x="532" y="1"/>
                        <a:pt x="341" y="1"/>
                      </a:cubicBezTo>
                      <a:close/>
                    </a:path>
                  </a:pathLst>
                </a:custGeom>
                <a:solidFill>
                  <a:srgbClr val="272A4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09" name="Google Shape;3709;p68"/>
                <p:cNvSpPr/>
                <p:nvPr/>
              </p:nvSpPr>
              <p:spPr>
                <a:xfrm>
                  <a:off x="5126425" y="3984011"/>
                  <a:ext cx="21263" cy="391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9" h="1270" extrusionOk="0">
                      <a:moveTo>
                        <a:pt x="344" y="1"/>
                      </a:moveTo>
                      <a:cubicBezTo>
                        <a:pt x="157" y="1"/>
                        <a:pt x="0" y="285"/>
                        <a:pt x="0" y="641"/>
                      </a:cubicBezTo>
                      <a:cubicBezTo>
                        <a:pt x="0" y="985"/>
                        <a:pt x="157" y="1270"/>
                        <a:pt x="344" y="1270"/>
                      </a:cubicBezTo>
                      <a:cubicBezTo>
                        <a:pt x="535" y="1270"/>
                        <a:pt x="689" y="985"/>
                        <a:pt x="689" y="641"/>
                      </a:cubicBezTo>
                      <a:cubicBezTo>
                        <a:pt x="689" y="285"/>
                        <a:pt x="535" y="1"/>
                        <a:pt x="344" y="1"/>
                      </a:cubicBezTo>
                      <a:close/>
                    </a:path>
                  </a:pathLst>
                </a:custGeom>
                <a:solidFill>
                  <a:srgbClr val="FF71B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10" name="Google Shape;3710;p68"/>
                <p:cNvSpPr/>
                <p:nvPr/>
              </p:nvSpPr>
              <p:spPr>
                <a:xfrm>
                  <a:off x="5129388" y="3871370"/>
                  <a:ext cx="79773" cy="2644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5" h="8570" extrusionOk="0">
                      <a:moveTo>
                        <a:pt x="248" y="1"/>
                      </a:moveTo>
                      <a:cubicBezTo>
                        <a:pt x="166" y="1"/>
                        <a:pt x="83" y="12"/>
                        <a:pt x="1" y="24"/>
                      </a:cubicBezTo>
                      <a:cubicBezTo>
                        <a:pt x="1173" y="263"/>
                        <a:pt x="2086" y="2075"/>
                        <a:pt x="2086" y="4291"/>
                      </a:cubicBezTo>
                      <a:cubicBezTo>
                        <a:pt x="2086" y="6496"/>
                        <a:pt x="1173" y="8322"/>
                        <a:pt x="1" y="8547"/>
                      </a:cubicBezTo>
                      <a:cubicBezTo>
                        <a:pt x="83" y="8558"/>
                        <a:pt x="166" y="8570"/>
                        <a:pt x="248" y="8570"/>
                      </a:cubicBezTo>
                      <a:cubicBezTo>
                        <a:pt x="1540" y="8570"/>
                        <a:pt x="2584" y="6649"/>
                        <a:pt x="2584" y="4291"/>
                      </a:cubicBezTo>
                      <a:cubicBezTo>
                        <a:pt x="2584" y="1921"/>
                        <a:pt x="1540" y="1"/>
                        <a:pt x="248" y="1"/>
                      </a:cubicBezTo>
                      <a:close/>
                    </a:path>
                  </a:pathLst>
                </a:custGeom>
                <a:solidFill>
                  <a:srgbClr val="272A4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11" name="Google Shape;3711;p68"/>
                <p:cNvSpPr/>
                <p:nvPr/>
              </p:nvSpPr>
              <p:spPr>
                <a:xfrm>
                  <a:off x="5064951" y="3871370"/>
                  <a:ext cx="144209" cy="2644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73" h="8570" extrusionOk="0">
                      <a:moveTo>
                        <a:pt x="2336" y="95"/>
                      </a:moveTo>
                      <a:cubicBezTo>
                        <a:pt x="2931" y="95"/>
                        <a:pt x="3474" y="522"/>
                        <a:pt x="3901" y="1304"/>
                      </a:cubicBezTo>
                      <a:cubicBezTo>
                        <a:pt x="4339" y="2098"/>
                        <a:pt x="4578" y="3164"/>
                        <a:pt x="4578" y="4291"/>
                      </a:cubicBezTo>
                      <a:cubicBezTo>
                        <a:pt x="4578" y="5418"/>
                        <a:pt x="4339" y="6473"/>
                        <a:pt x="3901" y="7278"/>
                      </a:cubicBezTo>
                      <a:cubicBezTo>
                        <a:pt x="3474" y="8049"/>
                        <a:pt x="2931" y="8476"/>
                        <a:pt x="2336" y="8476"/>
                      </a:cubicBezTo>
                      <a:cubicBezTo>
                        <a:pt x="1745" y="8476"/>
                        <a:pt x="1198" y="8049"/>
                        <a:pt x="772" y="7278"/>
                      </a:cubicBezTo>
                      <a:cubicBezTo>
                        <a:pt x="334" y="6473"/>
                        <a:pt x="98" y="5418"/>
                        <a:pt x="98" y="4291"/>
                      </a:cubicBezTo>
                      <a:cubicBezTo>
                        <a:pt x="98" y="3164"/>
                        <a:pt x="334" y="2098"/>
                        <a:pt x="772" y="1304"/>
                      </a:cubicBezTo>
                      <a:cubicBezTo>
                        <a:pt x="1198" y="522"/>
                        <a:pt x="1745" y="95"/>
                        <a:pt x="2336" y="95"/>
                      </a:cubicBezTo>
                      <a:close/>
                      <a:moveTo>
                        <a:pt x="2336" y="1"/>
                      </a:moveTo>
                      <a:cubicBezTo>
                        <a:pt x="1045" y="1"/>
                        <a:pt x="1" y="1921"/>
                        <a:pt x="1" y="4291"/>
                      </a:cubicBezTo>
                      <a:cubicBezTo>
                        <a:pt x="1" y="6649"/>
                        <a:pt x="1045" y="8570"/>
                        <a:pt x="2336" y="8570"/>
                      </a:cubicBezTo>
                      <a:cubicBezTo>
                        <a:pt x="3628" y="8570"/>
                        <a:pt x="4672" y="6649"/>
                        <a:pt x="4672" y="4291"/>
                      </a:cubicBezTo>
                      <a:cubicBezTo>
                        <a:pt x="4672" y="1921"/>
                        <a:pt x="3628" y="1"/>
                        <a:pt x="2336" y="1"/>
                      </a:cubicBezTo>
                      <a:close/>
                    </a:path>
                  </a:pathLst>
                </a:custGeom>
                <a:solidFill>
                  <a:srgbClr val="3F377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12" name="Google Shape;3712;p68"/>
                <p:cNvSpPr/>
                <p:nvPr/>
              </p:nvSpPr>
              <p:spPr>
                <a:xfrm>
                  <a:off x="4993663" y="3825357"/>
                  <a:ext cx="104677" cy="938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2" h="3042" extrusionOk="0">
                      <a:moveTo>
                        <a:pt x="2105" y="0"/>
                      </a:moveTo>
                      <a:cubicBezTo>
                        <a:pt x="1651" y="0"/>
                        <a:pt x="1144" y="224"/>
                        <a:pt x="746" y="650"/>
                      </a:cubicBezTo>
                      <a:cubicBezTo>
                        <a:pt x="95" y="1338"/>
                        <a:pt x="1" y="2297"/>
                        <a:pt x="521" y="2784"/>
                      </a:cubicBezTo>
                      <a:cubicBezTo>
                        <a:pt x="707" y="2960"/>
                        <a:pt x="928" y="3041"/>
                        <a:pt x="1165" y="3041"/>
                      </a:cubicBezTo>
                      <a:cubicBezTo>
                        <a:pt x="1596" y="3041"/>
                        <a:pt x="2081" y="2773"/>
                        <a:pt x="2501" y="2323"/>
                      </a:cubicBezTo>
                      <a:cubicBezTo>
                        <a:pt x="3142" y="1634"/>
                        <a:pt x="3392" y="781"/>
                        <a:pt x="2868" y="283"/>
                      </a:cubicBezTo>
                      <a:cubicBezTo>
                        <a:pt x="2665" y="93"/>
                        <a:pt x="2396" y="0"/>
                        <a:pt x="2105" y="0"/>
                      </a:cubicBezTo>
                      <a:close/>
                    </a:path>
                  </a:pathLst>
                </a:custGeom>
                <a:solidFill>
                  <a:srgbClr val="695EA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13" name="Google Shape;3713;p68"/>
                <p:cNvSpPr/>
                <p:nvPr/>
              </p:nvSpPr>
              <p:spPr>
                <a:xfrm>
                  <a:off x="5010883" y="3834677"/>
                  <a:ext cx="46105" cy="414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4" h="1343" extrusionOk="0">
                      <a:moveTo>
                        <a:pt x="930" y="0"/>
                      </a:moveTo>
                      <a:cubicBezTo>
                        <a:pt x="728" y="0"/>
                        <a:pt x="505" y="100"/>
                        <a:pt x="330" y="288"/>
                      </a:cubicBezTo>
                      <a:cubicBezTo>
                        <a:pt x="46" y="584"/>
                        <a:pt x="0" y="1011"/>
                        <a:pt x="225" y="1224"/>
                      </a:cubicBezTo>
                      <a:cubicBezTo>
                        <a:pt x="309" y="1305"/>
                        <a:pt x="409" y="1342"/>
                        <a:pt x="515" y="1342"/>
                      </a:cubicBezTo>
                      <a:cubicBezTo>
                        <a:pt x="706" y="1342"/>
                        <a:pt x="918" y="1222"/>
                        <a:pt x="1101" y="1025"/>
                      </a:cubicBezTo>
                      <a:cubicBezTo>
                        <a:pt x="1386" y="715"/>
                        <a:pt x="1494" y="337"/>
                        <a:pt x="1269" y="123"/>
                      </a:cubicBezTo>
                      <a:cubicBezTo>
                        <a:pt x="1176" y="40"/>
                        <a:pt x="1057" y="0"/>
                        <a:pt x="930" y="0"/>
                      </a:cubicBezTo>
                      <a:close/>
                    </a:path>
                  </a:pathLst>
                </a:custGeom>
                <a:solidFill>
                  <a:srgbClr val="EC85E3">
                    <a:alpha val="333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14" name="Google Shape;3714;p68"/>
                <p:cNvSpPr/>
                <p:nvPr/>
              </p:nvSpPr>
              <p:spPr>
                <a:xfrm>
                  <a:off x="5059859" y="4125352"/>
                  <a:ext cx="30767" cy="402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7" h="1303" extrusionOk="0">
                      <a:moveTo>
                        <a:pt x="656" y="0"/>
                      </a:moveTo>
                      <a:cubicBezTo>
                        <a:pt x="533" y="0"/>
                        <a:pt x="422" y="72"/>
                        <a:pt x="368" y="198"/>
                      </a:cubicBezTo>
                      <a:lnTo>
                        <a:pt x="24" y="1077"/>
                      </a:lnTo>
                      <a:cubicBezTo>
                        <a:pt x="1" y="1148"/>
                        <a:pt x="12" y="1219"/>
                        <a:pt x="72" y="1264"/>
                      </a:cubicBezTo>
                      <a:cubicBezTo>
                        <a:pt x="108" y="1290"/>
                        <a:pt x="146" y="1303"/>
                        <a:pt x="183" y="1303"/>
                      </a:cubicBezTo>
                      <a:cubicBezTo>
                        <a:pt x="231" y="1303"/>
                        <a:pt x="276" y="1282"/>
                        <a:pt x="308" y="1242"/>
                      </a:cubicBezTo>
                      <a:lnTo>
                        <a:pt x="891" y="496"/>
                      </a:lnTo>
                      <a:cubicBezTo>
                        <a:pt x="914" y="471"/>
                        <a:pt x="925" y="448"/>
                        <a:pt x="937" y="411"/>
                      </a:cubicBezTo>
                      <a:cubicBezTo>
                        <a:pt x="997" y="257"/>
                        <a:pt x="925" y="81"/>
                        <a:pt x="772" y="21"/>
                      </a:cubicBezTo>
                      <a:cubicBezTo>
                        <a:pt x="733" y="7"/>
                        <a:pt x="694" y="0"/>
                        <a:pt x="65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15" name="Google Shape;3715;p68"/>
                <p:cNvSpPr/>
                <p:nvPr/>
              </p:nvSpPr>
              <p:spPr>
                <a:xfrm>
                  <a:off x="5064951" y="3886739"/>
                  <a:ext cx="124458" cy="1481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3" h="4801" extrusionOk="0">
                      <a:moveTo>
                        <a:pt x="3429" y="1"/>
                      </a:moveTo>
                      <a:lnTo>
                        <a:pt x="15" y="3415"/>
                      </a:lnTo>
                      <a:cubicBezTo>
                        <a:pt x="1" y="3546"/>
                        <a:pt x="1" y="3662"/>
                        <a:pt x="1" y="3793"/>
                      </a:cubicBezTo>
                      <a:cubicBezTo>
                        <a:pt x="1" y="4137"/>
                        <a:pt x="26" y="4470"/>
                        <a:pt x="72" y="4800"/>
                      </a:cubicBezTo>
                      <a:lnTo>
                        <a:pt x="1472" y="3392"/>
                      </a:lnTo>
                      <a:cubicBezTo>
                        <a:pt x="2325" y="2538"/>
                        <a:pt x="3179" y="1685"/>
                        <a:pt x="4032" y="843"/>
                      </a:cubicBezTo>
                      <a:cubicBezTo>
                        <a:pt x="3856" y="499"/>
                        <a:pt x="3654" y="214"/>
                        <a:pt x="3429" y="1"/>
                      </a:cubicBezTo>
                      <a:close/>
                    </a:path>
                  </a:pathLst>
                </a:custGeom>
                <a:solidFill>
                  <a:srgbClr val="EAE3FF">
                    <a:alpha val="125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16" name="Google Shape;3716;p68"/>
                <p:cNvSpPr/>
                <p:nvPr/>
              </p:nvSpPr>
              <p:spPr>
                <a:xfrm>
                  <a:off x="5090596" y="3987005"/>
                  <a:ext cx="118564" cy="1261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42" h="4089" extrusionOk="0">
                      <a:moveTo>
                        <a:pt x="3818" y="1"/>
                      </a:moveTo>
                      <a:cubicBezTo>
                        <a:pt x="3451" y="368"/>
                        <a:pt x="3082" y="746"/>
                        <a:pt x="2703" y="1113"/>
                      </a:cubicBezTo>
                      <a:cubicBezTo>
                        <a:pt x="1801" y="2015"/>
                        <a:pt x="902" y="2917"/>
                        <a:pt x="1" y="3816"/>
                      </a:cubicBezTo>
                      <a:cubicBezTo>
                        <a:pt x="72" y="3912"/>
                        <a:pt x="131" y="4006"/>
                        <a:pt x="202" y="4089"/>
                      </a:cubicBezTo>
                      <a:lnTo>
                        <a:pt x="3841" y="462"/>
                      </a:lnTo>
                      <a:cubicBezTo>
                        <a:pt x="3841" y="308"/>
                        <a:pt x="3830" y="154"/>
                        <a:pt x="3818" y="1"/>
                      </a:cubicBezTo>
                      <a:close/>
                    </a:path>
                  </a:pathLst>
                </a:custGeom>
                <a:solidFill>
                  <a:srgbClr val="EAE3FF">
                    <a:alpha val="125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17" name="Google Shape;3717;p68"/>
                <p:cNvSpPr/>
                <p:nvPr/>
              </p:nvSpPr>
              <p:spPr>
                <a:xfrm>
                  <a:off x="5010513" y="3829308"/>
                  <a:ext cx="65886" cy="910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5" h="2952" extrusionOk="0">
                      <a:moveTo>
                        <a:pt x="2101" y="1"/>
                      </a:moveTo>
                      <a:cubicBezTo>
                        <a:pt x="1645" y="1"/>
                        <a:pt x="1129" y="225"/>
                        <a:pt x="735" y="641"/>
                      </a:cubicBezTo>
                      <a:cubicBezTo>
                        <a:pt x="95" y="1327"/>
                        <a:pt x="1" y="2277"/>
                        <a:pt x="510" y="2764"/>
                      </a:cubicBezTo>
                      <a:cubicBezTo>
                        <a:pt x="604" y="2846"/>
                        <a:pt x="712" y="2906"/>
                        <a:pt x="817" y="2951"/>
                      </a:cubicBezTo>
                      <a:cubicBezTo>
                        <a:pt x="817" y="2940"/>
                        <a:pt x="829" y="2929"/>
                        <a:pt x="854" y="2917"/>
                      </a:cubicBezTo>
                      <a:cubicBezTo>
                        <a:pt x="769" y="2880"/>
                        <a:pt x="687" y="2821"/>
                        <a:pt x="615" y="2764"/>
                      </a:cubicBezTo>
                      <a:cubicBezTo>
                        <a:pt x="95" y="2277"/>
                        <a:pt x="200" y="1327"/>
                        <a:pt x="840" y="641"/>
                      </a:cubicBezTo>
                      <a:cubicBezTo>
                        <a:pt x="1221" y="237"/>
                        <a:pt x="1694" y="24"/>
                        <a:pt x="2135" y="1"/>
                      </a:cubicBezTo>
                      <a:cubicBezTo>
                        <a:pt x="2123" y="1"/>
                        <a:pt x="2112" y="1"/>
                        <a:pt x="210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718" name="Google Shape;3718;p68"/>
              <p:cNvGrpSpPr/>
              <p:nvPr/>
            </p:nvGrpSpPr>
            <p:grpSpPr>
              <a:xfrm>
                <a:off x="741499" y="3851521"/>
                <a:ext cx="3379783" cy="365584"/>
                <a:chOff x="4408703" y="3539960"/>
                <a:chExt cx="669887" cy="72460"/>
              </a:xfrm>
            </p:grpSpPr>
            <p:sp>
              <p:nvSpPr>
                <p:cNvPr id="3719" name="Google Shape;3719;p68"/>
                <p:cNvSpPr/>
                <p:nvPr/>
              </p:nvSpPr>
              <p:spPr>
                <a:xfrm>
                  <a:off x="5013414" y="3539960"/>
                  <a:ext cx="65176" cy="17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" h="581" extrusionOk="0">
                      <a:moveTo>
                        <a:pt x="297" y="1"/>
                      </a:moveTo>
                      <a:cubicBezTo>
                        <a:pt x="132" y="1"/>
                        <a:pt x="1" y="131"/>
                        <a:pt x="1" y="296"/>
                      </a:cubicBezTo>
                      <a:cubicBezTo>
                        <a:pt x="1" y="450"/>
                        <a:pt x="132" y="581"/>
                        <a:pt x="297" y="581"/>
                      </a:cubicBezTo>
                      <a:lnTo>
                        <a:pt x="1827" y="581"/>
                      </a:lnTo>
                      <a:cubicBezTo>
                        <a:pt x="1981" y="581"/>
                        <a:pt x="2112" y="450"/>
                        <a:pt x="2112" y="296"/>
                      </a:cubicBezTo>
                      <a:cubicBezTo>
                        <a:pt x="2112" y="131"/>
                        <a:pt x="1981" y="1"/>
                        <a:pt x="1827" y="1"/>
                      </a:cubicBezTo>
                      <a:close/>
                    </a:path>
                  </a:pathLst>
                </a:custGeom>
                <a:solidFill>
                  <a:srgbClr val="393F6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20" name="Google Shape;3720;p68"/>
                <p:cNvSpPr/>
                <p:nvPr/>
              </p:nvSpPr>
              <p:spPr>
                <a:xfrm>
                  <a:off x="5013414" y="3539960"/>
                  <a:ext cx="32958" cy="17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8" h="581" extrusionOk="0">
                      <a:moveTo>
                        <a:pt x="297" y="1"/>
                      </a:moveTo>
                      <a:cubicBezTo>
                        <a:pt x="132" y="1"/>
                        <a:pt x="1" y="131"/>
                        <a:pt x="1" y="296"/>
                      </a:cubicBezTo>
                      <a:cubicBezTo>
                        <a:pt x="1" y="450"/>
                        <a:pt x="132" y="581"/>
                        <a:pt x="297" y="581"/>
                      </a:cubicBezTo>
                      <a:lnTo>
                        <a:pt x="1068" y="581"/>
                      </a:lnTo>
                      <a:lnTo>
                        <a:pt x="1068" y="1"/>
                      </a:lnTo>
                      <a:close/>
                    </a:path>
                  </a:pathLst>
                </a:custGeom>
                <a:solidFill>
                  <a:srgbClr val="FF71B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21" name="Google Shape;3721;p68"/>
                <p:cNvSpPr/>
                <p:nvPr/>
              </p:nvSpPr>
              <p:spPr>
                <a:xfrm>
                  <a:off x="4594545" y="3585695"/>
                  <a:ext cx="73971" cy="54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7" h="178" extrusionOk="0">
                      <a:moveTo>
                        <a:pt x="1199" y="1"/>
                      </a:moveTo>
                      <a:cubicBezTo>
                        <a:pt x="536" y="1"/>
                        <a:pt x="1" y="35"/>
                        <a:pt x="1" y="83"/>
                      </a:cubicBezTo>
                      <a:cubicBezTo>
                        <a:pt x="1" y="143"/>
                        <a:pt x="536" y="177"/>
                        <a:pt x="1199" y="177"/>
                      </a:cubicBezTo>
                      <a:cubicBezTo>
                        <a:pt x="1850" y="177"/>
                        <a:pt x="2396" y="143"/>
                        <a:pt x="2396" y="83"/>
                      </a:cubicBezTo>
                      <a:cubicBezTo>
                        <a:pt x="2396" y="35"/>
                        <a:pt x="1850" y="1"/>
                        <a:pt x="1199" y="1"/>
                      </a:cubicBezTo>
                      <a:close/>
                    </a:path>
                  </a:pathLst>
                </a:custGeom>
                <a:solidFill>
                  <a:srgbClr val="EAE3FF">
                    <a:alpha val="88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22" name="Google Shape;3722;p68"/>
                <p:cNvSpPr/>
                <p:nvPr/>
              </p:nvSpPr>
              <p:spPr>
                <a:xfrm>
                  <a:off x="4597877" y="3559494"/>
                  <a:ext cx="67306" cy="286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1" h="928" extrusionOk="0">
                      <a:moveTo>
                        <a:pt x="1863" y="0"/>
                      </a:moveTo>
                      <a:cubicBezTo>
                        <a:pt x="1843" y="0"/>
                        <a:pt x="1822" y="3"/>
                        <a:pt x="1802" y="8"/>
                      </a:cubicBezTo>
                      <a:lnTo>
                        <a:pt x="271" y="326"/>
                      </a:lnTo>
                      <a:cubicBezTo>
                        <a:pt x="106" y="363"/>
                        <a:pt x="1" y="528"/>
                        <a:pt x="35" y="682"/>
                      </a:cubicBezTo>
                      <a:cubicBezTo>
                        <a:pt x="67" y="828"/>
                        <a:pt x="189" y="927"/>
                        <a:pt x="329" y="927"/>
                      </a:cubicBezTo>
                      <a:cubicBezTo>
                        <a:pt x="349" y="927"/>
                        <a:pt x="370" y="925"/>
                        <a:pt x="391" y="921"/>
                      </a:cubicBezTo>
                      <a:lnTo>
                        <a:pt x="1921" y="599"/>
                      </a:lnTo>
                      <a:cubicBezTo>
                        <a:pt x="2086" y="565"/>
                        <a:pt x="2180" y="412"/>
                        <a:pt x="2157" y="244"/>
                      </a:cubicBezTo>
                      <a:cubicBezTo>
                        <a:pt x="2125" y="101"/>
                        <a:pt x="1997" y="0"/>
                        <a:pt x="1863" y="0"/>
                      </a:cubicBezTo>
                      <a:close/>
                    </a:path>
                  </a:pathLst>
                </a:custGeom>
                <a:solidFill>
                  <a:srgbClr val="393F6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23" name="Google Shape;3723;p68"/>
                <p:cNvSpPr/>
                <p:nvPr/>
              </p:nvSpPr>
              <p:spPr>
                <a:xfrm>
                  <a:off x="4597877" y="3564802"/>
                  <a:ext cx="35859" cy="233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2" h="756" extrusionOk="0">
                      <a:moveTo>
                        <a:pt x="1042" y="1"/>
                      </a:moveTo>
                      <a:lnTo>
                        <a:pt x="271" y="154"/>
                      </a:lnTo>
                      <a:cubicBezTo>
                        <a:pt x="106" y="191"/>
                        <a:pt x="1" y="356"/>
                        <a:pt x="35" y="510"/>
                      </a:cubicBezTo>
                      <a:cubicBezTo>
                        <a:pt x="67" y="656"/>
                        <a:pt x="189" y="755"/>
                        <a:pt x="329" y="755"/>
                      </a:cubicBezTo>
                      <a:cubicBezTo>
                        <a:pt x="349" y="755"/>
                        <a:pt x="370" y="753"/>
                        <a:pt x="391" y="749"/>
                      </a:cubicBezTo>
                      <a:lnTo>
                        <a:pt x="1162" y="581"/>
                      </a:lnTo>
                      <a:lnTo>
                        <a:pt x="1042" y="1"/>
                      </a:lnTo>
                      <a:close/>
                    </a:path>
                  </a:pathLst>
                </a:custGeom>
                <a:solidFill>
                  <a:srgbClr val="FF71B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24" name="Google Shape;3724;p68"/>
                <p:cNvSpPr/>
                <p:nvPr/>
              </p:nvSpPr>
              <p:spPr>
                <a:xfrm>
                  <a:off x="4893058" y="3582701"/>
                  <a:ext cx="65516" cy="114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3" h="371" extrusionOk="0">
                      <a:moveTo>
                        <a:pt x="1067" y="1"/>
                      </a:moveTo>
                      <a:cubicBezTo>
                        <a:pt x="476" y="1"/>
                        <a:pt x="0" y="86"/>
                        <a:pt x="0" y="180"/>
                      </a:cubicBezTo>
                      <a:cubicBezTo>
                        <a:pt x="0" y="285"/>
                        <a:pt x="476" y="371"/>
                        <a:pt x="1067" y="371"/>
                      </a:cubicBezTo>
                      <a:cubicBezTo>
                        <a:pt x="1648" y="371"/>
                        <a:pt x="2123" y="285"/>
                        <a:pt x="2123" y="180"/>
                      </a:cubicBezTo>
                      <a:cubicBezTo>
                        <a:pt x="2123" y="86"/>
                        <a:pt x="1648" y="1"/>
                        <a:pt x="1067" y="1"/>
                      </a:cubicBezTo>
                      <a:close/>
                    </a:path>
                  </a:pathLst>
                </a:custGeom>
                <a:solidFill>
                  <a:srgbClr val="EAE3FF">
                    <a:alpha val="88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25" name="Google Shape;3725;p68"/>
                <p:cNvSpPr/>
                <p:nvPr/>
              </p:nvSpPr>
              <p:spPr>
                <a:xfrm>
                  <a:off x="4898582" y="3576560"/>
                  <a:ext cx="57091" cy="146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0" h="474" extrusionOk="0">
                      <a:moveTo>
                        <a:pt x="1" y="1"/>
                      </a:moveTo>
                      <a:lnTo>
                        <a:pt x="1" y="271"/>
                      </a:lnTo>
                      <a:cubicBezTo>
                        <a:pt x="1" y="379"/>
                        <a:pt x="413" y="473"/>
                        <a:pt x="925" y="473"/>
                      </a:cubicBezTo>
                      <a:cubicBezTo>
                        <a:pt x="1435" y="473"/>
                        <a:pt x="1850" y="379"/>
                        <a:pt x="1850" y="271"/>
                      </a:cubicBezTo>
                      <a:lnTo>
                        <a:pt x="1850" y="1"/>
                      </a:lnTo>
                      <a:close/>
                    </a:path>
                  </a:pathLst>
                </a:custGeom>
                <a:solidFill>
                  <a:srgbClr val="393F6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26" name="Google Shape;3726;p68"/>
                <p:cNvSpPr/>
                <p:nvPr/>
              </p:nvSpPr>
              <p:spPr>
                <a:xfrm>
                  <a:off x="4898582" y="3570326"/>
                  <a:ext cx="57091" cy="124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0" h="402" extrusionOk="0">
                      <a:moveTo>
                        <a:pt x="854" y="1"/>
                      </a:moveTo>
                      <a:cubicBezTo>
                        <a:pt x="379" y="12"/>
                        <a:pt x="1" y="95"/>
                        <a:pt x="1" y="203"/>
                      </a:cubicBezTo>
                      <a:cubicBezTo>
                        <a:pt x="1" y="319"/>
                        <a:pt x="413" y="402"/>
                        <a:pt x="925" y="402"/>
                      </a:cubicBezTo>
                      <a:cubicBezTo>
                        <a:pt x="1435" y="402"/>
                        <a:pt x="1850" y="319"/>
                        <a:pt x="1850" y="203"/>
                      </a:cubicBezTo>
                      <a:cubicBezTo>
                        <a:pt x="1850" y="95"/>
                        <a:pt x="1469" y="12"/>
                        <a:pt x="982" y="1"/>
                      </a:cubicBezTo>
                      <a:cubicBezTo>
                        <a:pt x="971" y="24"/>
                        <a:pt x="948" y="46"/>
                        <a:pt x="925" y="46"/>
                      </a:cubicBezTo>
                      <a:cubicBezTo>
                        <a:pt x="888" y="46"/>
                        <a:pt x="866" y="24"/>
                        <a:pt x="854" y="1"/>
                      </a:cubicBezTo>
                      <a:close/>
                    </a:path>
                  </a:pathLst>
                </a:custGeom>
                <a:solidFill>
                  <a:srgbClr val="695EA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27" name="Google Shape;3727;p68"/>
                <p:cNvSpPr/>
                <p:nvPr/>
              </p:nvSpPr>
              <p:spPr>
                <a:xfrm>
                  <a:off x="4924937" y="3570326"/>
                  <a:ext cx="3981" cy="13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" h="439" extrusionOk="0">
                      <a:moveTo>
                        <a:pt x="0" y="1"/>
                      </a:moveTo>
                      <a:lnTo>
                        <a:pt x="0" y="439"/>
                      </a:lnTo>
                      <a:lnTo>
                        <a:pt x="128" y="439"/>
                      </a:lnTo>
                      <a:lnTo>
                        <a:pt x="128" y="1"/>
                      </a:lnTo>
                      <a:cubicBezTo>
                        <a:pt x="111" y="18"/>
                        <a:pt x="91" y="26"/>
                        <a:pt x="68" y="26"/>
                      </a:cubicBezTo>
                      <a:cubicBezTo>
                        <a:pt x="46" y="26"/>
                        <a:pt x="23" y="18"/>
                        <a:pt x="0" y="1"/>
                      </a:cubicBezTo>
                      <a:close/>
                    </a:path>
                  </a:pathLst>
                </a:custGeom>
                <a:solidFill>
                  <a:srgbClr val="393F6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28" name="Google Shape;3728;p68"/>
                <p:cNvSpPr/>
                <p:nvPr/>
              </p:nvSpPr>
              <p:spPr>
                <a:xfrm>
                  <a:off x="4785170" y="3603964"/>
                  <a:ext cx="49808" cy="84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4" h="274" extrusionOk="0">
                      <a:moveTo>
                        <a:pt x="805" y="0"/>
                      </a:moveTo>
                      <a:cubicBezTo>
                        <a:pt x="367" y="0"/>
                        <a:pt x="0" y="60"/>
                        <a:pt x="0" y="143"/>
                      </a:cubicBezTo>
                      <a:cubicBezTo>
                        <a:pt x="0" y="214"/>
                        <a:pt x="367" y="274"/>
                        <a:pt x="805" y="274"/>
                      </a:cubicBezTo>
                      <a:cubicBezTo>
                        <a:pt x="1258" y="274"/>
                        <a:pt x="1613" y="214"/>
                        <a:pt x="1613" y="143"/>
                      </a:cubicBezTo>
                      <a:cubicBezTo>
                        <a:pt x="1613" y="60"/>
                        <a:pt x="1258" y="0"/>
                        <a:pt x="805" y="0"/>
                      </a:cubicBezTo>
                      <a:close/>
                    </a:path>
                  </a:pathLst>
                </a:custGeom>
                <a:solidFill>
                  <a:srgbClr val="EAE3FF">
                    <a:alpha val="88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29" name="Google Shape;3729;p68"/>
                <p:cNvSpPr/>
                <p:nvPr/>
              </p:nvSpPr>
              <p:spPr>
                <a:xfrm>
                  <a:off x="4790601" y="3600724"/>
                  <a:ext cx="42186" cy="105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7" h="342" extrusionOk="0">
                      <a:moveTo>
                        <a:pt x="0" y="0"/>
                      </a:moveTo>
                      <a:lnTo>
                        <a:pt x="0" y="199"/>
                      </a:lnTo>
                      <a:cubicBezTo>
                        <a:pt x="0" y="270"/>
                        <a:pt x="311" y="342"/>
                        <a:pt x="689" y="342"/>
                      </a:cubicBezTo>
                      <a:cubicBezTo>
                        <a:pt x="1067" y="342"/>
                        <a:pt x="1366" y="270"/>
                        <a:pt x="1366" y="199"/>
                      </a:cubicBezTo>
                      <a:lnTo>
                        <a:pt x="1366" y="0"/>
                      </a:lnTo>
                      <a:close/>
                    </a:path>
                  </a:pathLst>
                </a:custGeom>
                <a:solidFill>
                  <a:srgbClr val="393F6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0" name="Google Shape;3730;p68"/>
                <p:cNvSpPr/>
                <p:nvPr/>
              </p:nvSpPr>
              <p:spPr>
                <a:xfrm>
                  <a:off x="4790601" y="3595879"/>
                  <a:ext cx="42186" cy="92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7" h="300" extrusionOk="0">
                      <a:moveTo>
                        <a:pt x="629" y="1"/>
                      </a:moveTo>
                      <a:cubicBezTo>
                        <a:pt x="285" y="15"/>
                        <a:pt x="0" y="72"/>
                        <a:pt x="0" y="157"/>
                      </a:cubicBezTo>
                      <a:cubicBezTo>
                        <a:pt x="0" y="240"/>
                        <a:pt x="311" y="299"/>
                        <a:pt x="689" y="299"/>
                      </a:cubicBezTo>
                      <a:cubicBezTo>
                        <a:pt x="1067" y="299"/>
                        <a:pt x="1366" y="240"/>
                        <a:pt x="1366" y="157"/>
                      </a:cubicBezTo>
                      <a:cubicBezTo>
                        <a:pt x="1366" y="72"/>
                        <a:pt x="1082" y="1"/>
                        <a:pt x="726" y="1"/>
                      </a:cubicBezTo>
                      <a:cubicBezTo>
                        <a:pt x="726" y="15"/>
                        <a:pt x="700" y="38"/>
                        <a:pt x="678" y="38"/>
                      </a:cubicBezTo>
                      <a:cubicBezTo>
                        <a:pt x="655" y="38"/>
                        <a:pt x="641" y="15"/>
                        <a:pt x="629" y="1"/>
                      </a:cubicBezTo>
                      <a:close/>
                    </a:path>
                  </a:pathLst>
                </a:custGeom>
                <a:solidFill>
                  <a:srgbClr val="695EA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1" name="Google Shape;3731;p68"/>
                <p:cNvSpPr/>
                <p:nvPr/>
              </p:nvSpPr>
              <p:spPr>
                <a:xfrm>
                  <a:off x="4810012" y="3595879"/>
                  <a:ext cx="2993" cy="99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" h="323" extrusionOk="0">
                      <a:moveTo>
                        <a:pt x="0" y="1"/>
                      </a:moveTo>
                      <a:lnTo>
                        <a:pt x="0" y="322"/>
                      </a:lnTo>
                      <a:lnTo>
                        <a:pt x="97" y="322"/>
                      </a:lnTo>
                      <a:lnTo>
                        <a:pt x="97" y="1"/>
                      </a:lnTo>
                      <a:cubicBezTo>
                        <a:pt x="84" y="14"/>
                        <a:pt x="69" y="20"/>
                        <a:pt x="53" y="20"/>
                      </a:cubicBezTo>
                      <a:cubicBezTo>
                        <a:pt x="36" y="20"/>
                        <a:pt x="19" y="14"/>
                        <a:pt x="0" y="1"/>
                      </a:cubicBezTo>
                      <a:close/>
                    </a:path>
                  </a:pathLst>
                </a:custGeom>
                <a:solidFill>
                  <a:srgbClr val="393F6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2" name="Google Shape;3732;p68"/>
                <p:cNvSpPr/>
                <p:nvPr/>
              </p:nvSpPr>
              <p:spPr>
                <a:xfrm>
                  <a:off x="4507888" y="3602915"/>
                  <a:ext cx="49746" cy="83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2" h="271" extrusionOk="0">
                      <a:moveTo>
                        <a:pt x="806" y="0"/>
                      </a:moveTo>
                      <a:cubicBezTo>
                        <a:pt x="357" y="0"/>
                        <a:pt x="1" y="57"/>
                        <a:pt x="1" y="128"/>
                      </a:cubicBezTo>
                      <a:cubicBezTo>
                        <a:pt x="1" y="214"/>
                        <a:pt x="357" y="271"/>
                        <a:pt x="806" y="271"/>
                      </a:cubicBezTo>
                      <a:cubicBezTo>
                        <a:pt x="1244" y="271"/>
                        <a:pt x="1611" y="214"/>
                        <a:pt x="1611" y="128"/>
                      </a:cubicBezTo>
                      <a:cubicBezTo>
                        <a:pt x="1611" y="57"/>
                        <a:pt x="1244" y="0"/>
                        <a:pt x="806" y="0"/>
                      </a:cubicBezTo>
                      <a:close/>
                    </a:path>
                  </a:pathLst>
                </a:custGeom>
                <a:solidFill>
                  <a:srgbClr val="EAE3FF">
                    <a:alpha val="88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3" name="Google Shape;3733;p68"/>
                <p:cNvSpPr/>
                <p:nvPr/>
              </p:nvSpPr>
              <p:spPr>
                <a:xfrm>
                  <a:off x="4515202" y="3597391"/>
                  <a:ext cx="42432" cy="106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5" h="345" extrusionOk="0">
                      <a:moveTo>
                        <a:pt x="0" y="0"/>
                      </a:moveTo>
                      <a:lnTo>
                        <a:pt x="0" y="202"/>
                      </a:lnTo>
                      <a:cubicBezTo>
                        <a:pt x="0" y="285"/>
                        <a:pt x="307" y="344"/>
                        <a:pt x="689" y="344"/>
                      </a:cubicBezTo>
                      <a:cubicBezTo>
                        <a:pt x="1067" y="344"/>
                        <a:pt x="1374" y="285"/>
                        <a:pt x="1374" y="202"/>
                      </a:cubicBezTo>
                      <a:lnTo>
                        <a:pt x="1374" y="0"/>
                      </a:lnTo>
                      <a:close/>
                    </a:path>
                  </a:pathLst>
                </a:custGeom>
                <a:solidFill>
                  <a:srgbClr val="393F6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4" name="Google Shape;3734;p68"/>
                <p:cNvSpPr/>
                <p:nvPr/>
              </p:nvSpPr>
              <p:spPr>
                <a:xfrm>
                  <a:off x="4515202" y="3592638"/>
                  <a:ext cx="42432" cy="91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5" h="297" extrusionOk="0">
                      <a:moveTo>
                        <a:pt x="640" y="0"/>
                      </a:moveTo>
                      <a:cubicBezTo>
                        <a:pt x="285" y="12"/>
                        <a:pt x="0" y="72"/>
                        <a:pt x="0" y="154"/>
                      </a:cubicBezTo>
                      <a:cubicBezTo>
                        <a:pt x="0" y="237"/>
                        <a:pt x="307" y="296"/>
                        <a:pt x="689" y="296"/>
                      </a:cubicBezTo>
                      <a:cubicBezTo>
                        <a:pt x="1067" y="296"/>
                        <a:pt x="1374" y="237"/>
                        <a:pt x="1374" y="154"/>
                      </a:cubicBezTo>
                      <a:cubicBezTo>
                        <a:pt x="1374" y="72"/>
                        <a:pt x="1090" y="12"/>
                        <a:pt x="734" y="0"/>
                      </a:cubicBezTo>
                      <a:cubicBezTo>
                        <a:pt x="723" y="23"/>
                        <a:pt x="711" y="35"/>
                        <a:pt x="689" y="35"/>
                      </a:cubicBezTo>
                      <a:cubicBezTo>
                        <a:pt x="663" y="35"/>
                        <a:pt x="640" y="23"/>
                        <a:pt x="640" y="0"/>
                      </a:cubicBezTo>
                      <a:close/>
                    </a:path>
                  </a:pathLst>
                </a:custGeom>
                <a:solidFill>
                  <a:srgbClr val="695EA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5" name="Google Shape;3735;p68"/>
                <p:cNvSpPr/>
                <p:nvPr/>
              </p:nvSpPr>
              <p:spPr>
                <a:xfrm>
                  <a:off x="4534953" y="3592638"/>
                  <a:ext cx="2932" cy="103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" h="334" extrusionOk="0">
                      <a:moveTo>
                        <a:pt x="0" y="0"/>
                      </a:moveTo>
                      <a:lnTo>
                        <a:pt x="0" y="333"/>
                      </a:lnTo>
                      <a:lnTo>
                        <a:pt x="94" y="333"/>
                      </a:lnTo>
                      <a:lnTo>
                        <a:pt x="94" y="0"/>
                      </a:lnTo>
                      <a:cubicBezTo>
                        <a:pt x="82" y="13"/>
                        <a:pt x="61" y="22"/>
                        <a:pt x="42" y="22"/>
                      </a:cubicBezTo>
                      <a:cubicBezTo>
                        <a:pt x="26" y="22"/>
                        <a:pt x="10" y="16"/>
                        <a:pt x="0" y="0"/>
                      </a:cubicBezTo>
                      <a:close/>
                    </a:path>
                  </a:pathLst>
                </a:custGeom>
                <a:solidFill>
                  <a:srgbClr val="393F6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6" name="Google Shape;3736;p68"/>
                <p:cNvSpPr/>
                <p:nvPr/>
              </p:nvSpPr>
              <p:spPr>
                <a:xfrm>
                  <a:off x="4408703" y="3602915"/>
                  <a:ext cx="27867" cy="47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3" h="154" extrusionOk="0">
                      <a:moveTo>
                        <a:pt x="453" y="0"/>
                      </a:moveTo>
                      <a:cubicBezTo>
                        <a:pt x="202" y="0"/>
                        <a:pt x="0" y="34"/>
                        <a:pt x="0" y="83"/>
                      </a:cubicBezTo>
                      <a:cubicBezTo>
                        <a:pt x="0" y="117"/>
                        <a:pt x="202" y="154"/>
                        <a:pt x="453" y="154"/>
                      </a:cubicBezTo>
                      <a:cubicBezTo>
                        <a:pt x="700" y="154"/>
                        <a:pt x="902" y="117"/>
                        <a:pt x="902" y="83"/>
                      </a:cubicBezTo>
                      <a:cubicBezTo>
                        <a:pt x="902" y="34"/>
                        <a:pt x="700" y="0"/>
                        <a:pt x="453" y="0"/>
                      </a:cubicBezTo>
                      <a:close/>
                    </a:path>
                  </a:pathLst>
                </a:custGeom>
                <a:solidFill>
                  <a:srgbClr val="EAE3FF">
                    <a:alpha val="88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7" name="Google Shape;3737;p68"/>
                <p:cNvSpPr/>
                <p:nvPr/>
              </p:nvSpPr>
              <p:spPr>
                <a:xfrm>
                  <a:off x="4411665" y="3600261"/>
                  <a:ext cx="23824" cy="62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" h="203" extrusionOk="0">
                      <a:moveTo>
                        <a:pt x="1" y="1"/>
                      </a:moveTo>
                      <a:lnTo>
                        <a:pt x="1" y="120"/>
                      </a:lnTo>
                      <a:cubicBezTo>
                        <a:pt x="1" y="169"/>
                        <a:pt x="177" y="203"/>
                        <a:pt x="391" y="203"/>
                      </a:cubicBezTo>
                      <a:cubicBezTo>
                        <a:pt x="593" y="203"/>
                        <a:pt x="772" y="169"/>
                        <a:pt x="772" y="120"/>
                      </a:cubicBezTo>
                      <a:lnTo>
                        <a:pt x="772" y="1"/>
                      </a:lnTo>
                      <a:close/>
                    </a:path>
                  </a:pathLst>
                </a:custGeom>
                <a:solidFill>
                  <a:srgbClr val="393F6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8" name="Google Shape;3738;p68"/>
                <p:cNvSpPr/>
                <p:nvPr/>
              </p:nvSpPr>
              <p:spPr>
                <a:xfrm>
                  <a:off x="4411665" y="3597730"/>
                  <a:ext cx="23824" cy="52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" h="169" extrusionOk="0">
                      <a:moveTo>
                        <a:pt x="357" y="0"/>
                      </a:moveTo>
                      <a:cubicBezTo>
                        <a:pt x="166" y="0"/>
                        <a:pt x="1" y="37"/>
                        <a:pt x="1" y="83"/>
                      </a:cubicBezTo>
                      <a:cubicBezTo>
                        <a:pt x="1" y="131"/>
                        <a:pt x="177" y="168"/>
                        <a:pt x="391" y="168"/>
                      </a:cubicBezTo>
                      <a:cubicBezTo>
                        <a:pt x="593" y="168"/>
                        <a:pt x="772" y="131"/>
                        <a:pt x="772" y="83"/>
                      </a:cubicBezTo>
                      <a:cubicBezTo>
                        <a:pt x="772" y="37"/>
                        <a:pt x="604" y="0"/>
                        <a:pt x="416" y="0"/>
                      </a:cubicBezTo>
                      <a:cubicBezTo>
                        <a:pt x="402" y="12"/>
                        <a:pt x="402" y="26"/>
                        <a:pt x="379" y="26"/>
                      </a:cubicBezTo>
                      <a:cubicBezTo>
                        <a:pt x="368" y="26"/>
                        <a:pt x="368" y="12"/>
                        <a:pt x="357" y="0"/>
                      </a:cubicBezTo>
                      <a:close/>
                    </a:path>
                  </a:pathLst>
                </a:custGeom>
                <a:solidFill>
                  <a:srgbClr val="695EA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9" name="Google Shape;3739;p68"/>
                <p:cNvSpPr/>
                <p:nvPr/>
              </p:nvSpPr>
              <p:spPr>
                <a:xfrm>
                  <a:off x="4422652" y="3597730"/>
                  <a:ext cx="1882" cy="5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" h="180" extrusionOk="0">
                      <a:moveTo>
                        <a:pt x="1" y="0"/>
                      </a:moveTo>
                      <a:lnTo>
                        <a:pt x="1" y="180"/>
                      </a:lnTo>
                      <a:lnTo>
                        <a:pt x="60" y="180"/>
                      </a:lnTo>
                      <a:lnTo>
                        <a:pt x="60" y="0"/>
                      </a:lnTo>
                      <a:cubicBezTo>
                        <a:pt x="47" y="6"/>
                        <a:pt x="38" y="9"/>
                        <a:pt x="29" y="9"/>
                      </a:cubicBezTo>
                      <a:cubicBezTo>
                        <a:pt x="20" y="9"/>
                        <a:pt x="12" y="6"/>
                        <a:pt x="1" y="0"/>
                      </a:cubicBezTo>
                      <a:close/>
                    </a:path>
                  </a:pathLst>
                </a:custGeom>
                <a:solidFill>
                  <a:srgbClr val="393F6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0" name="Google Shape;3740;p68"/>
                <p:cNvSpPr/>
                <p:nvPr/>
              </p:nvSpPr>
              <p:spPr>
                <a:xfrm>
                  <a:off x="4728078" y="3582022"/>
                  <a:ext cx="27867" cy="47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3" h="154" extrusionOk="0">
                      <a:moveTo>
                        <a:pt x="450" y="0"/>
                      </a:moveTo>
                      <a:cubicBezTo>
                        <a:pt x="203" y="0"/>
                        <a:pt x="1" y="37"/>
                        <a:pt x="1" y="83"/>
                      </a:cubicBezTo>
                      <a:cubicBezTo>
                        <a:pt x="1" y="131"/>
                        <a:pt x="203" y="154"/>
                        <a:pt x="450" y="154"/>
                      </a:cubicBezTo>
                      <a:cubicBezTo>
                        <a:pt x="701" y="154"/>
                        <a:pt x="903" y="131"/>
                        <a:pt x="903" y="83"/>
                      </a:cubicBezTo>
                      <a:cubicBezTo>
                        <a:pt x="903" y="37"/>
                        <a:pt x="701" y="0"/>
                        <a:pt x="450" y="0"/>
                      </a:cubicBezTo>
                      <a:close/>
                    </a:path>
                  </a:pathLst>
                </a:custGeom>
                <a:solidFill>
                  <a:srgbClr val="EAE3FF">
                    <a:alpha val="88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1" name="Google Shape;3741;p68"/>
                <p:cNvSpPr/>
                <p:nvPr/>
              </p:nvSpPr>
              <p:spPr>
                <a:xfrm>
                  <a:off x="4730979" y="3579461"/>
                  <a:ext cx="23484" cy="62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" h="203" extrusionOk="0">
                      <a:moveTo>
                        <a:pt x="1" y="1"/>
                      </a:moveTo>
                      <a:lnTo>
                        <a:pt x="1" y="120"/>
                      </a:lnTo>
                      <a:cubicBezTo>
                        <a:pt x="1" y="166"/>
                        <a:pt x="169" y="203"/>
                        <a:pt x="382" y="203"/>
                      </a:cubicBezTo>
                      <a:cubicBezTo>
                        <a:pt x="595" y="203"/>
                        <a:pt x="760" y="166"/>
                        <a:pt x="760" y="120"/>
                      </a:cubicBezTo>
                      <a:lnTo>
                        <a:pt x="760" y="1"/>
                      </a:lnTo>
                      <a:close/>
                    </a:path>
                  </a:pathLst>
                </a:custGeom>
                <a:solidFill>
                  <a:srgbClr val="393F6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2" name="Google Shape;3742;p68"/>
                <p:cNvSpPr/>
                <p:nvPr/>
              </p:nvSpPr>
              <p:spPr>
                <a:xfrm>
                  <a:off x="4730979" y="3576930"/>
                  <a:ext cx="23484" cy="51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" h="166" extrusionOk="0">
                      <a:moveTo>
                        <a:pt x="356" y="0"/>
                      </a:moveTo>
                      <a:cubicBezTo>
                        <a:pt x="154" y="12"/>
                        <a:pt x="1" y="46"/>
                        <a:pt x="1" y="83"/>
                      </a:cubicBezTo>
                      <a:cubicBezTo>
                        <a:pt x="1" y="131"/>
                        <a:pt x="169" y="165"/>
                        <a:pt x="382" y="165"/>
                      </a:cubicBezTo>
                      <a:cubicBezTo>
                        <a:pt x="595" y="165"/>
                        <a:pt x="760" y="131"/>
                        <a:pt x="760" y="83"/>
                      </a:cubicBezTo>
                      <a:cubicBezTo>
                        <a:pt x="760" y="46"/>
                        <a:pt x="607" y="12"/>
                        <a:pt x="405" y="0"/>
                      </a:cubicBezTo>
                      <a:cubicBezTo>
                        <a:pt x="405" y="12"/>
                        <a:pt x="393" y="23"/>
                        <a:pt x="382" y="23"/>
                      </a:cubicBezTo>
                      <a:cubicBezTo>
                        <a:pt x="368" y="23"/>
                        <a:pt x="356" y="12"/>
                        <a:pt x="356" y="0"/>
                      </a:cubicBezTo>
                      <a:close/>
                    </a:path>
                  </a:pathLst>
                </a:custGeom>
                <a:solidFill>
                  <a:srgbClr val="695EA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3" name="Google Shape;3743;p68"/>
                <p:cNvSpPr/>
                <p:nvPr/>
              </p:nvSpPr>
              <p:spPr>
                <a:xfrm>
                  <a:off x="4741965" y="3576930"/>
                  <a:ext cx="1512" cy="5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" h="188" extrusionOk="0">
                      <a:moveTo>
                        <a:pt x="0" y="0"/>
                      </a:moveTo>
                      <a:lnTo>
                        <a:pt x="0" y="188"/>
                      </a:lnTo>
                      <a:lnTo>
                        <a:pt x="49" y="188"/>
                      </a:lnTo>
                      <a:lnTo>
                        <a:pt x="49" y="0"/>
                      </a:lnTo>
                      <a:cubicBezTo>
                        <a:pt x="43" y="12"/>
                        <a:pt x="34" y="17"/>
                        <a:pt x="25" y="17"/>
                      </a:cubicBezTo>
                      <a:cubicBezTo>
                        <a:pt x="15" y="17"/>
                        <a:pt x="6" y="12"/>
                        <a:pt x="0" y="0"/>
                      </a:cubicBezTo>
                      <a:close/>
                    </a:path>
                  </a:pathLst>
                </a:custGeom>
                <a:solidFill>
                  <a:srgbClr val="393F6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4" name="Google Shape;3744;p68"/>
                <p:cNvSpPr/>
                <p:nvPr/>
              </p:nvSpPr>
              <p:spPr>
                <a:xfrm>
                  <a:off x="4445303" y="3582022"/>
                  <a:ext cx="96592" cy="7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0" h="237" extrusionOk="0">
                      <a:moveTo>
                        <a:pt x="1565" y="0"/>
                      </a:moveTo>
                      <a:cubicBezTo>
                        <a:pt x="700" y="0"/>
                        <a:pt x="1" y="49"/>
                        <a:pt x="1" y="120"/>
                      </a:cubicBezTo>
                      <a:cubicBezTo>
                        <a:pt x="1" y="179"/>
                        <a:pt x="700" y="236"/>
                        <a:pt x="1565" y="236"/>
                      </a:cubicBezTo>
                      <a:cubicBezTo>
                        <a:pt x="2430" y="236"/>
                        <a:pt x="3130" y="179"/>
                        <a:pt x="3130" y="120"/>
                      </a:cubicBezTo>
                      <a:cubicBezTo>
                        <a:pt x="3130" y="49"/>
                        <a:pt x="2430" y="0"/>
                        <a:pt x="1565" y="0"/>
                      </a:cubicBezTo>
                      <a:close/>
                    </a:path>
                  </a:pathLst>
                </a:custGeom>
                <a:solidFill>
                  <a:srgbClr val="EAE3FF">
                    <a:alpha val="88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5" name="Google Shape;3745;p68"/>
                <p:cNvSpPr/>
                <p:nvPr/>
              </p:nvSpPr>
              <p:spPr>
                <a:xfrm>
                  <a:off x="4445303" y="3561192"/>
                  <a:ext cx="90358" cy="25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8" h="818" extrusionOk="0">
                      <a:moveTo>
                        <a:pt x="404" y="1"/>
                      </a:moveTo>
                      <a:cubicBezTo>
                        <a:pt x="180" y="1"/>
                        <a:pt x="1" y="177"/>
                        <a:pt x="1" y="402"/>
                      </a:cubicBezTo>
                      <a:cubicBezTo>
                        <a:pt x="1" y="627"/>
                        <a:pt x="180" y="817"/>
                        <a:pt x="404" y="817"/>
                      </a:cubicBezTo>
                      <a:lnTo>
                        <a:pt x="2513" y="817"/>
                      </a:lnTo>
                      <a:cubicBezTo>
                        <a:pt x="2740" y="817"/>
                        <a:pt x="2928" y="627"/>
                        <a:pt x="2928" y="402"/>
                      </a:cubicBezTo>
                      <a:cubicBezTo>
                        <a:pt x="2928" y="177"/>
                        <a:pt x="2740" y="1"/>
                        <a:pt x="2513" y="1"/>
                      </a:cubicBezTo>
                      <a:close/>
                    </a:path>
                  </a:pathLst>
                </a:custGeom>
                <a:solidFill>
                  <a:srgbClr val="393F6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6" name="Google Shape;3746;p68"/>
                <p:cNvSpPr/>
                <p:nvPr/>
              </p:nvSpPr>
              <p:spPr>
                <a:xfrm>
                  <a:off x="4445303" y="3561192"/>
                  <a:ext cx="45426" cy="25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2" h="818" extrusionOk="0">
                      <a:moveTo>
                        <a:pt x="404" y="1"/>
                      </a:moveTo>
                      <a:cubicBezTo>
                        <a:pt x="180" y="1"/>
                        <a:pt x="1" y="177"/>
                        <a:pt x="1" y="402"/>
                      </a:cubicBezTo>
                      <a:cubicBezTo>
                        <a:pt x="1" y="627"/>
                        <a:pt x="180" y="817"/>
                        <a:pt x="404" y="817"/>
                      </a:cubicBezTo>
                      <a:lnTo>
                        <a:pt x="1471" y="817"/>
                      </a:lnTo>
                      <a:lnTo>
                        <a:pt x="1471" y="1"/>
                      </a:lnTo>
                      <a:close/>
                    </a:path>
                  </a:pathLst>
                </a:custGeom>
                <a:solidFill>
                  <a:srgbClr val="FF71B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7" name="Google Shape;3747;p68"/>
                <p:cNvSpPr/>
                <p:nvPr/>
              </p:nvSpPr>
              <p:spPr>
                <a:xfrm>
                  <a:off x="4797977" y="3574369"/>
                  <a:ext cx="73509" cy="54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2" h="178" extrusionOk="0">
                      <a:moveTo>
                        <a:pt x="1184" y="1"/>
                      </a:moveTo>
                      <a:cubicBezTo>
                        <a:pt x="532" y="1"/>
                        <a:pt x="0" y="35"/>
                        <a:pt x="0" y="95"/>
                      </a:cubicBezTo>
                      <a:cubicBezTo>
                        <a:pt x="0" y="143"/>
                        <a:pt x="532" y="177"/>
                        <a:pt x="1184" y="177"/>
                      </a:cubicBezTo>
                      <a:cubicBezTo>
                        <a:pt x="1850" y="177"/>
                        <a:pt x="2382" y="143"/>
                        <a:pt x="2382" y="95"/>
                      </a:cubicBezTo>
                      <a:cubicBezTo>
                        <a:pt x="2382" y="35"/>
                        <a:pt x="1850" y="1"/>
                        <a:pt x="1184" y="1"/>
                      </a:cubicBezTo>
                      <a:close/>
                    </a:path>
                  </a:pathLst>
                </a:custGeom>
                <a:solidFill>
                  <a:srgbClr val="EAE3FF">
                    <a:alpha val="88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8" name="Google Shape;3748;p68"/>
                <p:cNvSpPr/>
                <p:nvPr/>
              </p:nvSpPr>
              <p:spPr>
                <a:xfrm>
                  <a:off x="4802020" y="3558568"/>
                  <a:ext cx="65084" cy="183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9" h="596" extrusionOk="0">
                      <a:moveTo>
                        <a:pt x="296" y="1"/>
                      </a:moveTo>
                      <a:cubicBezTo>
                        <a:pt x="128" y="1"/>
                        <a:pt x="0" y="131"/>
                        <a:pt x="0" y="299"/>
                      </a:cubicBezTo>
                      <a:cubicBezTo>
                        <a:pt x="0" y="453"/>
                        <a:pt x="128" y="595"/>
                        <a:pt x="296" y="595"/>
                      </a:cubicBezTo>
                      <a:lnTo>
                        <a:pt x="1813" y="595"/>
                      </a:lnTo>
                      <a:cubicBezTo>
                        <a:pt x="1978" y="595"/>
                        <a:pt x="2108" y="453"/>
                        <a:pt x="2108" y="299"/>
                      </a:cubicBezTo>
                      <a:cubicBezTo>
                        <a:pt x="2108" y="131"/>
                        <a:pt x="1978" y="1"/>
                        <a:pt x="1813" y="1"/>
                      </a:cubicBezTo>
                      <a:close/>
                    </a:path>
                  </a:pathLst>
                </a:custGeom>
                <a:solidFill>
                  <a:srgbClr val="393F6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9" name="Google Shape;3749;p68"/>
                <p:cNvSpPr/>
                <p:nvPr/>
              </p:nvSpPr>
              <p:spPr>
                <a:xfrm>
                  <a:off x="4802020" y="3558568"/>
                  <a:ext cx="32496" cy="183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3" h="596" extrusionOk="0">
                      <a:moveTo>
                        <a:pt x="296" y="1"/>
                      </a:moveTo>
                      <a:cubicBezTo>
                        <a:pt x="128" y="1"/>
                        <a:pt x="0" y="131"/>
                        <a:pt x="0" y="299"/>
                      </a:cubicBezTo>
                      <a:cubicBezTo>
                        <a:pt x="0" y="453"/>
                        <a:pt x="128" y="595"/>
                        <a:pt x="296" y="595"/>
                      </a:cubicBezTo>
                      <a:lnTo>
                        <a:pt x="1053" y="595"/>
                      </a:lnTo>
                      <a:lnTo>
                        <a:pt x="1053" y="1"/>
                      </a:lnTo>
                      <a:close/>
                    </a:path>
                  </a:pathLst>
                </a:custGeom>
                <a:solidFill>
                  <a:srgbClr val="FF71B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3750" name="Google Shape;3750;p68"/>
          <p:cNvGrpSpPr/>
          <p:nvPr/>
        </p:nvGrpSpPr>
        <p:grpSpPr>
          <a:xfrm>
            <a:off x="1743306" y="479349"/>
            <a:ext cx="1488898" cy="798247"/>
            <a:chOff x="7128900" y="211575"/>
            <a:chExt cx="1736325" cy="930901"/>
          </a:xfrm>
        </p:grpSpPr>
        <p:sp>
          <p:nvSpPr>
            <p:cNvPr id="3751" name="Google Shape;3751;p68"/>
            <p:cNvSpPr/>
            <p:nvPr/>
          </p:nvSpPr>
          <p:spPr>
            <a:xfrm rot="-665562">
              <a:off x="7164234" y="578536"/>
              <a:ext cx="414494" cy="407534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lvl="0" algn="ctr"/>
              <a:r>
                <a:rPr b="0" i="0"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noFill/>
                  <a:latin typeface="Fredoka One"/>
                </a:rPr>
                <a:t>z</a:t>
              </a:r>
            </a:p>
          </p:txBody>
        </p:sp>
        <p:sp>
          <p:nvSpPr>
            <p:cNvPr id="3752" name="Google Shape;3752;p68"/>
            <p:cNvSpPr/>
            <p:nvPr/>
          </p:nvSpPr>
          <p:spPr>
            <a:xfrm rot="1035015">
              <a:off x="7718641" y="260278"/>
              <a:ext cx="404653" cy="502242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lvl="0" algn="ctr"/>
              <a:r>
                <a:rPr b="0" i="0"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noFill/>
                  <a:latin typeface="Fredoka One"/>
                </a:rPr>
                <a:t>Z</a:t>
              </a:r>
            </a:p>
          </p:txBody>
        </p:sp>
        <p:sp>
          <p:nvSpPr>
            <p:cNvPr id="3753" name="Google Shape;3753;p68"/>
            <p:cNvSpPr/>
            <p:nvPr/>
          </p:nvSpPr>
          <p:spPr>
            <a:xfrm rot="552470">
              <a:off x="8241636" y="393176"/>
              <a:ext cx="570603" cy="708209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lvl="0" algn="ctr"/>
              <a:r>
                <a:rPr b="0" i="0"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noFill/>
                  <a:latin typeface="Fredoka One"/>
                </a:rPr>
                <a:t>Z</a:t>
              </a:r>
            </a:p>
          </p:txBody>
        </p:sp>
      </p:grpSp>
      <p:grpSp>
        <p:nvGrpSpPr>
          <p:cNvPr id="3754" name="Google Shape;3754;p68"/>
          <p:cNvGrpSpPr/>
          <p:nvPr/>
        </p:nvGrpSpPr>
        <p:grpSpPr>
          <a:xfrm rot="-7080163" flipH="1">
            <a:off x="702076" y="2794378"/>
            <a:ext cx="851664" cy="870206"/>
            <a:chOff x="8666383" y="2375725"/>
            <a:chExt cx="851689" cy="870231"/>
          </a:xfrm>
        </p:grpSpPr>
        <p:sp>
          <p:nvSpPr>
            <p:cNvPr id="3755" name="Google Shape;3755;p68"/>
            <p:cNvSpPr/>
            <p:nvPr/>
          </p:nvSpPr>
          <p:spPr>
            <a:xfrm>
              <a:off x="9482364" y="2621544"/>
              <a:ext cx="35708" cy="37286"/>
            </a:xfrm>
            <a:custGeom>
              <a:avLst/>
              <a:gdLst/>
              <a:ahLst/>
              <a:cxnLst/>
              <a:rect l="l" t="t" r="r" b="b"/>
              <a:pathLst>
                <a:path w="181" h="189" extrusionOk="0">
                  <a:moveTo>
                    <a:pt x="98" y="1"/>
                  </a:moveTo>
                  <a:cubicBezTo>
                    <a:pt x="38" y="1"/>
                    <a:pt x="1" y="46"/>
                    <a:pt x="1" y="95"/>
                  </a:cubicBezTo>
                  <a:cubicBezTo>
                    <a:pt x="1" y="143"/>
                    <a:pt x="38" y="189"/>
                    <a:pt x="98" y="189"/>
                  </a:cubicBezTo>
                  <a:cubicBezTo>
                    <a:pt x="143" y="189"/>
                    <a:pt x="180" y="143"/>
                    <a:pt x="180" y="95"/>
                  </a:cubicBezTo>
                  <a:cubicBezTo>
                    <a:pt x="180" y="46"/>
                    <a:pt x="143" y="1"/>
                    <a:pt x="98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6" name="Google Shape;3756;p68"/>
            <p:cNvSpPr/>
            <p:nvPr/>
          </p:nvSpPr>
          <p:spPr>
            <a:xfrm>
              <a:off x="9110872" y="2649559"/>
              <a:ext cx="68062" cy="68260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7" y="1"/>
                  </a:moveTo>
                  <a:cubicBezTo>
                    <a:pt x="83" y="1"/>
                    <a:pt x="1" y="72"/>
                    <a:pt x="1" y="166"/>
                  </a:cubicBezTo>
                  <a:cubicBezTo>
                    <a:pt x="1" y="260"/>
                    <a:pt x="83" y="345"/>
                    <a:pt x="177" y="345"/>
                  </a:cubicBezTo>
                  <a:cubicBezTo>
                    <a:pt x="274" y="345"/>
                    <a:pt x="345" y="260"/>
                    <a:pt x="345" y="166"/>
                  </a:cubicBezTo>
                  <a:cubicBezTo>
                    <a:pt x="345" y="72"/>
                    <a:pt x="274" y="1"/>
                    <a:pt x="177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7" name="Google Shape;3757;p68"/>
            <p:cNvSpPr/>
            <p:nvPr/>
          </p:nvSpPr>
          <p:spPr>
            <a:xfrm>
              <a:off x="9365767" y="2838757"/>
              <a:ext cx="44389" cy="42416"/>
            </a:xfrm>
            <a:custGeom>
              <a:avLst/>
              <a:gdLst/>
              <a:ahLst/>
              <a:cxnLst/>
              <a:rect l="l" t="t" r="r" b="b"/>
              <a:pathLst>
                <a:path w="225" h="215" extrusionOk="0">
                  <a:moveTo>
                    <a:pt x="120" y="1"/>
                  </a:moveTo>
                  <a:cubicBezTo>
                    <a:pt x="49" y="1"/>
                    <a:pt x="0" y="49"/>
                    <a:pt x="0" y="109"/>
                  </a:cubicBezTo>
                  <a:cubicBezTo>
                    <a:pt x="0" y="169"/>
                    <a:pt x="49" y="214"/>
                    <a:pt x="120" y="214"/>
                  </a:cubicBezTo>
                  <a:cubicBezTo>
                    <a:pt x="179" y="214"/>
                    <a:pt x="225" y="169"/>
                    <a:pt x="225" y="109"/>
                  </a:cubicBezTo>
                  <a:cubicBezTo>
                    <a:pt x="225" y="49"/>
                    <a:pt x="179" y="1"/>
                    <a:pt x="120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8" name="Google Shape;3758;p68"/>
            <p:cNvSpPr/>
            <p:nvPr/>
          </p:nvSpPr>
          <p:spPr>
            <a:xfrm>
              <a:off x="9305002" y="2375725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9" name="Google Shape;3759;p68"/>
            <p:cNvSpPr/>
            <p:nvPr/>
          </p:nvSpPr>
          <p:spPr>
            <a:xfrm>
              <a:off x="9052474" y="2495281"/>
              <a:ext cx="28211" cy="28211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72" y="1"/>
                  </a:moveTo>
                  <a:cubicBezTo>
                    <a:pt x="35" y="1"/>
                    <a:pt x="1" y="35"/>
                    <a:pt x="1" y="72"/>
                  </a:cubicBezTo>
                  <a:cubicBezTo>
                    <a:pt x="1" y="106"/>
                    <a:pt x="35" y="143"/>
                    <a:pt x="72" y="143"/>
                  </a:cubicBezTo>
                  <a:cubicBezTo>
                    <a:pt x="106" y="143"/>
                    <a:pt x="143" y="106"/>
                    <a:pt x="143" y="72"/>
                  </a:cubicBezTo>
                  <a:cubicBezTo>
                    <a:pt x="143" y="35"/>
                    <a:pt x="106" y="1"/>
                    <a:pt x="72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0" name="Google Shape;3760;p68"/>
            <p:cNvSpPr/>
            <p:nvPr/>
          </p:nvSpPr>
          <p:spPr>
            <a:xfrm>
              <a:off x="9305002" y="2555848"/>
              <a:ext cx="26041" cy="26041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1" y="1"/>
                  </a:moveTo>
                  <a:cubicBezTo>
                    <a:pt x="24" y="1"/>
                    <a:pt x="1" y="38"/>
                    <a:pt x="1" y="72"/>
                  </a:cubicBezTo>
                  <a:cubicBezTo>
                    <a:pt x="1" y="109"/>
                    <a:pt x="24" y="132"/>
                    <a:pt x="61" y="132"/>
                  </a:cubicBezTo>
                  <a:cubicBezTo>
                    <a:pt x="95" y="132"/>
                    <a:pt x="132" y="109"/>
                    <a:pt x="132" y="72"/>
                  </a:cubicBezTo>
                  <a:cubicBezTo>
                    <a:pt x="132" y="38"/>
                    <a:pt x="95" y="1"/>
                    <a:pt x="61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1" name="Google Shape;3761;p68"/>
            <p:cNvSpPr/>
            <p:nvPr/>
          </p:nvSpPr>
          <p:spPr>
            <a:xfrm>
              <a:off x="8825791" y="2621544"/>
              <a:ext cx="60763" cy="60763"/>
            </a:xfrm>
            <a:custGeom>
              <a:avLst/>
              <a:gdLst/>
              <a:ahLst/>
              <a:cxnLst/>
              <a:rect l="l" t="t" r="r" b="b"/>
              <a:pathLst>
                <a:path w="308" h="308" extrusionOk="0">
                  <a:moveTo>
                    <a:pt x="154" y="1"/>
                  </a:moveTo>
                  <a:cubicBezTo>
                    <a:pt x="72" y="1"/>
                    <a:pt x="0" y="72"/>
                    <a:pt x="0" y="154"/>
                  </a:cubicBezTo>
                  <a:cubicBezTo>
                    <a:pt x="0" y="237"/>
                    <a:pt x="72" y="308"/>
                    <a:pt x="154" y="308"/>
                  </a:cubicBezTo>
                  <a:cubicBezTo>
                    <a:pt x="237" y="308"/>
                    <a:pt x="308" y="237"/>
                    <a:pt x="308" y="154"/>
                  </a:cubicBezTo>
                  <a:cubicBezTo>
                    <a:pt x="308" y="72"/>
                    <a:pt x="237" y="1"/>
                    <a:pt x="15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2" name="Google Shape;3762;p68"/>
            <p:cNvSpPr/>
            <p:nvPr/>
          </p:nvSpPr>
          <p:spPr>
            <a:xfrm>
              <a:off x="8687690" y="2951013"/>
              <a:ext cx="34919" cy="35511"/>
            </a:xfrm>
            <a:custGeom>
              <a:avLst/>
              <a:gdLst/>
              <a:ahLst/>
              <a:cxnLst/>
              <a:rect l="l" t="t" r="r" b="b"/>
              <a:pathLst>
                <a:path w="177" h="180" extrusionOk="0">
                  <a:moveTo>
                    <a:pt x="94" y="1"/>
                  </a:moveTo>
                  <a:cubicBezTo>
                    <a:pt x="35" y="1"/>
                    <a:pt x="1" y="49"/>
                    <a:pt x="1" y="97"/>
                  </a:cubicBezTo>
                  <a:cubicBezTo>
                    <a:pt x="1" y="143"/>
                    <a:pt x="35" y="180"/>
                    <a:pt x="94" y="180"/>
                  </a:cubicBezTo>
                  <a:cubicBezTo>
                    <a:pt x="143" y="180"/>
                    <a:pt x="177" y="143"/>
                    <a:pt x="177" y="97"/>
                  </a:cubicBezTo>
                  <a:cubicBezTo>
                    <a:pt x="177" y="49"/>
                    <a:pt x="143" y="1"/>
                    <a:pt x="94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3" name="Google Shape;3763;p68"/>
            <p:cNvSpPr/>
            <p:nvPr/>
          </p:nvSpPr>
          <p:spPr>
            <a:xfrm>
              <a:off x="8942585" y="2860064"/>
              <a:ext cx="34919" cy="35116"/>
            </a:xfrm>
            <a:custGeom>
              <a:avLst/>
              <a:gdLst/>
              <a:ahLst/>
              <a:cxnLst/>
              <a:rect l="l" t="t" r="r" b="b"/>
              <a:pathLst>
                <a:path w="177" h="178" extrusionOk="0">
                  <a:moveTo>
                    <a:pt x="83" y="1"/>
                  </a:moveTo>
                  <a:cubicBezTo>
                    <a:pt x="34" y="1"/>
                    <a:pt x="0" y="35"/>
                    <a:pt x="0" y="83"/>
                  </a:cubicBezTo>
                  <a:cubicBezTo>
                    <a:pt x="0" y="143"/>
                    <a:pt x="34" y="177"/>
                    <a:pt x="83" y="177"/>
                  </a:cubicBezTo>
                  <a:cubicBezTo>
                    <a:pt x="131" y="177"/>
                    <a:pt x="177" y="143"/>
                    <a:pt x="177" y="83"/>
                  </a:cubicBezTo>
                  <a:cubicBezTo>
                    <a:pt x="177" y="35"/>
                    <a:pt x="131" y="1"/>
                    <a:pt x="8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4" name="Google Shape;3764;p68"/>
            <p:cNvSpPr/>
            <p:nvPr/>
          </p:nvSpPr>
          <p:spPr>
            <a:xfrm>
              <a:off x="8666383" y="3189533"/>
              <a:ext cx="56226" cy="56423"/>
            </a:xfrm>
            <a:custGeom>
              <a:avLst/>
              <a:gdLst/>
              <a:ahLst/>
              <a:cxnLst/>
              <a:rect l="l" t="t" r="r" b="b"/>
              <a:pathLst>
                <a:path w="285" h="28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26"/>
                    <a:pt x="72" y="285"/>
                    <a:pt x="143" y="285"/>
                  </a:cubicBezTo>
                  <a:cubicBezTo>
                    <a:pt x="225" y="285"/>
                    <a:pt x="285" y="226"/>
                    <a:pt x="285" y="143"/>
                  </a:cubicBezTo>
                  <a:cubicBezTo>
                    <a:pt x="285" y="72"/>
                    <a:pt x="225" y="1"/>
                    <a:pt x="143" y="1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65" name="Google Shape;3765;p68"/>
          <p:cNvGrpSpPr/>
          <p:nvPr/>
        </p:nvGrpSpPr>
        <p:grpSpPr>
          <a:xfrm>
            <a:off x="3343889" y="1540578"/>
            <a:ext cx="665028" cy="1255685"/>
            <a:chOff x="8034601" y="378891"/>
            <a:chExt cx="665028" cy="1255685"/>
          </a:xfrm>
        </p:grpSpPr>
        <p:grpSp>
          <p:nvGrpSpPr>
            <p:cNvPr id="3766" name="Google Shape;3766;p68"/>
            <p:cNvGrpSpPr/>
            <p:nvPr/>
          </p:nvGrpSpPr>
          <p:grpSpPr>
            <a:xfrm>
              <a:off x="8034601" y="378891"/>
              <a:ext cx="590428" cy="638707"/>
              <a:chOff x="8034601" y="378891"/>
              <a:chExt cx="590428" cy="638707"/>
            </a:xfrm>
          </p:grpSpPr>
          <p:grpSp>
            <p:nvGrpSpPr>
              <p:cNvPr id="3767" name="Google Shape;3767;p68"/>
              <p:cNvGrpSpPr/>
              <p:nvPr/>
            </p:nvGrpSpPr>
            <p:grpSpPr>
              <a:xfrm>
                <a:off x="8034601" y="378891"/>
                <a:ext cx="590428" cy="638707"/>
                <a:chOff x="9544651" y="2393791"/>
                <a:chExt cx="590428" cy="638707"/>
              </a:xfrm>
            </p:grpSpPr>
            <p:sp>
              <p:nvSpPr>
                <p:cNvPr id="3768" name="Google Shape;3768;p68"/>
                <p:cNvSpPr/>
                <p:nvPr/>
              </p:nvSpPr>
              <p:spPr>
                <a:xfrm>
                  <a:off x="9544651" y="2668546"/>
                  <a:ext cx="16572" cy="163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" h="83" extrusionOk="0">
                      <a:moveTo>
                        <a:pt x="35" y="0"/>
                      </a:moveTo>
                      <a:cubicBezTo>
                        <a:pt x="12" y="0"/>
                        <a:pt x="1" y="12"/>
                        <a:pt x="1" y="34"/>
                      </a:cubicBezTo>
                      <a:cubicBezTo>
                        <a:pt x="1" y="60"/>
                        <a:pt x="12" y="83"/>
                        <a:pt x="35" y="83"/>
                      </a:cubicBezTo>
                      <a:cubicBezTo>
                        <a:pt x="61" y="83"/>
                        <a:pt x="83" y="60"/>
                        <a:pt x="83" y="34"/>
                      </a:cubicBezTo>
                      <a:cubicBezTo>
                        <a:pt x="83" y="12"/>
                        <a:pt x="61" y="0"/>
                        <a:pt x="35" y="0"/>
                      </a:cubicBezTo>
                      <a:close/>
                    </a:path>
                  </a:pathLst>
                </a:custGeom>
                <a:solidFill>
                  <a:srgbClr val="EAE3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69" name="Google Shape;3769;p68"/>
                <p:cNvSpPr/>
                <p:nvPr/>
              </p:nvSpPr>
              <p:spPr>
                <a:xfrm>
                  <a:off x="10043646" y="2908991"/>
                  <a:ext cx="28409" cy="282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" h="143" extrusionOk="0">
                      <a:moveTo>
                        <a:pt x="72" y="0"/>
                      </a:moveTo>
                      <a:cubicBezTo>
                        <a:pt x="38" y="0"/>
                        <a:pt x="1" y="37"/>
                        <a:pt x="1" y="71"/>
                      </a:cubicBezTo>
                      <a:cubicBezTo>
                        <a:pt x="1" y="120"/>
                        <a:pt x="38" y="143"/>
                        <a:pt x="72" y="143"/>
                      </a:cubicBezTo>
                      <a:cubicBezTo>
                        <a:pt x="120" y="143"/>
                        <a:pt x="143" y="120"/>
                        <a:pt x="143" y="71"/>
                      </a:cubicBezTo>
                      <a:cubicBezTo>
                        <a:pt x="143" y="37"/>
                        <a:pt x="120" y="0"/>
                        <a:pt x="72" y="0"/>
                      </a:cubicBezTo>
                      <a:close/>
                    </a:path>
                  </a:pathLst>
                </a:custGeom>
                <a:solidFill>
                  <a:srgbClr val="EAE3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0" name="Google Shape;3770;p68"/>
                <p:cNvSpPr/>
                <p:nvPr/>
              </p:nvSpPr>
              <p:spPr>
                <a:xfrm>
                  <a:off x="9803360" y="2995211"/>
                  <a:ext cx="37681" cy="372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" h="189" extrusionOk="0">
                      <a:moveTo>
                        <a:pt x="97" y="0"/>
                      </a:moveTo>
                      <a:cubicBezTo>
                        <a:pt x="49" y="0"/>
                        <a:pt x="0" y="46"/>
                        <a:pt x="0" y="94"/>
                      </a:cubicBezTo>
                      <a:cubicBezTo>
                        <a:pt x="0" y="143"/>
                        <a:pt x="49" y="188"/>
                        <a:pt x="97" y="188"/>
                      </a:cubicBezTo>
                      <a:cubicBezTo>
                        <a:pt x="157" y="188"/>
                        <a:pt x="191" y="143"/>
                        <a:pt x="191" y="94"/>
                      </a:cubicBezTo>
                      <a:cubicBezTo>
                        <a:pt x="191" y="46"/>
                        <a:pt x="157" y="0"/>
                        <a:pt x="97" y="0"/>
                      </a:cubicBezTo>
                      <a:close/>
                    </a:path>
                  </a:pathLst>
                </a:custGeom>
                <a:solidFill>
                  <a:srgbClr val="EAE3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1" name="Google Shape;3771;p68"/>
                <p:cNvSpPr/>
                <p:nvPr/>
              </p:nvSpPr>
              <p:spPr>
                <a:xfrm>
                  <a:off x="10083176" y="2554909"/>
                  <a:ext cx="23674" cy="23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" h="120" extrusionOk="0">
                      <a:moveTo>
                        <a:pt x="60" y="1"/>
                      </a:moveTo>
                      <a:cubicBezTo>
                        <a:pt x="37" y="1"/>
                        <a:pt x="0" y="26"/>
                        <a:pt x="0" y="60"/>
                      </a:cubicBezTo>
                      <a:cubicBezTo>
                        <a:pt x="0" y="97"/>
                        <a:pt x="37" y="120"/>
                        <a:pt x="60" y="120"/>
                      </a:cubicBezTo>
                      <a:cubicBezTo>
                        <a:pt x="97" y="120"/>
                        <a:pt x="120" y="97"/>
                        <a:pt x="120" y="60"/>
                      </a:cubicBezTo>
                      <a:cubicBezTo>
                        <a:pt x="120" y="26"/>
                        <a:pt x="97" y="1"/>
                        <a:pt x="60" y="1"/>
                      </a:cubicBezTo>
                      <a:close/>
                    </a:path>
                  </a:pathLst>
                </a:custGeom>
                <a:solidFill>
                  <a:srgbClr val="EAE3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2" name="Google Shape;3772;p68"/>
                <p:cNvSpPr/>
                <p:nvPr/>
              </p:nvSpPr>
              <p:spPr>
                <a:xfrm>
                  <a:off x="9923143" y="2393791"/>
                  <a:ext cx="33341" cy="32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" h="166" extrusionOk="0">
                      <a:moveTo>
                        <a:pt x="86" y="0"/>
                      </a:moveTo>
                      <a:cubicBezTo>
                        <a:pt x="37" y="0"/>
                        <a:pt x="0" y="35"/>
                        <a:pt x="0" y="83"/>
                      </a:cubicBezTo>
                      <a:cubicBezTo>
                        <a:pt x="0" y="131"/>
                        <a:pt x="37" y="165"/>
                        <a:pt x="86" y="165"/>
                      </a:cubicBezTo>
                      <a:cubicBezTo>
                        <a:pt x="120" y="165"/>
                        <a:pt x="168" y="131"/>
                        <a:pt x="168" y="83"/>
                      </a:cubicBezTo>
                      <a:cubicBezTo>
                        <a:pt x="168" y="35"/>
                        <a:pt x="120" y="0"/>
                        <a:pt x="86" y="0"/>
                      </a:cubicBezTo>
                      <a:close/>
                    </a:path>
                  </a:pathLst>
                </a:custGeom>
                <a:solidFill>
                  <a:srgbClr val="EAE3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3" name="Google Shape;3773;p68"/>
                <p:cNvSpPr/>
                <p:nvPr/>
              </p:nvSpPr>
              <p:spPr>
                <a:xfrm>
                  <a:off x="10095031" y="2715767"/>
                  <a:ext cx="40048" cy="40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203" extrusionOk="0">
                      <a:moveTo>
                        <a:pt x="97" y="0"/>
                      </a:moveTo>
                      <a:cubicBezTo>
                        <a:pt x="49" y="0"/>
                        <a:pt x="0" y="46"/>
                        <a:pt x="0" y="106"/>
                      </a:cubicBezTo>
                      <a:cubicBezTo>
                        <a:pt x="0" y="154"/>
                        <a:pt x="49" y="202"/>
                        <a:pt x="97" y="202"/>
                      </a:cubicBezTo>
                      <a:cubicBezTo>
                        <a:pt x="157" y="202"/>
                        <a:pt x="202" y="154"/>
                        <a:pt x="202" y="106"/>
                      </a:cubicBezTo>
                      <a:cubicBezTo>
                        <a:pt x="202" y="46"/>
                        <a:pt x="157" y="0"/>
                        <a:pt x="97" y="0"/>
                      </a:cubicBezTo>
                      <a:close/>
                    </a:path>
                  </a:pathLst>
                </a:custGeom>
                <a:solidFill>
                  <a:srgbClr val="EAE3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774" name="Google Shape;3774;p68"/>
              <p:cNvSpPr/>
              <p:nvPr/>
            </p:nvSpPr>
            <p:spPr>
              <a:xfrm>
                <a:off x="8293296" y="686153"/>
                <a:ext cx="28409" cy="28211"/>
              </a:xfrm>
              <a:custGeom>
                <a:avLst/>
                <a:gdLst/>
                <a:ahLst/>
                <a:cxnLst/>
                <a:rect l="l" t="t" r="r" b="b"/>
                <a:pathLst>
                  <a:path w="144" h="143" extrusionOk="0">
                    <a:moveTo>
                      <a:pt x="72" y="0"/>
                    </a:moveTo>
                    <a:cubicBezTo>
                      <a:pt x="38" y="0"/>
                      <a:pt x="1" y="37"/>
                      <a:pt x="1" y="71"/>
                    </a:cubicBezTo>
                    <a:cubicBezTo>
                      <a:pt x="1" y="120"/>
                      <a:pt x="38" y="143"/>
                      <a:pt x="72" y="143"/>
                    </a:cubicBezTo>
                    <a:cubicBezTo>
                      <a:pt x="120" y="143"/>
                      <a:pt x="143" y="120"/>
                      <a:pt x="143" y="71"/>
                    </a:cubicBezTo>
                    <a:cubicBezTo>
                      <a:pt x="143" y="37"/>
                      <a:pt x="120" y="0"/>
                      <a:pt x="72" y="0"/>
                    </a:cubicBezTo>
                    <a:close/>
                  </a:path>
                </a:pathLst>
              </a:custGeom>
              <a:solidFill>
                <a:srgbClr val="EAE3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5" name="Google Shape;3775;p68"/>
              <p:cNvSpPr/>
              <p:nvPr/>
            </p:nvSpPr>
            <p:spPr>
              <a:xfrm>
                <a:off x="8153918" y="591391"/>
                <a:ext cx="33341" cy="32749"/>
              </a:xfrm>
              <a:custGeom>
                <a:avLst/>
                <a:gdLst/>
                <a:ahLst/>
                <a:cxnLst/>
                <a:rect l="l" t="t" r="r" b="b"/>
                <a:pathLst>
                  <a:path w="169" h="166" extrusionOk="0">
                    <a:moveTo>
                      <a:pt x="86" y="0"/>
                    </a:moveTo>
                    <a:cubicBezTo>
                      <a:pt x="37" y="0"/>
                      <a:pt x="0" y="35"/>
                      <a:pt x="0" y="83"/>
                    </a:cubicBezTo>
                    <a:cubicBezTo>
                      <a:pt x="0" y="131"/>
                      <a:pt x="37" y="165"/>
                      <a:pt x="86" y="165"/>
                    </a:cubicBezTo>
                    <a:cubicBezTo>
                      <a:pt x="120" y="165"/>
                      <a:pt x="168" y="131"/>
                      <a:pt x="168" y="83"/>
                    </a:cubicBezTo>
                    <a:cubicBezTo>
                      <a:pt x="168" y="35"/>
                      <a:pt x="120" y="0"/>
                      <a:pt x="86" y="0"/>
                    </a:cubicBezTo>
                    <a:close/>
                  </a:path>
                </a:pathLst>
              </a:custGeom>
              <a:solidFill>
                <a:srgbClr val="EAE3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776" name="Google Shape;3776;p68"/>
            <p:cNvSpPr/>
            <p:nvPr/>
          </p:nvSpPr>
          <p:spPr>
            <a:xfrm>
              <a:off x="8659581" y="1065567"/>
              <a:ext cx="40048" cy="40048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7" y="0"/>
                  </a:moveTo>
                  <a:cubicBezTo>
                    <a:pt x="49" y="0"/>
                    <a:pt x="0" y="46"/>
                    <a:pt x="0" y="106"/>
                  </a:cubicBezTo>
                  <a:cubicBezTo>
                    <a:pt x="0" y="154"/>
                    <a:pt x="49" y="202"/>
                    <a:pt x="97" y="202"/>
                  </a:cubicBezTo>
                  <a:cubicBezTo>
                    <a:pt x="157" y="202"/>
                    <a:pt x="202" y="154"/>
                    <a:pt x="202" y="106"/>
                  </a:cubicBezTo>
                  <a:cubicBezTo>
                    <a:pt x="202" y="46"/>
                    <a:pt x="157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7" name="Google Shape;3777;p68"/>
            <p:cNvSpPr/>
            <p:nvPr/>
          </p:nvSpPr>
          <p:spPr>
            <a:xfrm>
              <a:off x="8395596" y="1248841"/>
              <a:ext cx="28409" cy="28211"/>
            </a:xfrm>
            <a:custGeom>
              <a:avLst/>
              <a:gdLst/>
              <a:ahLst/>
              <a:cxnLst/>
              <a:rect l="l" t="t" r="r" b="b"/>
              <a:pathLst>
                <a:path w="144" h="143" extrusionOk="0">
                  <a:moveTo>
                    <a:pt x="72" y="0"/>
                  </a:moveTo>
                  <a:cubicBezTo>
                    <a:pt x="38" y="0"/>
                    <a:pt x="1" y="37"/>
                    <a:pt x="1" y="71"/>
                  </a:cubicBezTo>
                  <a:cubicBezTo>
                    <a:pt x="1" y="120"/>
                    <a:pt x="38" y="143"/>
                    <a:pt x="72" y="143"/>
                  </a:cubicBezTo>
                  <a:cubicBezTo>
                    <a:pt x="120" y="143"/>
                    <a:pt x="143" y="120"/>
                    <a:pt x="143" y="71"/>
                  </a:cubicBezTo>
                  <a:cubicBezTo>
                    <a:pt x="143" y="37"/>
                    <a:pt x="120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8" name="Google Shape;3778;p68"/>
            <p:cNvSpPr/>
            <p:nvPr/>
          </p:nvSpPr>
          <p:spPr>
            <a:xfrm>
              <a:off x="8567577" y="1405701"/>
              <a:ext cx="26200" cy="26175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7" y="0"/>
                  </a:moveTo>
                  <a:cubicBezTo>
                    <a:pt x="49" y="0"/>
                    <a:pt x="0" y="46"/>
                    <a:pt x="0" y="106"/>
                  </a:cubicBezTo>
                  <a:cubicBezTo>
                    <a:pt x="0" y="154"/>
                    <a:pt x="49" y="202"/>
                    <a:pt x="97" y="202"/>
                  </a:cubicBezTo>
                  <a:cubicBezTo>
                    <a:pt x="157" y="202"/>
                    <a:pt x="202" y="154"/>
                    <a:pt x="202" y="106"/>
                  </a:cubicBezTo>
                  <a:cubicBezTo>
                    <a:pt x="202" y="46"/>
                    <a:pt x="157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9" name="Google Shape;3779;p68"/>
            <p:cNvSpPr/>
            <p:nvPr/>
          </p:nvSpPr>
          <p:spPr>
            <a:xfrm>
              <a:off x="8504575" y="1104915"/>
              <a:ext cx="48700" cy="48350"/>
            </a:xfrm>
            <a:custGeom>
              <a:avLst/>
              <a:gdLst/>
              <a:ahLst/>
              <a:cxnLst/>
              <a:rect l="l" t="t" r="r" b="b"/>
              <a:pathLst>
                <a:path w="144" h="143" extrusionOk="0">
                  <a:moveTo>
                    <a:pt x="72" y="0"/>
                  </a:moveTo>
                  <a:cubicBezTo>
                    <a:pt x="38" y="0"/>
                    <a:pt x="1" y="37"/>
                    <a:pt x="1" y="71"/>
                  </a:cubicBezTo>
                  <a:cubicBezTo>
                    <a:pt x="1" y="120"/>
                    <a:pt x="38" y="143"/>
                    <a:pt x="72" y="143"/>
                  </a:cubicBezTo>
                  <a:cubicBezTo>
                    <a:pt x="120" y="143"/>
                    <a:pt x="143" y="120"/>
                    <a:pt x="143" y="71"/>
                  </a:cubicBezTo>
                  <a:cubicBezTo>
                    <a:pt x="143" y="37"/>
                    <a:pt x="120" y="0"/>
                    <a:pt x="72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0" name="Google Shape;3780;p68"/>
            <p:cNvSpPr/>
            <p:nvPr/>
          </p:nvSpPr>
          <p:spPr>
            <a:xfrm>
              <a:off x="8625024" y="1600901"/>
              <a:ext cx="33675" cy="33675"/>
            </a:xfrm>
            <a:custGeom>
              <a:avLst/>
              <a:gdLst/>
              <a:ahLst/>
              <a:cxnLst/>
              <a:rect l="l" t="t" r="r" b="b"/>
              <a:pathLst>
                <a:path w="203" h="203" extrusionOk="0">
                  <a:moveTo>
                    <a:pt x="97" y="0"/>
                  </a:moveTo>
                  <a:cubicBezTo>
                    <a:pt x="49" y="0"/>
                    <a:pt x="0" y="46"/>
                    <a:pt x="0" y="106"/>
                  </a:cubicBezTo>
                  <a:cubicBezTo>
                    <a:pt x="0" y="154"/>
                    <a:pt x="49" y="202"/>
                    <a:pt x="97" y="202"/>
                  </a:cubicBezTo>
                  <a:cubicBezTo>
                    <a:pt x="157" y="202"/>
                    <a:pt x="202" y="154"/>
                    <a:pt x="202" y="106"/>
                  </a:cubicBezTo>
                  <a:cubicBezTo>
                    <a:pt x="202" y="46"/>
                    <a:pt x="157" y="0"/>
                    <a:pt x="97" y="0"/>
                  </a:cubicBezTo>
                  <a:close/>
                </a:path>
              </a:pathLst>
            </a:custGeom>
            <a:solidFill>
              <a:srgbClr val="EAE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leep Disorder Center by Slidesgo">
  <a:themeElements>
    <a:clrScheme name="Simple Light">
      <a:dk1>
        <a:srgbClr val="EAE3FF"/>
      </a:dk1>
      <a:lt1>
        <a:srgbClr val="02021F"/>
      </a:lt1>
      <a:dk2>
        <a:srgbClr val="272A4D"/>
      </a:dk2>
      <a:lt2>
        <a:srgbClr val="393F6B"/>
      </a:lt2>
      <a:accent1>
        <a:srgbClr val="695EAA"/>
      </a:accent1>
      <a:accent2>
        <a:srgbClr val="9A66A6"/>
      </a:accent2>
      <a:accent3>
        <a:srgbClr val="EC85E3"/>
      </a:accent3>
      <a:accent4>
        <a:srgbClr val="F65DA4"/>
      </a:accent4>
      <a:accent5>
        <a:srgbClr val="FF71B8"/>
      </a:accent5>
      <a:accent6>
        <a:srgbClr val="F4B98F"/>
      </a:accent6>
      <a:hlink>
        <a:srgbClr val="EAE3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leep Disorder Center by Slidesgo">
  <a:themeElements>
    <a:clrScheme name="Simple Light">
      <a:dk1>
        <a:srgbClr val="EAE3FF"/>
      </a:dk1>
      <a:lt1>
        <a:srgbClr val="02021F"/>
      </a:lt1>
      <a:dk2>
        <a:srgbClr val="272A4D"/>
      </a:dk2>
      <a:lt2>
        <a:srgbClr val="393F6B"/>
      </a:lt2>
      <a:accent1>
        <a:srgbClr val="695EAA"/>
      </a:accent1>
      <a:accent2>
        <a:srgbClr val="9A66A6"/>
      </a:accent2>
      <a:accent3>
        <a:srgbClr val="EC85E3"/>
      </a:accent3>
      <a:accent4>
        <a:srgbClr val="F65DA4"/>
      </a:accent4>
      <a:accent5>
        <a:srgbClr val="FF71B8"/>
      </a:accent5>
      <a:accent6>
        <a:srgbClr val="F4B98F"/>
      </a:accent6>
      <a:hlink>
        <a:srgbClr val="EAE3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544</Words>
  <Application>Microsoft Office PowerPoint</Application>
  <PresentationFormat>On-screen Show (16:9)</PresentationFormat>
  <Paragraphs>92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Lato</vt:lpstr>
      <vt:lpstr>Fredoka One</vt:lpstr>
      <vt:lpstr>Arial</vt:lpstr>
      <vt:lpstr>Livvic</vt:lpstr>
      <vt:lpstr>Roboto</vt:lpstr>
      <vt:lpstr>Anton</vt:lpstr>
      <vt:lpstr>Quicksand</vt:lpstr>
      <vt:lpstr>Courier New</vt:lpstr>
      <vt:lpstr>Itim</vt:lpstr>
      <vt:lpstr>Roboto Condensed Light</vt:lpstr>
      <vt:lpstr>Sleep Disorder Center by Slidesgo</vt:lpstr>
      <vt:lpstr>1_Sleep Disorder Center by Slidesgo</vt:lpstr>
      <vt:lpstr>Noctis</vt:lpstr>
      <vt:lpstr>Основни цели на проекта</vt:lpstr>
      <vt:lpstr>Хардуер: Устройство за мониторинг "Noctis"</vt:lpstr>
      <vt:lpstr>Поток на данните</vt:lpstr>
      <vt:lpstr>Софтуерен Backend: Технологии</vt:lpstr>
      <vt:lpstr>Ключови API Ендпойнти</vt:lpstr>
      <vt:lpstr>MLOps: Гаранция за качество и надеждност</vt:lpstr>
      <vt:lpstr>Предизвикателства и решения: Хардуер и данни</vt:lpstr>
      <vt:lpstr>Предизвикателства и решения: Производителност и мащаб</vt:lpstr>
      <vt:lpstr>Как се използва: Настройка на устройството</vt:lpstr>
      <vt:lpstr>Първи стъпки с Noctis: Употреба</vt:lpstr>
      <vt:lpstr>Заключение и бъдещи стъпки</vt:lpstr>
      <vt:lpstr>Благодарим за вниманието!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Георги Р. Бенев</cp:lastModifiedBy>
  <cp:revision>7</cp:revision>
  <dcterms:modified xsi:type="dcterms:W3CDTF">2026-02-28T15:13:38Z</dcterms:modified>
</cp:coreProperties>
</file>